
<file path=[Content_Types].xml><?xml version="1.0" encoding="utf-8"?>
<Types xmlns="http://schemas.openxmlformats.org/package/2006/content-types">
  <Default Extension="bin" ContentType="application/vnd.openxmlformats-officedocument.oleObject"/>
  <Default Extension="png" ContentType="image/png"/>
  <Default Extension="emf" ContentType="image/x-emf"/>
  <Default Extension="wmf" ContentType="image/x-wmf"/>
  <Default Extension="jpeg" ContentType="image/jpeg"/>
  <Default Extension="rels" ContentType="application/vnd.openxmlformats-package.relationships+xml"/>
  <Default Extension="xml" ContentType="application/xml"/>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Lst>
  <p:notesMasterIdLst>
    <p:notesMasterId r:id="rId70"/>
  </p:notesMasterIdLst>
  <p:sldIdLst>
    <p:sldId id="329" r:id="rId2"/>
    <p:sldId id="330" r:id="rId3"/>
    <p:sldId id="331" r:id="rId4"/>
    <p:sldId id="332" r:id="rId5"/>
    <p:sldId id="283" r:id="rId6"/>
    <p:sldId id="284" r:id="rId7"/>
    <p:sldId id="285" r:id="rId8"/>
    <p:sldId id="286" r:id="rId9"/>
    <p:sldId id="287" r:id="rId10"/>
    <p:sldId id="291" r:id="rId11"/>
    <p:sldId id="292" r:id="rId12"/>
    <p:sldId id="328" r:id="rId13"/>
    <p:sldId id="293" r:id="rId14"/>
    <p:sldId id="294" r:id="rId15"/>
    <p:sldId id="295" r:id="rId16"/>
    <p:sldId id="296" r:id="rId17"/>
    <p:sldId id="297" r:id="rId18"/>
    <p:sldId id="298" r:id="rId19"/>
    <p:sldId id="299" r:id="rId20"/>
    <p:sldId id="320" r:id="rId21"/>
    <p:sldId id="325" r:id="rId22"/>
    <p:sldId id="260" r:id="rId23"/>
    <p:sldId id="359" r:id="rId24"/>
    <p:sldId id="261" r:id="rId25"/>
    <p:sldId id="360" r:id="rId26"/>
    <p:sldId id="317" r:id="rId27"/>
    <p:sldId id="318" r:id="rId28"/>
    <p:sldId id="319" r:id="rId29"/>
    <p:sldId id="333" r:id="rId30"/>
    <p:sldId id="334" r:id="rId31"/>
    <p:sldId id="335" r:id="rId32"/>
    <p:sldId id="336" r:id="rId33"/>
    <p:sldId id="337" r:id="rId34"/>
    <p:sldId id="338" r:id="rId35"/>
    <p:sldId id="339" r:id="rId36"/>
    <p:sldId id="340" r:id="rId37"/>
    <p:sldId id="341" r:id="rId38"/>
    <p:sldId id="342" r:id="rId39"/>
    <p:sldId id="343" r:id="rId40"/>
    <p:sldId id="344" r:id="rId41"/>
    <p:sldId id="345" r:id="rId42"/>
    <p:sldId id="346" r:id="rId43"/>
    <p:sldId id="347" r:id="rId44"/>
    <p:sldId id="348" r:id="rId45"/>
    <p:sldId id="349" r:id="rId46"/>
    <p:sldId id="350" r:id="rId47"/>
    <p:sldId id="351" r:id="rId48"/>
    <p:sldId id="352" r:id="rId49"/>
    <p:sldId id="353" r:id="rId50"/>
    <p:sldId id="354" r:id="rId51"/>
    <p:sldId id="355" r:id="rId52"/>
    <p:sldId id="356" r:id="rId53"/>
    <p:sldId id="357" r:id="rId54"/>
    <p:sldId id="358" r:id="rId55"/>
    <p:sldId id="361" r:id="rId56"/>
    <p:sldId id="362" r:id="rId57"/>
    <p:sldId id="363" r:id="rId58"/>
    <p:sldId id="364" r:id="rId59"/>
    <p:sldId id="365" r:id="rId60"/>
    <p:sldId id="366" r:id="rId61"/>
    <p:sldId id="367" r:id="rId62"/>
    <p:sldId id="368" r:id="rId63"/>
    <p:sldId id="369" r:id="rId64"/>
    <p:sldId id="370" r:id="rId65"/>
    <p:sldId id="371" r:id="rId66"/>
    <p:sldId id="372" r:id="rId67"/>
    <p:sldId id="373" r:id="rId68"/>
    <p:sldId id="374" r:id="rId69"/>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Calibri" panose="020F0502020204030204" pitchFamily="34" charset="0"/>
        <a:ea typeface="+mn-ea"/>
        <a:cs typeface="+mn-cs"/>
      </a:defRPr>
    </a:lvl1pPr>
    <a:lvl2pPr marL="457200" algn="l" rtl="0" fontAlgn="base">
      <a:spcBef>
        <a:spcPct val="0"/>
      </a:spcBef>
      <a:spcAft>
        <a:spcPct val="0"/>
      </a:spcAft>
      <a:defRPr kern="1200">
        <a:solidFill>
          <a:schemeClr val="tx1"/>
        </a:solidFill>
        <a:latin typeface="Calibri" panose="020F0502020204030204" pitchFamily="34" charset="0"/>
        <a:ea typeface="+mn-ea"/>
        <a:cs typeface="+mn-cs"/>
      </a:defRPr>
    </a:lvl2pPr>
    <a:lvl3pPr marL="914400" algn="l" rtl="0" fontAlgn="base">
      <a:spcBef>
        <a:spcPct val="0"/>
      </a:spcBef>
      <a:spcAft>
        <a:spcPct val="0"/>
      </a:spcAft>
      <a:defRPr kern="1200">
        <a:solidFill>
          <a:schemeClr val="tx1"/>
        </a:solidFill>
        <a:latin typeface="Calibri" panose="020F0502020204030204" pitchFamily="34" charset="0"/>
        <a:ea typeface="+mn-ea"/>
        <a:cs typeface="+mn-cs"/>
      </a:defRPr>
    </a:lvl3pPr>
    <a:lvl4pPr marL="1371600" algn="l" rtl="0" fontAlgn="base">
      <a:spcBef>
        <a:spcPct val="0"/>
      </a:spcBef>
      <a:spcAft>
        <a:spcPct val="0"/>
      </a:spcAft>
      <a:defRPr kern="1200">
        <a:solidFill>
          <a:schemeClr val="tx1"/>
        </a:solidFill>
        <a:latin typeface="Calibri" panose="020F0502020204030204" pitchFamily="34" charset="0"/>
        <a:ea typeface="+mn-ea"/>
        <a:cs typeface="+mn-cs"/>
      </a:defRPr>
    </a:lvl4pPr>
    <a:lvl5pPr marL="1828800" algn="l" rtl="0" fontAlgn="base">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0142" autoAdjust="0"/>
    <p:restoredTop sz="90875" autoAdjust="0"/>
  </p:normalViewPr>
  <p:slideViewPr>
    <p:cSldViewPr>
      <p:cViewPr varScale="1">
        <p:scale>
          <a:sx n="105" d="100"/>
          <a:sy n="105" d="100"/>
        </p:scale>
        <p:origin x="1416" y="102"/>
      </p:cViewPr>
      <p:guideLst>
        <p:guide orient="horz" pos="2160"/>
        <p:guide pos="2880"/>
      </p:guideLst>
    </p:cSldViewPr>
  </p:slideViewPr>
  <p:notesTextViewPr>
    <p:cViewPr>
      <p:scale>
        <a:sx n="1" d="1"/>
        <a:sy n="1" d="1"/>
      </p:scale>
      <p:origin x="0" y="0"/>
    </p:cViewPr>
  </p:notesTextViewPr>
  <p:gridSpacing cx="72006" cy="72006"/>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presProps" Target="pres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5.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9.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0.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11.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12.e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13.e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14.e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16.wmf"/></Relationships>
</file>

<file path=ppt/drawings/_rels/vmlDrawing15.vml.rels><?xml version="1.0" encoding="UTF-8" standalone="yes"?>
<Relationships xmlns="http://schemas.openxmlformats.org/package/2006/relationships"><Relationship Id="rId3" Type="http://schemas.openxmlformats.org/officeDocument/2006/relationships/image" Target="../media/image19.wmf"/><Relationship Id="rId2" Type="http://schemas.openxmlformats.org/officeDocument/2006/relationships/image" Target="../media/image18.wmf"/><Relationship Id="rId1" Type="http://schemas.openxmlformats.org/officeDocument/2006/relationships/image" Target="../media/image17.wmf"/><Relationship Id="rId5" Type="http://schemas.openxmlformats.org/officeDocument/2006/relationships/image" Target="../media/image16.wmf"/><Relationship Id="rId4" Type="http://schemas.openxmlformats.org/officeDocument/2006/relationships/image" Target="../media/image20.wmf"/></Relationships>
</file>

<file path=ppt/drawings/_rels/vmlDrawing16.vml.rels><?xml version="1.0" encoding="UTF-8" standalone="yes"?>
<Relationships xmlns="http://schemas.openxmlformats.org/package/2006/relationships"><Relationship Id="rId3" Type="http://schemas.openxmlformats.org/officeDocument/2006/relationships/image" Target="../media/image23.wmf"/><Relationship Id="rId2" Type="http://schemas.openxmlformats.org/officeDocument/2006/relationships/image" Target="../media/image22.wmf"/><Relationship Id="rId1" Type="http://schemas.openxmlformats.org/officeDocument/2006/relationships/image" Target="../media/image21.wmf"/><Relationship Id="rId4" Type="http://schemas.openxmlformats.org/officeDocument/2006/relationships/image" Target="../media/image16.w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25.emf"/></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26.emf"/></Relationships>
</file>

<file path=ppt/drawings/_rels/vmlDrawing19.vml.rels><?xml version="1.0" encoding="UTF-8" standalone="yes"?>
<Relationships xmlns="http://schemas.openxmlformats.org/package/2006/relationships"><Relationship Id="rId1" Type="http://schemas.openxmlformats.org/officeDocument/2006/relationships/image" Target="../media/image27.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EEC8DDA-EA41-430B-B7EF-A7945FD97B6F}" type="datetimeFigureOut">
              <a:rPr lang="ru-RU" smtClean="0"/>
              <a:t>20.03.2026</a:t>
            </a:fld>
            <a:endParaRPr lang="ru-RU"/>
          </a:p>
        </p:txBody>
      </p:sp>
      <p:sp>
        <p:nvSpPr>
          <p:cNvPr id="4" name="Образ слайда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ru-RU"/>
          </a:p>
        </p:txBody>
      </p:sp>
      <p:sp>
        <p:nvSpPr>
          <p:cNvPr id="5" name="Заметки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6" name="Нижний колонтитул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ru-RU"/>
          </a:p>
        </p:txBody>
      </p:sp>
      <p:sp>
        <p:nvSpPr>
          <p:cNvPr id="7" name="Номер слайда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6ADA815-EE4F-426D-A24C-E4AF2EA954B8}" type="slidenum">
              <a:rPr lang="ru-RU" smtClean="0"/>
              <a:t>‹#›</a:t>
            </a:fld>
            <a:endParaRPr lang="ru-RU"/>
          </a:p>
        </p:txBody>
      </p:sp>
    </p:spTree>
    <p:extLst>
      <p:ext uri="{BB962C8B-B14F-4D97-AF65-F5344CB8AC3E}">
        <p14:creationId xmlns:p14="http://schemas.microsoft.com/office/powerpoint/2010/main" val="40308668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F6ADA815-EE4F-426D-A24C-E4AF2EA954B8}" type="slidenum">
              <a:rPr lang="ru-RU" smtClean="0"/>
              <a:t>1</a:t>
            </a:fld>
            <a:endParaRPr lang="ru-RU"/>
          </a:p>
        </p:txBody>
      </p:sp>
    </p:spTree>
    <p:extLst>
      <p:ext uri="{BB962C8B-B14F-4D97-AF65-F5344CB8AC3E}">
        <p14:creationId xmlns:p14="http://schemas.microsoft.com/office/powerpoint/2010/main" val="17989922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1143000" y="1122363"/>
            <a:ext cx="6858000" cy="2387600"/>
          </a:xfrm>
        </p:spPr>
        <p:txBody>
          <a:bodyPr anchor="b"/>
          <a:lstStyle>
            <a:lvl1pPr algn="ctr">
              <a:defRPr sz="4500"/>
            </a:lvl1pPr>
          </a:lstStyle>
          <a:p>
            <a:r>
              <a:rPr lang="ru-RU" noProof="1"/>
              <a:t>Образец заголовка</a:t>
            </a:r>
          </a:p>
        </p:txBody>
      </p:sp>
      <p:sp>
        <p:nvSpPr>
          <p:cNvPr id="3" name="Подзаголовок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ru-RU" noProof="1"/>
              <a:t>Образец подзаголовка</a:t>
            </a:r>
          </a:p>
        </p:txBody>
      </p:sp>
      <p:sp>
        <p:nvSpPr>
          <p:cNvPr id="4" name="Дата 3">
            <a:extLst>
              <a:ext uri="{FF2B5EF4-FFF2-40B4-BE49-F238E27FC236}">
                <a16:creationId xmlns:a16="http://schemas.microsoft.com/office/drawing/2014/main" id="{A94F7B2A-0F52-42A3-A742-B0575EDF75C6}"/>
              </a:ext>
            </a:extLst>
          </p:cNvPr>
          <p:cNvSpPr>
            <a:spLocks noGrp="1"/>
          </p:cNvSpPr>
          <p:nvPr>
            <p:ph type="dt" sz="half" idx="10"/>
          </p:nvPr>
        </p:nvSpPr>
        <p:spPr/>
        <p:txBody>
          <a:bodyPr/>
          <a:lstStyle>
            <a:lvl1pPr>
              <a:defRPr/>
            </a:lvl1pPr>
          </a:lstStyle>
          <a:p>
            <a:fld id="{6C6C61C8-9B01-4390-BFEC-BFC4D09FF6CC}" type="datetimeFigureOut">
              <a:rPr lang="en-US"/>
              <a:pPr/>
              <a:t>3/20/2026</a:t>
            </a:fld>
            <a:endParaRPr lang="en-US"/>
          </a:p>
        </p:txBody>
      </p:sp>
      <p:sp>
        <p:nvSpPr>
          <p:cNvPr id="5" name="Нижний колонтитул 4">
            <a:extLst>
              <a:ext uri="{FF2B5EF4-FFF2-40B4-BE49-F238E27FC236}">
                <a16:creationId xmlns:a16="http://schemas.microsoft.com/office/drawing/2014/main" id="{D3C97A6A-DB59-4BCE-8FEC-46CCCEEC7F40}"/>
              </a:ext>
            </a:extLst>
          </p:cNvPr>
          <p:cNvSpPr>
            <a:spLocks noGrp="1"/>
          </p:cNvSpPr>
          <p:nvPr>
            <p:ph type="ftr" sz="quarter" idx="11"/>
          </p:nvPr>
        </p:nvSpPr>
        <p:spPr/>
        <p:txBody>
          <a:bodyPr/>
          <a:lstStyle>
            <a:lvl1pPr>
              <a:defRPr/>
            </a:lvl1pPr>
          </a:lstStyle>
          <a:p>
            <a:endParaRPr lang="en-US"/>
          </a:p>
        </p:txBody>
      </p:sp>
      <p:sp>
        <p:nvSpPr>
          <p:cNvPr id="6" name="Номер слайда 5">
            <a:extLst>
              <a:ext uri="{FF2B5EF4-FFF2-40B4-BE49-F238E27FC236}">
                <a16:creationId xmlns:a16="http://schemas.microsoft.com/office/drawing/2014/main" id="{C634BBE5-C52F-44D0-8FE8-8EB230E1310A}"/>
              </a:ext>
            </a:extLst>
          </p:cNvPr>
          <p:cNvSpPr>
            <a:spLocks noGrp="1"/>
          </p:cNvSpPr>
          <p:nvPr>
            <p:ph type="sldNum" sz="quarter" idx="12"/>
          </p:nvPr>
        </p:nvSpPr>
        <p:spPr/>
        <p:txBody>
          <a:bodyPr/>
          <a:lstStyle>
            <a:lvl1pPr>
              <a:defRPr/>
            </a:lvl1pPr>
          </a:lstStyle>
          <a:p>
            <a:fld id="{08E3BA1B-75BA-46EF-A7B8-CF7626A60F9A}" type="slidenum">
              <a:rPr lang="en-US" altLang="ru-RU"/>
              <a:pPr/>
              <a:t>‹#›</a:t>
            </a:fld>
            <a:endParaRPr lang="en-US" altLang="ru-RU"/>
          </a:p>
        </p:txBody>
      </p:sp>
    </p:spTree>
    <p:extLst>
      <p:ext uri="{BB962C8B-B14F-4D97-AF65-F5344CB8AC3E}">
        <p14:creationId xmlns:p14="http://schemas.microsoft.com/office/powerpoint/2010/main" val="1419660721"/>
      </p:ext>
    </p:extLst>
  </p:cSld>
  <p:clrMapOvr>
    <a:masterClrMapping/>
  </p:clrMapOvr>
  <p:transition spd="slow">
    <p:push dir="u"/>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noProof="1"/>
              <a:t>Образец заголовка</a:t>
            </a:r>
          </a:p>
        </p:txBody>
      </p:sp>
      <p:sp>
        <p:nvSpPr>
          <p:cNvPr id="3" name="Объект 2"/>
          <p:cNvSpPr>
            <a:spLocks noGrp="1"/>
          </p:cNvSpPr>
          <p:nvPr>
            <p:ph idx="1"/>
          </p:nvPr>
        </p:nvSpPr>
        <p:spPr/>
        <p:txBody>
          <a:bodyPr/>
          <a:lstStyle/>
          <a:p>
            <a:pPr lvl="0"/>
            <a:r>
              <a:rPr lang="ru-RU" noProof="1"/>
              <a:t>Образец текста</a:t>
            </a:r>
          </a:p>
          <a:p>
            <a:pPr lvl="1"/>
            <a:r>
              <a:rPr lang="ru-RU" noProof="1"/>
              <a:t>Второй уровень</a:t>
            </a:r>
          </a:p>
          <a:p>
            <a:pPr lvl="2"/>
            <a:r>
              <a:rPr lang="ru-RU" noProof="1"/>
              <a:t>Третий уровень</a:t>
            </a:r>
          </a:p>
          <a:p>
            <a:pPr lvl="3"/>
            <a:r>
              <a:rPr lang="ru-RU" noProof="1"/>
              <a:t>Четвертый уровень</a:t>
            </a:r>
          </a:p>
          <a:p>
            <a:pPr lvl="4"/>
            <a:r>
              <a:rPr lang="ru-RU" noProof="1"/>
              <a:t>Пятый уровень</a:t>
            </a:r>
          </a:p>
        </p:txBody>
      </p:sp>
      <p:sp>
        <p:nvSpPr>
          <p:cNvPr id="4" name="Дата 3">
            <a:extLst>
              <a:ext uri="{FF2B5EF4-FFF2-40B4-BE49-F238E27FC236}">
                <a16:creationId xmlns:a16="http://schemas.microsoft.com/office/drawing/2014/main" id="{F343E626-4E9A-44DC-900B-635FCABDDB71}"/>
              </a:ext>
            </a:extLst>
          </p:cNvPr>
          <p:cNvSpPr>
            <a:spLocks noGrp="1"/>
          </p:cNvSpPr>
          <p:nvPr>
            <p:ph type="dt" sz="half" idx="10"/>
          </p:nvPr>
        </p:nvSpPr>
        <p:spPr/>
        <p:txBody>
          <a:bodyPr/>
          <a:lstStyle>
            <a:lvl1pPr>
              <a:defRPr/>
            </a:lvl1pPr>
          </a:lstStyle>
          <a:p>
            <a:fld id="{6C6C61C8-9B01-4390-BFEC-BFC4D09FF6CC}" type="datetimeFigureOut">
              <a:rPr lang="en-US"/>
              <a:pPr/>
              <a:t>3/20/2026</a:t>
            </a:fld>
            <a:endParaRPr lang="en-US"/>
          </a:p>
        </p:txBody>
      </p:sp>
      <p:sp>
        <p:nvSpPr>
          <p:cNvPr id="5" name="Нижний колонтитул 4">
            <a:extLst>
              <a:ext uri="{FF2B5EF4-FFF2-40B4-BE49-F238E27FC236}">
                <a16:creationId xmlns:a16="http://schemas.microsoft.com/office/drawing/2014/main" id="{0CFC9EA5-3642-4A4A-8AF9-C324A3922347}"/>
              </a:ext>
            </a:extLst>
          </p:cNvPr>
          <p:cNvSpPr>
            <a:spLocks noGrp="1"/>
          </p:cNvSpPr>
          <p:nvPr>
            <p:ph type="ftr" sz="quarter" idx="11"/>
          </p:nvPr>
        </p:nvSpPr>
        <p:spPr/>
        <p:txBody>
          <a:bodyPr/>
          <a:lstStyle>
            <a:lvl1pPr>
              <a:defRPr/>
            </a:lvl1pPr>
          </a:lstStyle>
          <a:p>
            <a:endParaRPr lang="en-US"/>
          </a:p>
        </p:txBody>
      </p:sp>
      <p:sp>
        <p:nvSpPr>
          <p:cNvPr id="6" name="Номер слайда 5">
            <a:extLst>
              <a:ext uri="{FF2B5EF4-FFF2-40B4-BE49-F238E27FC236}">
                <a16:creationId xmlns:a16="http://schemas.microsoft.com/office/drawing/2014/main" id="{D7670072-401B-453D-9A5F-4ABD3A0B6BEC}"/>
              </a:ext>
            </a:extLst>
          </p:cNvPr>
          <p:cNvSpPr>
            <a:spLocks noGrp="1"/>
          </p:cNvSpPr>
          <p:nvPr>
            <p:ph type="sldNum" sz="quarter" idx="12"/>
          </p:nvPr>
        </p:nvSpPr>
        <p:spPr/>
        <p:txBody>
          <a:bodyPr/>
          <a:lstStyle>
            <a:lvl1pPr>
              <a:defRPr/>
            </a:lvl1pPr>
          </a:lstStyle>
          <a:p>
            <a:fld id="{4D032191-F0AB-43AA-809E-269FE8B9BBB5}" type="slidenum">
              <a:rPr lang="en-US" altLang="ru-RU"/>
              <a:pPr/>
              <a:t>‹#›</a:t>
            </a:fld>
            <a:endParaRPr lang="en-US" altLang="ru-RU"/>
          </a:p>
        </p:txBody>
      </p:sp>
    </p:spTree>
    <p:extLst>
      <p:ext uri="{BB962C8B-B14F-4D97-AF65-F5344CB8AC3E}">
        <p14:creationId xmlns:p14="http://schemas.microsoft.com/office/powerpoint/2010/main" val="1330125808"/>
      </p:ext>
    </p:extLst>
  </p:cSld>
  <p:clrMapOvr>
    <a:masterClrMapping/>
  </p:clrMapOvr>
  <p:transition spd="slow">
    <p:push dir="u"/>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623888" y="1709739"/>
            <a:ext cx="7886700" cy="2852737"/>
          </a:xfrm>
        </p:spPr>
        <p:txBody>
          <a:bodyPr anchor="b"/>
          <a:lstStyle>
            <a:lvl1pPr>
              <a:defRPr sz="4500"/>
            </a:lvl1pPr>
          </a:lstStyle>
          <a:p>
            <a:r>
              <a:rPr lang="ru-RU" noProof="1"/>
              <a:t>Образец заголовка</a:t>
            </a:r>
          </a:p>
        </p:txBody>
      </p:sp>
      <p:sp>
        <p:nvSpPr>
          <p:cNvPr id="3" name="Текст 2"/>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ru-RU" noProof="1"/>
              <a:t>Образец текста</a:t>
            </a:r>
          </a:p>
        </p:txBody>
      </p:sp>
      <p:sp>
        <p:nvSpPr>
          <p:cNvPr id="4" name="Дата 3">
            <a:extLst>
              <a:ext uri="{FF2B5EF4-FFF2-40B4-BE49-F238E27FC236}">
                <a16:creationId xmlns:a16="http://schemas.microsoft.com/office/drawing/2014/main" id="{BE58FC6C-258F-48FF-B26C-464FF1461D12}"/>
              </a:ext>
            </a:extLst>
          </p:cNvPr>
          <p:cNvSpPr>
            <a:spLocks noGrp="1"/>
          </p:cNvSpPr>
          <p:nvPr>
            <p:ph type="dt" sz="half" idx="10"/>
          </p:nvPr>
        </p:nvSpPr>
        <p:spPr/>
        <p:txBody>
          <a:bodyPr/>
          <a:lstStyle>
            <a:lvl1pPr>
              <a:defRPr/>
            </a:lvl1pPr>
          </a:lstStyle>
          <a:p>
            <a:fld id="{6C6C61C8-9B01-4390-BFEC-BFC4D09FF6CC}" type="datetimeFigureOut">
              <a:rPr lang="en-US"/>
              <a:pPr/>
              <a:t>3/20/2026</a:t>
            </a:fld>
            <a:endParaRPr lang="en-US"/>
          </a:p>
        </p:txBody>
      </p:sp>
      <p:sp>
        <p:nvSpPr>
          <p:cNvPr id="5" name="Нижний колонтитул 4">
            <a:extLst>
              <a:ext uri="{FF2B5EF4-FFF2-40B4-BE49-F238E27FC236}">
                <a16:creationId xmlns:a16="http://schemas.microsoft.com/office/drawing/2014/main" id="{E4043913-6B58-4F88-87DD-E2B427B48E4B}"/>
              </a:ext>
            </a:extLst>
          </p:cNvPr>
          <p:cNvSpPr>
            <a:spLocks noGrp="1"/>
          </p:cNvSpPr>
          <p:nvPr>
            <p:ph type="ftr" sz="quarter" idx="11"/>
          </p:nvPr>
        </p:nvSpPr>
        <p:spPr/>
        <p:txBody>
          <a:bodyPr/>
          <a:lstStyle>
            <a:lvl1pPr>
              <a:defRPr/>
            </a:lvl1pPr>
          </a:lstStyle>
          <a:p>
            <a:endParaRPr lang="en-US"/>
          </a:p>
        </p:txBody>
      </p:sp>
      <p:sp>
        <p:nvSpPr>
          <p:cNvPr id="6" name="Номер слайда 5">
            <a:extLst>
              <a:ext uri="{FF2B5EF4-FFF2-40B4-BE49-F238E27FC236}">
                <a16:creationId xmlns:a16="http://schemas.microsoft.com/office/drawing/2014/main" id="{4675F5D8-BD38-495E-BA78-30E0278111D2}"/>
              </a:ext>
            </a:extLst>
          </p:cNvPr>
          <p:cNvSpPr>
            <a:spLocks noGrp="1"/>
          </p:cNvSpPr>
          <p:nvPr>
            <p:ph type="sldNum" sz="quarter" idx="12"/>
          </p:nvPr>
        </p:nvSpPr>
        <p:spPr/>
        <p:txBody>
          <a:bodyPr/>
          <a:lstStyle>
            <a:lvl1pPr>
              <a:defRPr/>
            </a:lvl1pPr>
          </a:lstStyle>
          <a:p>
            <a:fld id="{42F7D6AD-E2AE-4348-8ADC-D04C8443B83E}" type="slidenum">
              <a:rPr lang="en-US" altLang="ru-RU"/>
              <a:pPr/>
              <a:t>‹#›</a:t>
            </a:fld>
            <a:endParaRPr lang="en-US" altLang="ru-RU"/>
          </a:p>
        </p:txBody>
      </p:sp>
    </p:spTree>
    <p:extLst>
      <p:ext uri="{BB962C8B-B14F-4D97-AF65-F5344CB8AC3E}">
        <p14:creationId xmlns:p14="http://schemas.microsoft.com/office/powerpoint/2010/main" val="1572275930"/>
      </p:ext>
    </p:extLst>
  </p:cSld>
  <p:clrMapOvr>
    <a:masterClrMapping/>
  </p:clrMapOvr>
  <p:transition spd="slow">
    <p:push dir="u"/>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noProof="1"/>
              <a:t>Образец заголовка</a:t>
            </a:r>
          </a:p>
        </p:txBody>
      </p:sp>
      <p:sp>
        <p:nvSpPr>
          <p:cNvPr id="3" name="Объект 2"/>
          <p:cNvSpPr>
            <a:spLocks noGrp="1"/>
          </p:cNvSpPr>
          <p:nvPr>
            <p:ph sz="half" idx="1"/>
          </p:nvPr>
        </p:nvSpPr>
        <p:spPr>
          <a:xfrm>
            <a:off x="628650" y="1825625"/>
            <a:ext cx="3886200" cy="4351338"/>
          </a:xfrm>
        </p:spPr>
        <p:txBody>
          <a:bodyPr/>
          <a:lstStyle/>
          <a:p>
            <a:pPr lvl="0"/>
            <a:r>
              <a:rPr lang="ru-RU" noProof="1"/>
              <a:t>Образец текста</a:t>
            </a:r>
          </a:p>
          <a:p>
            <a:pPr lvl="1"/>
            <a:r>
              <a:rPr lang="ru-RU" noProof="1"/>
              <a:t>Второй уровень</a:t>
            </a:r>
          </a:p>
          <a:p>
            <a:pPr lvl="2"/>
            <a:r>
              <a:rPr lang="ru-RU" noProof="1"/>
              <a:t>Третий уровень</a:t>
            </a:r>
          </a:p>
          <a:p>
            <a:pPr lvl="3"/>
            <a:r>
              <a:rPr lang="ru-RU" noProof="1"/>
              <a:t>Четвертый уровень</a:t>
            </a:r>
          </a:p>
          <a:p>
            <a:pPr lvl="4"/>
            <a:r>
              <a:rPr lang="ru-RU" noProof="1"/>
              <a:t>Пятый уровень</a:t>
            </a:r>
          </a:p>
        </p:txBody>
      </p:sp>
      <p:sp>
        <p:nvSpPr>
          <p:cNvPr id="4" name="Объект 3"/>
          <p:cNvSpPr>
            <a:spLocks noGrp="1"/>
          </p:cNvSpPr>
          <p:nvPr>
            <p:ph sz="half" idx="2"/>
          </p:nvPr>
        </p:nvSpPr>
        <p:spPr>
          <a:xfrm>
            <a:off x="4629150" y="1825625"/>
            <a:ext cx="3886200" cy="4351338"/>
          </a:xfrm>
        </p:spPr>
        <p:txBody>
          <a:bodyPr/>
          <a:lstStyle/>
          <a:p>
            <a:pPr lvl="0"/>
            <a:r>
              <a:rPr lang="ru-RU" noProof="1"/>
              <a:t>Образец текста</a:t>
            </a:r>
          </a:p>
          <a:p>
            <a:pPr lvl="1"/>
            <a:r>
              <a:rPr lang="ru-RU" noProof="1"/>
              <a:t>Второй уровень</a:t>
            </a:r>
          </a:p>
          <a:p>
            <a:pPr lvl="2"/>
            <a:r>
              <a:rPr lang="ru-RU" noProof="1"/>
              <a:t>Третий уровень</a:t>
            </a:r>
          </a:p>
          <a:p>
            <a:pPr lvl="3"/>
            <a:r>
              <a:rPr lang="ru-RU" noProof="1"/>
              <a:t>Четвертый уровень</a:t>
            </a:r>
          </a:p>
          <a:p>
            <a:pPr lvl="4"/>
            <a:r>
              <a:rPr lang="ru-RU" noProof="1"/>
              <a:t>Пятый уровень</a:t>
            </a:r>
          </a:p>
        </p:txBody>
      </p:sp>
      <p:sp>
        <p:nvSpPr>
          <p:cNvPr id="5" name="Дата 3">
            <a:extLst>
              <a:ext uri="{FF2B5EF4-FFF2-40B4-BE49-F238E27FC236}">
                <a16:creationId xmlns:a16="http://schemas.microsoft.com/office/drawing/2014/main" id="{03DD1383-C103-4A8C-BC6C-A44E9E071B3B}"/>
              </a:ext>
            </a:extLst>
          </p:cNvPr>
          <p:cNvSpPr>
            <a:spLocks noGrp="1"/>
          </p:cNvSpPr>
          <p:nvPr>
            <p:ph type="dt" sz="half" idx="10"/>
          </p:nvPr>
        </p:nvSpPr>
        <p:spPr/>
        <p:txBody>
          <a:bodyPr/>
          <a:lstStyle>
            <a:lvl1pPr>
              <a:defRPr/>
            </a:lvl1pPr>
          </a:lstStyle>
          <a:p>
            <a:fld id="{6C6C61C8-9B01-4390-BFEC-BFC4D09FF6CC}" type="datetimeFigureOut">
              <a:rPr lang="en-US"/>
              <a:pPr/>
              <a:t>3/20/2026</a:t>
            </a:fld>
            <a:endParaRPr lang="en-US"/>
          </a:p>
        </p:txBody>
      </p:sp>
      <p:sp>
        <p:nvSpPr>
          <p:cNvPr id="6" name="Нижний колонтитул 4">
            <a:extLst>
              <a:ext uri="{FF2B5EF4-FFF2-40B4-BE49-F238E27FC236}">
                <a16:creationId xmlns:a16="http://schemas.microsoft.com/office/drawing/2014/main" id="{7C995A01-9259-4231-980D-AA6BC8748125}"/>
              </a:ext>
            </a:extLst>
          </p:cNvPr>
          <p:cNvSpPr>
            <a:spLocks noGrp="1"/>
          </p:cNvSpPr>
          <p:nvPr>
            <p:ph type="ftr" sz="quarter" idx="11"/>
          </p:nvPr>
        </p:nvSpPr>
        <p:spPr/>
        <p:txBody>
          <a:bodyPr/>
          <a:lstStyle>
            <a:lvl1pPr>
              <a:defRPr/>
            </a:lvl1pPr>
          </a:lstStyle>
          <a:p>
            <a:endParaRPr lang="en-US"/>
          </a:p>
        </p:txBody>
      </p:sp>
      <p:sp>
        <p:nvSpPr>
          <p:cNvPr id="7" name="Номер слайда 5">
            <a:extLst>
              <a:ext uri="{FF2B5EF4-FFF2-40B4-BE49-F238E27FC236}">
                <a16:creationId xmlns:a16="http://schemas.microsoft.com/office/drawing/2014/main" id="{4CE97DF4-CDF0-4C51-A24B-94BED01AE2A3}"/>
              </a:ext>
            </a:extLst>
          </p:cNvPr>
          <p:cNvSpPr>
            <a:spLocks noGrp="1"/>
          </p:cNvSpPr>
          <p:nvPr>
            <p:ph type="sldNum" sz="quarter" idx="12"/>
          </p:nvPr>
        </p:nvSpPr>
        <p:spPr/>
        <p:txBody>
          <a:bodyPr/>
          <a:lstStyle>
            <a:lvl1pPr>
              <a:defRPr/>
            </a:lvl1pPr>
          </a:lstStyle>
          <a:p>
            <a:fld id="{3B4C6A21-EE90-4B38-AB14-36D007589C88}" type="slidenum">
              <a:rPr lang="en-US" altLang="ru-RU"/>
              <a:pPr/>
              <a:t>‹#›</a:t>
            </a:fld>
            <a:endParaRPr lang="en-US" altLang="ru-RU"/>
          </a:p>
        </p:txBody>
      </p:sp>
    </p:spTree>
    <p:extLst>
      <p:ext uri="{BB962C8B-B14F-4D97-AF65-F5344CB8AC3E}">
        <p14:creationId xmlns:p14="http://schemas.microsoft.com/office/powerpoint/2010/main" val="4132264392"/>
      </p:ext>
    </p:extLst>
  </p:cSld>
  <p:clrMapOvr>
    <a:masterClrMapping/>
  </p:clrMapOvr>
  <p:transition spd="slow">
    <p:push dir="u"/>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629841" y="365126"/>
            <a:ext cx="7886700" cy="1325563"/>
          </a:xfrm>
        </p:spPr>
        <p:txBody>
          <a:bodyPr/>
          <a:lstStyle/>
          <a:p>
            <a:r>
              <a:rPr lang="ru-RU" noProof="1"/>
              <a:t>Образец заголовка</a:t>
            </a:r>
          </a:p>
        </p:txBody>
      </p:sp>
      <p:sp>
        <p:nvSpPr>
          <p:cNvPr id="3" name="Текст 2"/>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ru-RU" noProof="1"/>
              <a:t>Образец текста</a:t>
            </a:r>
          </a:p>
        </p:txBody>
      </p:sp>
      <p:sp>
        <p:nvSpPr>
          <p:cNvPr id="4" name="Объект 3"/>
          <p:cNvSpPr>
            <a:spLocks noGrp="1"/>
          </p:cNvSpPr>
          <p:nvPr>
            <p:ph sz="half" idx="2"/>
          </p:nvPr>
        </p:nvSpPr>
        <p:spPr>
          <a:xfrm>
            <a:off x="629842" y="2505075"/>
            <a:ext cx="3868340" cy="3684588"/>
          </a:xfrm>
        </p:spPr>
        <p:txBody>
          <a:bodyPr/>
          <a:lstStyle/>
          <a:p>
            <a:pPr lvl="0"/>
            <a:r>
              <a:rPr lang="ru-RU" noProof="1"/>
              <a:t>Образец текста</a:t>
            </a:r>
          </a:p>
          <a:p>
            <a:pPr lvl="1"/>
            <a:r>
              <a:rPr lang="ru-RU" noProof="1"/>
              <a:t>Второй уровень</a:t>
            </a:r>
          </a:p>
          <a:p>
            <a:pPr lvl="2"/>
            <a:r>
              <a:rPr lang="ru-RU" noProof="1"/>
              <a:t>Третий уровень</a:t>
            </a:r>
          </a:p>
          <a:p>
            <a:pPr lvl="3"/>
            <a:r>
              <a:rPr lang="ru-RU" noProof="1"/>
              <a:t>Четвертый уровень</a:t>
            </a:r>
          </a:p>
          <a:p>
            <a:pPr lvl="4"/>
            <a:r>
              <a:rPr lang="ru-RU" noProof="1"/>
              <a:t>Пятый уровень</a:t>
            </a:r>
          </a:p>
        </p:txBody>
      </p:sp>
      <p:sp>
        <p:nvSpPr>
          <p:cNvPr id="5" name="Текст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ru-RU" noProof="1"/>
              <a:t>Образец текста</a:t>
            </a:r>
          </a:p>
        </p:txBody>
      </p:sp>
      <p:sp>
        <p:nvSpPr>
          <p:cNvPr id="6" name="Объект 5"/>
          <p:cNvSpPr>
            <a:spLocks noGrp="1"/>
          </p:cNvSpPr>
          <p:nvPr>
            <p:ph sz="quarter" idx="4"/>
          </p:nvPr>
        </p:nvSpPr>
        <p:spPr>
          <a:xfrm>
            <a:off x="4629150" y="2505075"/>
            <a:ext cx="3887391" cy="3684588"/>
          </a:xfrm>
        </p:spPr>
        <p:txBody>
          <a:bodyPr/>
          <a:lstStyle/>
          <a:p>
            <a:pPr lvl="0"/>
            <a:r>
              <a:rPr lang="ru-RU" noProof="1"/>
              <a:t>Образец текста</a:t>
            </a:r>
          </a:p>
          <a:p>
            <a:pPr lvl="1"/>
            <a:r>
              <a:rPr lang="ru-RU" noProof="1"/>
              <a:t>Второй уровень</a:t>
            </a:r>
          </a:p>
          <a:p>
            <a:pPr lvl="2"/>
            <a:r>
              <a:rPr lang="ru-RU" noProof="1"/>
              <a:t>Третий уровень</a:t>
            </a:r>
          </a:p>
          <a:p>
            <a:pPr lvl="3"/>
            <a:r>
              <a:rPr lang="ru-RU" noProof="1"/>
              <a:t>Четвертый уровень</a:t>
            </a:r>
          </a:p>
          <a:p>
            <a:pPr lvl="4"/>
            <a:r>
              <a:rPr lang="ru-RU" noProof="1"/>
              <a:t>Пятый уровень</a:t>
            </a:r>
          </a:p>
        </p:txBody>
      </p:sp>
      <p:sp>
        <p:nvSpPr>
          <p:cNvPr id="7" name="Дата 3">
            <a:extLst>
              <a:ext uri="{FF2B5EF4-FFF2-40B4-BE49-F238E27FC236}">
                <a16:creationId xmlns:a16="http://schemas.microsoft.com/office/drawing/2014/main" id="{8D76057B-6AC6-4EF7-B48F-67B28F207D00}"/>
              </a:ext>
            </a:extLst>
          </p:cNvPr>
          <p:cNvSpPr>
            <a:spLocks noGrp="1"/>
          </p:cNvSpPr>
          <p:nvPr>
            <p:ph type="dt" sz="half" idx="10"/>
          </p:nvPr>
        </p:nvSpPr>
        <p:spPr/>
        <p:txBody>
          <a:bodyPr/>
          <a:lstStyle>
            <a:lvl1pPr>
              <a:defRPr/>
            </a:lvl1pPr>
          </a:lstStyle>
          <a:p>
            <a:fld id="{6C6C61C8-9B01-4390-BFEC-BFC4D09FF6CC}" type="datetimeFigureOut">
              <a:rPr lang="en-US"/>
              <a:pPr/>
              <a:t>3/20/2026</a:t>
            </a:fld>
            <a:endParaRPr lang="en-US"/>
          </a:p>
        </p:txBody>
      </p:sp>
      <p:sp>
        <p:nvSpPr>
          <p:cNvPr id="8" name="Нижний колонтитул 4">
            <a:extLst>
              <a:ext uri="{FF2B5EF4-FFF2-40B4-BE49-F238E27FC236}">
                <a16:creationId xmlns:a16="http://schemas.microsoft.com/office/drawing/2014/main" id="{BA41A49F-C4D9-404E-87AF-65856B21B341}"/>
              </a:ext>
            </a:extLst>
          </p:cNvPr>
          <p:cNvSpPr>
            <a:spLocks noGrp="1"/>
          </p:cNvSpPr>
          <p:nvPr>
            <p:ph type="ftr" sz="quarter" idx="11"/>
          </p:nvPr>
        </p:nvSpPr>
        <p:spPr/>
        <p:txBody>
          <a:bodyPr/>
          <a:lstStyle>
            <a:lvl1pPr>
              <a:defRPr/>
            </a:lvl1pPr>
          </a:lstStyle>
          <a:p>
            <a:endParaRPr lang="en-US"/>
          </a:p>
        </p:txBody>
      </p:sp>
      <p:sp>
        <p:nvSpPr>
          <p:cNvPr id="9" name="Номер слайда 5">
            <a:extLst>
              <a:ext uri="{FF2B5EF4-FFF2-40B4-BE49-F238E27FC236}">
                <a16:creationId xmlns:a16="http://schemas.microsoft.com/office/drawing/2014/main" id="{87E35D0F-2D0A-4C70-848A-59F27E3793F5}"/>
              </a:ext>
            </a:extLst>
          </p:cNvPr>
          <p:cNvSpPr>
            <a:spLocks noGrp="1"/>
          </p:cNvSpPr>
          <p:nvPr>
            <p:ph type="sldNum" sz="quarter" idx="12"/>
          </p:nvPr>
        </p:nvSpPr>
        <p:spPr/>
        <p:txBody>
          <a:bodyPr/>
          <a:lstStyle>
            <a:lvl1pPr>
              <a:defRPr/>
            </a:lvl1pPr>
          </a:lstStyle>
          <a:p>
            <a:fld id="{B6BD31CB-8F8B-440A-B65D-282498F14F5F}" type="slidenum">
              <a:rPr lang="en-US" altLang="ru-RU"/>
              <a:pPr/>
              <a:t>‹#›</a:t>
            </a:fld>
            <a:endParaRPr lang="en-US" altLang="ru-RU"/>
          </a:p>
        </p:txBody>
      </p:sp>
    </p:spTree>
    <p:extLst>
      <p:ext uri="{BB962C8B-B14F-4D97-AF65-F5344CB8AC3E}">
        <p14:creationId xmlns:p14="http://schemas.microsoft.com/office/powerpoint/2010/main" val="2857876237"/>
      </p:ext>
    </p:extLst>
  </p:cSld>
  <p:clrMapOvr>
    <a:masterClrMapping/>
  </p:clrMapOvr>
  <p:transition spd="slow">
    <p:push dir="u"/>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noProof="1"/>
              <a:t>Образец заголовка</a:t>
            </a:r>
          </a:p>
        </p:txBody>
      </p:sp>
      <p:sp>
        <p:nvSpPr>
          <p:cNvPr id="3" name="Дата 3">
            <a:extLst>
              <a:ext uri="{FF2B5EF4-FFF2-40B4-BE49-F238E27FC236}">
                <a16:creationId xmlns:a16="http://schemas.microsoft.com/office/drawing/2014/main" id="{2FCC3AA3-1CE2-40B7-B475-844CD84AD02A}"/>
              </a:ext>
            </a:extLst>
          </p:cNvPr>
          <p:cNvSpPr>
            <a:spLocks noGrp="1"/>
          </p:cNvSpPr>
          <p:nvPr>
            <p:ph type="dt" sz="half" idx="10"/>
          </p:nvPr>
        </p:nvSpPr>
        <p:spPr/>
        <p:txBody>
          <a:bodyPr/>
          <a:lstStyle>
            <a:lvl1pPr>
              <a:defRPr/>
            </a:lvl1pPr>
          </a:lstStyle>
          <a:p>
            <a:fld id="{6C6C61C8-9B01-4390-BFEC-BFC4D09FF6CC}" type="datetimeFigureOut">
              <a:rPr lang="en-US"/>
              <a:pPr/>
              <a:t>3/20/2026</a:t>
            </a:fld>
            <a:endParaRPr lang="en-US"/>
          </a:p>
        </p:txBody>
      </p:sp>
      <p:sp>
        <p:nvSpPr>
          <p:cNvPr id="4" name="Нижний колонтитул 4">
            <a:extLst>
              <a:ext uri="{FF2B5EF4-FFF2-40B4-BE49-F238E27FC236}">
                <a16:creationId xmlns:a16="http://schemas.microsoft.com/office/drawing/2014/main" id="{C7F5EB9E-B5B4-4EB5-91DF-07180499C51C}"/>
              </a:ext>
            </a:extLst>
          </p:cNvPr>
          <p:cNvSpPr>
            <a:spLocks noGrp="1"/>
          </p:cNvSpPr>
          <p:nvPr>
            <p:ph type="ftr" sz="quarter" idx="11"/>
          </p:nvPr>
        </p:nvSpPr>
        <p:spPr/>
        <p:txBody>
          <a:bodyPr/>
          <a:lstStyle>
            <a:lvl1pPr>
              <a:defRPr/>
            </a:lvl1pPr>
          </a:lstStyle>
          <a:p>
            <a:endParaRPr lang="en-US"/>
          </a:p>
        </p:txBody>
      </p:sp>
      <p:sp>
        <p:nvSpPr>
          <p:cNvPr id="5" name="Номер слайда 5">
            <a:extLst>
              <a:ext uri="{FF2B5EF4-FFF2-40B4-BE49-F238E27FC236}">
                <a16:creationId xmlns:a16="http://schemas.microsoft.com/office/drawing/2014/main" id="{9BF634D9-E073-453C-8F2A-8513D552F79B}"/>
              </a:ext>
            </a:extLst>
          </p:cNvPr>
          <p:cNvSpPr>
            <a:spLocks noGrp="1"/>
          </p:cNvSpPr>
          <p:nvPr>
            <p:ph type="sldNum" sz="quarter" idx="12"/>
          </p:nvPr>
        </p:nvSpPr>
        <p:spPr/>
        <p:txBody>
          <a:bodyPr/>
          <a:lstStyle>
            <a:lvl1pPr>
              <a:defRPr/>
            </a:lvl1pPr>
          </a:lstStyle>
          <a:p>
            <a:fld id="{C4101103-6FCC-4B40-8B70-8493474151F4}" type="slidenum">
              <a:rPr lang="en-US" altLang="ru-RU"/>
              <a:pPr/>
              <a:t>‹#›</a:t>
            </a:fld>
            <a:endParaRPr lang="en-US" altLang="ru-RU"/>
          </a:p>
        </p:txBody>
      </p:sp>
    </p:spTree>
    <p:extLst>
      <p:ext uri="{BB962C8B-B14F-4D97-AF65-F5344CB8AC3E}">
        <p14:creationId xmlns:p14="http://schemas.microsoft.com/office/powerpoint/2010/main" val="2809077118"/>
      </p:ext>
    </p:extLst>
  </p:cSld>
  <p:clrMapOvr>
    <a:masterClrMapping/>
  </p:clrMapOvr>
  <p:transition spd="slow">
    <p:push dir="u"/>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3">
            <a:extLst>
              <a:ext uri="{FF2B5EF4-FFF2-40B4-BE49-F238E27FC236}">
                <a16:creationId xmlns:a16="http://schemas.microsoft.com/office/drawing/2014/main" id="{FC8EB3EA-57B8-4B05-9F39-9D1255F20FF2}"/>
              </a:ext>
            </a:extLst>
          </p:cNvPr>
          <p:cNvSpPr>
            <a:spLocks noGrp="1"/>
          </p:cNvSpPr>
          <p:nvPr>
            <p:ph type="dt" sz="half" idx="10"/>
          </p:nvPr>
        </p:nvSpPr>
        <p:spPr/>
        <p:txBody>
          <a:bodyPr/>
          <a:lstStyle>
            <a:lvl1pPr>
              <a:defRPr/>
            </a:lvl1pPr>
          </a:lstStyle>
          <a:p>
            <a:fld id="{6C6C61C8-9B01-4390-BFEC-BFC4D09FF6CC}" type="datetimeFigureOut">
              <a:rPr lang="en-US"/>
              <a:pPr/>
              <a:t>3/20/2026</a:t>
            </a:fld>
            <a:endParaRPr lang="en-US"/>
          </a:p>
        </p:txBody>
      </p:sp>
      <p:sp>
        <p:nvSpPr>
          <p:cNvPr id="3" name="Нижний колонтитул 4">
            <a:extLst>
              <a:ext uri="{FF2B5EF4-FFF2-40B4-BE49-F238E27FC236}">
                <a16:creationId xmlns:a16="http://schemas.microsoft.com/office/drawing/2014/main" id="{92157A09-2D42-4010-AF92-E8462707D636}"/>
              </a:ext>
            </a:extLst>
          </p:cNvPr>
          <p:cNvSpPr>
            <a:spLocks noGrp="1"/>
          </p:cNvSpPr>
          <p:nvPr>
            <p:ph type="ftr" sz="quarter" idx="11"/>
          </p:nvPr>
        </p:nvSpPr>
        <p:spPr/>
        <p:txBody>
          <a:bodyPr/>
          <a:lstStyle>
            <a:lvl1pPr>
              <a:defRPr/>
            </a:lvl1pPr>
          </a:lstStyle>
          <a:p>
            <a:endParaRPr lang="en-US"/>
          </a:p>
        </p:txBody>
      </p:sp>
      <p:sp>
        <p:nvSpPr>
          <p:cNvPr id="4" name="Номер слайда 5">
            <a:extLst>
              <a:ext uri="{FF2B5EF4-FFF2-40B4-BE49-F238E27FC236}">
                <a16:creationId xmlns:a16="http://schemas.microsoft.com/office/drawing/2014/main" id="{078973FC-BBFD-4EAF-9CFC-969D70850A0A}"/>
              </a:ext>
            </a:extLst>
          </p:cNvPr>
          <p:cNvSpPr>
            <a:spLocks noGrp="1"/>
          </p:cNvSpPr>
          <p:nvPr>
            <p:ph type="sldNum" sz="quarter" idx="12"/>
          </p:nvPr>
        </p:nvSpPr>
        <p:spPr/>
        <p:txBody>
          <a:bodyPr/>
          <a:lstStyle>
            <a:lvl1pPr>
              <a:defRPr/>
            </a:lvl1pPr>
          </a:lstStyle>
          <a:p>
            <a:fld id="{9DB71A58-AD3E-46E0-9FB8-CBD3FA2FC67E}" type="slidenum">
              <a:rPr lang="en-US" altLang="ru-RU"/>
              <a:pPr/>
              <a:t>‹#›</a:t>
            </a:fld>
            <a:endParaRPr lang="en-US" altLang="ru-RU"/>
          </a:p>
        </p:txBody>
      </p:sp>
    </p:spTree>
    <p:extLst>
      <p:ext uri="{BB962C8B-B14F-4D97-AF65-F5344CB8AC3E}">
        <p14:creationId xmlns:p14="http://schemas.microsoft.com/office/powerpoint/2010/main" val="3878123329"/>
      </p:ext>
    </p:extLst>
  </p:cSld>
  <p:clrMapOvr>
    <a:masterClrMapping/>
  </p:clrMapOvr>
  <p:transition spd="slow">
    <p:push dir="u"/>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629841" y="457200"/>
            <a:ext cx="2949178" cy="1600200"/>
          </a:xfrm>
        </p:spPr>
        <p:txBody>
          <a:bodyPr anchor="b"/>
          <a:lstStyle>
            <a:lvl1pPr>
              <a:defRPr sz="2400"/>
            </a:lvl1pPr>
          </a:lstStyle>
          <a:p>
            <a:r>
              <a:rPr lang="ru-RU" noProof="1"/>
              <a:t>Образец заголовка</a:t>
            </a:r>
          </a:p>
        </p:txBody>
      </p:sp>
      <p:sp>
        <p:nvSpPr>
          <p:cNvPr id="3" name="Объект 2"/>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ru-RU" noProof="1"/>
              <a:t>Образец текста</a:t>
            </a:r>
          </a:p>
          <a:p>
            <a:pPr lvl="1"/>
            <a:r>
              <a:rPr lang="ru-RU" noProof="1"/>
              <a:t>Второй уровень</a:t>
            </a:r>
          </a:p>
          <a:p>
            <a:pPr lvl="2"/>
            <a:r>
              <a:rPr lang="ru-RU" noProof="1"/>
              <a:t>Третий уровень</a:t>
            </a:r>
          </a:p>
          <a:p>
            <a:pPr lvl="3"/>
            <a:r>
              <a:rPr lang="ru-RU" noProof="1"/>
              <a:t>Четвертый уровень</a:t>
            </a:r>
          </a:p>
          <a:p>
            <a:pPr lvl="4"/>
            <a:r>
              <a:rPr lang="ru-RU" noProof="1"/>
              <a:t>Пятый уровень</a:t>
            </a:r>
          </a:p>
        </p:txBody>
      </p:sp>
      <p:sp>
        <p:nvSpPr>
          <p:cNvPr id="4" name="Текст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ru-RU" noProof="1"/>
              <a:t>Образец текста</a:t>
            </a:r>
          </a:p>
        </p:txBody>
      </p:sp>
      <p:sp>
        <p:nvSpPr>
          <p:cNvPr id="5" name="Дата 3">
            <a:extLst>
              <a:ext uri="{FF2B5EF4-FFF2-40B4-BE49-F238E27FC236}">
                <a16:creationId xmlns:a16="http://schemas.microsoft.com/office/drawing/2014/main" id="{3CA4F5D9-2F7C-4B68-8E4A-B513D66CB3FC}"/>
              </a:ext>
            </a:extLst>
          </p:cNvPr>
          <p:cNvSpPr>
            <a:spLocks noGrp="1"/>
          </p:cNvSpPr>
          <p:nvPr>
            <p:ph type="dt" sz="half" idx="10"/>
          </p:nvPr>
        </p:nvSpPr>
        <p:spPr/>
        <p:txBody>
          <a:bodyPr/>
          <a:lstStyle>
            <a:lvl1pPr>
              <a:defRPr/>
            </a:lvl1pPr>
          </a:lstStyle>
          <a:p>
            <a:fld id="{6C6C61C8-9B01-4390-BFEC-BFC4D09FF6CC}" type="datetimeFigureOut">
              <a:rPr lang="en-US"/>
              <a:pPr/>
              <a:t>3/20/2026</a:t>
            </a:fld>
            <a:endParaRPr lang="en-US"/>
          </a:p>
        </p:txBody>
      </p:sp>
      <p:sp>
        <p:nvSpPr>
          <p:cNvPr id="6" name="Нижний колонтитул 4">
            <a:extLst>
              <a:ext uri="{FF2B5EF4-FFF2-40B4-BE49-F238E27FC236}">
                <a16:creationId xmlns:a16="http://schemas.microsoft.com/office/drawing/2014/main" id="{4929548E-FD95-46E8-8A7C-23367E81F86F}"/>
              </a:ext>
            </a:extLst>
          </p:cNvPr>
          <p:cNvSpPr>
            <a:spLocks noGrp="1"/>
          </p:cNvSpPr>
          <p:nvPr>
            <p:ph type="ftr" sz="quarter" idx="11"/>
          </p:nvPr>
        </p:nvSpPr>
        <p:spPr/>
        <p:txBody>
          <a:bodyPr/>
          <a:lstStyle>
            <a:lvl1pPr>
              <a:defRPr/>
            </a:lvl1pPr>
          </a:lstStyle>
          <a:p>
            <a:endParaRPr lang="en-US"/>
          </a:p>
        </p:txBody>
      </p:sp>
      <p:sp>
        <p:nvSpPr>
          <p:cNvPr id="7" name="Номер слайда 5">
            <a:extLst>
              <a:ext uri="{FF2B5EF4-FFF2-40B4-BE49-F238E27FC236}">
                <a16:creationId xmlns:a16="http://schemas.microsoft.com/office/drawing/2014/main" id="{0111CF68-33B7-42C2-8824-7EA9D7B6434C}"/>
              </a:ext>
            </a:extLst>
          </p:cNvPr>
          <p:cNvSpPr>
            <a:spLocks noGrp="1"/>
          </p:cNvSpPr>
          <p:nvPr>
            <p:ph type="sldNum" sz="quarter" idx="12"/>
          </p:nvPr>
        </p:nvSpPr>
        <p:spPr/>
        <p:txBody>
          <a:bodyPr/>
          <a:lstStyle>
            <a:lvl1pPr>
              <a:defRPr/>
            </a:lvl1pPr>
          </a:lstStyle>
          <a:p>
            <a:fld id="{A990B35B-2CC0-4896-BA19-E82439063B03}" type="slidenum">
              <a:rPr lang="en-US" altLang="ru-RU"/>
              <a:pPr/>
              <a:t>‹#›</a:t>
            </a:fld>
            <a:endParaRPr lang="en-US" altLang="ru-RU"/>
          </a:p>
        </p:txBody>
      </p:sp>
    </p:spTree>
    <p:extLst>
      <p:ext uri="{BB962C8B-B14F-4D97-AF65-F5344CB8AC3E}">
        <p14:creationId xmlns:p14="http://schemas.microsoft.com/office/powerpoint/2010/main" val="2055609790"/>
      </p:ext>
    </p:extLst>
  </p:cSld>
  <p:clrMapOvr>
    <a:masterClrMapping/>
  </p:clrMapOvr>
  <p:transition spd="slow">
    <p:push dir="u"/>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629841" y="457200"/>
            <a:ext cx="2949178" cy="1600200"/>
          </a:xfrm>
        </p:spPr>
        <p:txBody>
          <a:bodyPr anchor="b"/>
          <a:lstStyle>
            <a:lvl1pPr>
              <a:defRPr sz="2400"/>
            </a:lvl1pPr>
          </a:lstStyle>
          <a:p>
            <a:r>
              <a:rPr lang="ru-RU" noProof="1"/>
              <a:t>Образец заголовка</a:t>
            </a:r>
          </a:p>
        </p:txBody>
      </p:sp>
      <p:sp>
        <p:nvSpPr>
          <p:cNvPr id="3" name="Рисунок 2"/>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ru-RU" noProof="1"/>
          </a:p>
        </p:txBody>
      </p:sp>
      <p:sp>
        <p:nvSpPr>
          <p:cNvPr id="4" name="Текст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ru-RU" noProof="1"/>
              <a:t>Образец текста</a:t>
            </a:r>
          </a:p>
        </p:txBody>
      </p:sp>
      <p:sp>
        <p:nvSpPr>
          <p:cNvPr id="5" name="Дата 3">
            <a:extLst>
              <a:ext uri="{FF2B5EF4-FFF2-40B4-BE49-F238E27FC236}">
                <a16:creationId xmlns:a16="http://schemas.microsoft.com/office/drawing/2014/main" id="{BFAA172C-72C3-40F9-9AAE-D54ED01628C2}"/>
              </a:ext>
            </a:extLst>
          </p:cNvPr>
          <p:cNvSpPr>
            <a:spLocks noGrp="1"/>
          </p:cNvSpPr>
          <p:nvPr>
            <p:ph type="dt" sz="half" idx="10"/>
          </p:nvPr>
        </p:nvSpPr>
        <p:spPr/>
        <p:txBody>
          <a:bodyPr/>
          <a:lstStyle>
            <a:lvl1pPr>
              <a:defRPr/>
            </a:lvl1pPr>
          </a:lstStyle>
          <a:p>
            <a:fld id="{6C6C61C8-9B01-4390-BFEC-BFC4D09FF6CC}" type="datetimeFigureOut">
              <a:rPr lang="en-US"/>
              <a:pPr/>
              <a:t>3/20/2026</a:t>
            </a:fld>
            <a:endParaRPr lang="en-US"/>
          </a:p>
        </p:txBody>
      </p:sp>
      <p:sp>
        <p:nvSpPr>
          <p:cNvPr id="6" name="Нижний колонтитул 4">
            <a:extLst>
              <a:ext uri="{FF2B5EF4-FFF2-40B4-BE49-F238E27FC236}">
                <a16:creationId xmlns:a16="http://schemas.microsoft.com/office/drawing/2014/main" id="{D1AAC7E5-E947-4AD5-8D2A-84E85832C21A}"/>
              </a:ext>
            </a:extLst>
          </p:cNvPr>
          <p:cNvSpPr>
            <a:spLocks noGrp="1"/>
          </p:cNvSpPr>
          <p:nvPr>
            <p:ph type="ftr" sz="quarter" idx="11"/>
          </p:nvPr>
        </p:nvSpPr>
        <p:spPr/>
        <p:txBody>
          <a:bodyPr/>
          <a:lstStyle>
            <a:lvl1pPr>
              <a:defRPr/>
            </a:lvl1pPr>
          </a:lstStyle>
          <a:p>
            <a:endParaRPr lang="en-US"/>
          </a:p>
        </p:txBody>
      </p:sp>
      <p:sp>
        <p:nvSpPr>
          <p:cNvPr id="7" name="Номер слайда 5">
            <a:extLst>
              <a:ext uri="{FF2B5EF4-FFF2-40B4-BE49-F238E27FC236}">
                <a16:creationId xmlns:a16="http://schemas.microsoft.com/office/drawing/2014/main" id="{BF5E1195-608A-4FA4-BCCB-A28146CE46B6}"/>
              </a:ext>
            </a:extLst>
          </p:cNvPr>
          <p:cNvSpPr>
            <a:spLocks noGrp="1"/>
          </p:cNvSpPr>
          <p:nvPr>
            <p:ph type="sldNum" sz="quarter" idx="12"/>
          </p:nvPr>
        </p:nvSpPr>
        <p:spPr/>
        <p:txBody>
          <a:bodyPr/>
          <a:lstStyle>
            <a:lvl1pPr>
              <a:defRPr/>
            </a:lvl1pPr>
          </a:lstStyle>
          <a:p>
            <a:fld id="{7F8D86F1-F324-41C4-98DC-83D5B7A8A225}" type="slidenum">
              <a:rPr lang="en-US" altLang="ru-RU"/>
              <a:pPr/>
              <a:t>‹#›</a:t>
            </a:fld>
            <a:endParaRPr lang="en-US" altLang="ru-RU"/>
          </a:p>
        </p:txBody>
      </p:sp>
    </p:spTree>
    <p:extLst>
      <p:ext uri="{BB962C8B-B14F-4D97-AF65-F5344CB8AC3E}">
        <p14:creationId xmlns:p14="http://schemas.microsoft.com/office/powerpoint/2010/main" val="612823820"/>
      </p:ext>
    </p:extLst>
  </p:cSld>
  <p:clrMapOvr>
    <a:masterClrMapping/>
  </p:clrMapOvr>
  <p:transition spd="slow">
    <p:push dir="u"/>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noProof="1"/>
              <a:t>Образец заголовка</a:t>
            </a:r>
          </a:p>
        </p:txBody>
      </p:sp>
      <p:sp>
        <p:nvSpPr>
          <p:cNvPr id="3" name="Вертикальный текст 2"/>
          <p:cNvSpPr>
            <a:spLocks noGrp="1"/>
          </p:cNvSpPr>
          <p:nvPr>
            <p:ph type="body" orient="vert" idx="1"/>
          </p:nvPr>
        </p:nvSpPr>
        <p:spPr/>
        <p:txBody>
          <a:bodyPr vert="eaVert"/>
          <a:lstStyle/>
          <a:p>
            <a:pPr lvl="0"/>
            <a:r>
              <a:rPr lang="ru-RU" noProof="1"/>
              <a:t>Образец текста</a:t>
            </a:r>
          </a:p>
          <a:p>
            <a:pPr lvl="1"/>
            <a:r>
              <a:rPr lang="ru-RU" noProof="1"/>
              <a:t>Второй уровень</a:t>
            </a:r>
          </a:p>
          <a:p>
            <a:pPr lvl="2"/>
            <a:r>
              <a:rPr lang="ru-RU" noProof="1"/>
              <a:t>Третий уровень</a:t>
            </a:r>
          </a:p>
          <a:p>
            <a:pPr lvl="3"/>
            <a:r>
              <a:rPr lang="ru-RU" noProof="1"/>
              <a:t>Четвертый уровень</a:t>
            </a:r>
          </a:p>
          <a:p>
            <a:pPr lvl="4"/>
            <a:r>
              <a:rPr lang="ru-RU" noProof="1"/>
              <a:t>Пятый уровень</a:t>
            </a:r>
          </a:p>
        </p:txBody>
      </p:sp>
      <p:sp>
        <p:nvSpPr>
          <p:cNvPr id="4" name="Дата 3">
            <a:extLst>
              <a:ext uri="{FF2B5EF4-FFF2-40B4-BE49-F238E27FC236}">
                <a16:creationId xmlns:a16="http://schemas.microsoft.com/office/drawing/2014/main" id="{5B98E152-82C5-4FCE-B2E7-7654C6B2A06C}"/>
              </a:ext>
            </a:extLst>
          </p:cNvPr>
          <p:cNvSpPr>
            <a:spLocks noGrp="1"/>
          </p:cNvSpPr>
          <p:nvPr>
            <p:ph type="dt" sz="half" idx="10"/>
          </p:nvPr>
        </p:nvSpPr>
        <p:spPr/>
        <p:txBody>
          <a:bodyPr/>
          <a:lstStyle>
            <a:lvl1pPr>
              <a:defRPr/>
            </a:lvl1pPr>
          </a:lstStyle>
          <a:p>
            <a:fld id="{6C6C61C8-9B01-4390-BFEC-BFC4D09FF6CC}" type="datetimeFigureOut">
              <a:rPr lang="en-US"/>
              <a:pPr/>
              <a:t>3/20/2026</a:t>
            </a:fld>
            <a:endParaRPr lang="en-US"/>
          </a:p>
        </p:txBody>
      </p:sp>
      <p:sp>
        <p:nvSpPr>
          <p:cNvPr id="5" name="Нижний колонтитул 4">
            <a:extLst>
              <a:ext uri="{FF2B5EF4-FFF2-40B4-BE49-F238E27FC236}">
                <a16:creationId xmlns:a16="http://schemas.microsoft.com/office/drawing/2014/main" id="{53F19583-214C-4C09-B1D6-183043290F77}"/>
              </a:ext>
            </a:extLst>
          </p:cNvPr>
          <p:cNvSpPr>
            <a:spLocks noGrp="1"/>
          </p:cNvSpPr>
          <p:nvPr>
            <p:ph type="ftr" sz="quarter" idx="11"/>
          </p:nvPr>
        </p:nvSpPr>
        <p:spPr/>
        <p:txBody>
          <a:bodyPr/>
          <a:lstStyle>
            <a:lvl1pPr>
              <a:defRPr/>
            </a:lvl1pPr>
          </a:lstStyle>
          <a:p>
            <a:endParaRPr lang="en-US"/>
          </a:p>
        </p:txBody>
      </p:sp>
      <p:sp>
        <p:nvSpPr>
          <p:cNvPr id="6" name="Номер слайда 5">
            <a:extLst>
              <a:ext uri="{FF2B5EF4-FFF2-40B4-BE49-F238E27FC236}">
                <a16:creationId xmlns:a16="http://schemas.microsoft.com/office/drawing/2014/main" id="{EB9FE129-C142-448F-9D41-76DD525346BD}"/>
              </a:ext>
            </a:extLst>
          </p:cNvPr>
          <p:cNvSpPr>
            <a:spLocks noGrp="1"/>
          </p:cNvSpPr>
          <p:nvPr>
            <p:ph type="sldNum" sz="quarter" idx="12"/>
          </p:nvPr>
        </p:nvSpPr>
        <p:spPr/>
        <p:txBody>
          <a:bodyPr/>
          <a:lstStyle>
            <a:lvl1pPr>
              <a:defRPr/>
            </a:lvl1pPr>
          </a:lstStyle>
          <a:p>
            <a:fld id="{5D8D0DA3-204A-40CC-8513-02AC2F0C5ACD}" type="slidenum">
              <a:rPr lang="en-US" altLang="ru-RU"/>
              <a:pPr/>
              <a:t>‹#›</a:t>
            </a:fld>
            <a:endParaRPr lang="en-US" altLang="ru-RU"/>
          </a:p>
        </p:txBody>
      </p:sp>
    </p:spTree>
    <p:extLst>
      <p:ext uri="{BB962C8B-B14F-4D97-AF65-F5344CB8AC3E}">
        <p14:creationId xmlns:p14="http://schemas.microsoft.com/office/powerpoint/2010/main" val="3749383568"/>
      </p:ext>
    </p:extLst>
  </p:cSld>
  <p:clrMapOvr>
    <a:masterClrMapping/>
  </p:clrMapOvr>
  <p:transition spd="slow">
    <p:push dir="u"/>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p:cNvSpPr>
            <a:spLocks noGrp="1"/>
          </p:cNvSpPr>
          <p:nvPr>
            <p:ph type="title" orient="vert"/>
          </p:nvPr>
        </p:nvSpPr>
        <p:spPr>
          <a:xfrm>
            <a:off x="6543675" y="365125"/>
            <a:ext cx="1971675" cy="5811838"/>
          </a:xfrm>
        </p:spPr>
        <p:txBody>
          <a:bodyPr vert="eaVert"/>
          <a:lstStyle/>
          <a:p>
            <a:r>
              <a:rPr lang="ru-RU" noProof="1"/>
              <a:t>Образец заголовка</a:t>
            </a:r>
          </a:p>
        </p:txBody>
      </p:sp>
      <p:sp>
        <p:nvSpPr>
          <p:cNvPr id="3" name="Вертикальный текст 2"/>
          <p:cNvSpPr>
            <a:spLocks noGrp="1"/>
          </p:cNvSpPr>
          <p:nvPr>
            <p:ph type="body" orient="vert" idx="1"/>
          </p:nvPr>
        </p:nvSpPr>
        <p:spPr>
          <a:xfrm>
            <a:off x="628650" y="365125"/>
            <a:ext cx="5800725" cy="5811838"/>
          </a:xfrm>
        </p:spPr>
        <p:txBody>
          <a:bodyPr vert="eaVert"/>
          <a:lstStyle/>
          <a:p>
            <a:pPr lvl="0"/>
            <a:r>
              <a:rPr lang="ru-RU" noProof="1"/>
              <a:t>Образец текста</a:t>
            </a:r>
          </a:p>
          <a:p>
            <a:pPr lvl="1"/>
            <a:r>
              <a:rPr lang="ru-RU" noProof="1"/>
              <a:t>Второй уровень</a:t>
            </a:r>
          </a:p>
          <a:p>
            <a:pPr lvl="2"/>
            <a:r>
              <a:rPr lang="ru-RU" noProof="1"/>
              <a:t>Третий уровень</a:t>
            </a:r>
          </a:p>
          <a:p>
            <a:pPr lvl="3"/>
            <a:r>
              <a:rPr lang="ru-RU" noProof="1"/>
              <a:t>Четвертый уровень</a:t>
            </a:r>
          </a:p>
          <a:p>
            <a:pPr lvl="4"/>
            <a:r>
              <a:rPr lang="ru-RU" noProof="1"/>
              <a:t>Пятый уровень</a:t>
            </a:r>
          </a:p>
        </p:txBody>
      </p:sp>
      <p:sp>
        <p:nvSpPr>
          <p:cNvPr id="4" name="Дата 3">
            <a:extLst>
              <a:ext uri="{FF2B5EF4-FFF2-40B4-BE49-F238E27FC236}">
                <a16:creationId xmlns:a16="http://schemas.microsoft.com/office/drawing/2014/main" id="{2A29E782-6CA2-44F3-8B4D-EBC78F48E70F}"/>
              </a:ext>
            </a:extLst>
          </p:cNvPr>
          <p:cNvSpPr>
            <a:spLocks noGrp="1"/>
          </p:cNvSpPr>
          <p:nvPr>
            <p:ph type="dt" sz="half" idx="10"/>
          </p:nvPr>
        </p:nvSpPr>
        <p:spPr/>
        <p:txBody>
          <a:bodyPr/>
          <a:lstStyle>
            <a:lvl1pPr>
              <a:defRPr/>
            </a:lvl1pPr>
          </a:lstStyle>
          <a:p>
            <a:fld id="{6C6C61C8-9B01-4390-BFEC-BFC4D09FF6CC}" type="datetimeFigureOut">
              <a:rPr lang="en-US"/>
              <a:pPr/>
              <a:t>3/20/2026</a:t>
            </a:fld>
            <a:endParaRPr lang="en-US"/>
          </a:p>
        </p:txBody>
      </p:sp>
      <p:sp>
        <p:nvSpPr>
          <p:cNvPr id="5" name="Нижний колонтитул 4">
            <a:extLst>
              <a:ext uri="{FF2B5EF4-FFF2-40B4-BE49-F238E27FC236}">
                <a16:creationId xmlns:a16="http://schemas.microsoft.com/office/drawing/2014/main" id="{E28D577E-76B7-4D80-BFA8-C9784824762B}"/>
              </a:ext>
            </a:extLst>
          </p:cNvPr>
          <p:cNvSpPr>
            <a:spLocks noGrp="1"/>
          </p:cNvSpPr>
          <p:nvPr>
            <p:ph type="ftr" sz="quarter" idx="11"/>
          </p:nvPr>
        </p:nvSpPr>
        <p:spPr/>
        <p:txBody>
          <a:bodyPr/>
          <a:lstStyle>
            <a:lvl1pPr>
              <a:defRPr/>
            </a:lvl1pPr>
          </a:lstStyle>
          <a:p>
            <a:endParaRPr lang="en-US"/>
          </a:p>
        </p:txBody>
      </p:sp>
      <p:sp>
        <p:nvSpPr>
          <p:cNvPr id="6" name="Номер слайда 5">
            <a:extLst>
              <a:ext uri="{FF2B5EF4-FFF2-40B4-BE49-F238E27FC236}">
                <a16:creationId xmlns:a16="http://schemas.microsoft.com/office/drawing/2014/main" id="{85366FEA-231C-4545-82B6-D788F59E9DEF}"/>
              </a:ext>
            </a:extLst>
          </p:cNvPr>
          <p:cNvSpPr>
            <a:spLocks noGrp="1"/>
          </p:cNvSpPr>
          <p:nvPr>
            <p:ph type="sldNum" sz="quarter" idx="12"/>
          </p:nvPr>
        </p:nvSpPr>
        <p:spPr/>
        <p:txBody>
          <a:bodyPr/>
          <a:lstStyle>
            <a:lvl1pPr>
              <a:defRPr/>
            </a:lvl1pPr>
          </a:lstStyle>
          <a:p>
            <a:fld id="{1668EC58-BD89-4B34-9F27-FD091B5BC46D}" type="slidenum">
              <a:rPr lang="en-US" altLang="ru-RU"/>
              <a:pPr/>
              <a:t>‹#›</a:t>
            </a:fld>
            <a:endParaRPr lang="en-US" altLang="ru-RU"/>
          </a:p>
        </p:txBody>
      </p:sp>
    </p:spTree>
    <p:extLst>
      <p:ext uri="{BB962C8B-B14F-4D97-AF65-F5344CB8AC3E}">
        <p14:creationId xmlns:p14="http://schemas.microsoft.com/office/powerpoint/2010/main" val="3901388124"/>
      </p:ext>
    </p:extLst>
  </p:cSld>
  <p:clrMapOvr>
    <a:masterClrMapping/>
  </p:clrMapOvr>
  <p:transition spd="slow">
    <p:push dir="u"/>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Заголовок 1">
            <a:extLst>
              <a:ext uri="{FF2B5EF4-FFF2-40B4-BE49-F238E27FC236}">
                <a16:creationId xmlns:a16="http://schemas.microsoft.com/office/drawing/2014/main" id="{7E1AB665-85CD-495F-B7DB-44BF33052C45}"/>
              </a:ext>
            </a:extLst>
          </p:cNvPr>
          <p:cNvSpPr>
            <a:spLocks noGrp="1" noChangeArrowheads="1"/>
          </p:cNvSpPr>
          <p:nvPr>
            <p:ph type="title" idx="4294967295"/>
          </p:nvPr>
        </p:nvSpPr>
        <p:spPr bwMode="auto">
          <a:xfrm>
            <a:off x="628650" y="365125"/>
            <a:ext cx="78867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ru-RU" altLang="zh-CN"/>
              <a:t>Образец заголовка</a:t>
            </a:r>
          </a:p>
        </p:txBody>
      </p:sp>
      <p:sp>
        <p:nvSpPr>
          <p:cNvPr id="3" name="Текст 2">
            <a:extLst>
              <a:ext uri="{FF2B5EF4-FFF2-40B4-BE49-F238E27FC236}">
                <a16:creationId xmlns:a16="http://schemas.microsoft.com/office/drawing/2014/main" id="{C08F555A-4585-4BA4-A871-C339E06E5CF5}"/>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ru-RU" noProof="1"/>
              <a:t>Образец текста</a:t>
            </a:r>
          </a:p>
          <a:p>
            <a:pPr lvl="1"/>
            <a:r>
              <a:rPr lang="ru-RU" noProof="1"/>
              <a:t>Второй уровень</a:t>
            </a:r>
          </a:p>
          <a:p>
            <a:pPr lvl="2"/>
            <a:r>
              <a:rPr lang="ru-RU" noProof="1"/>
              <a:t>Третий уровень</a:t>
            </a:r>
          </a:p>
          <a:p>
            <a:pPr lvl="3"/>
            <a:r>
              <a:rPr lang="ru-RU" noProof="1"/>
              <a:t>Четвертый уровень</a:t>
            </a:r>
          </a:p>
          <a:p>
            <a:pPr lvl="4"/>
            <a:r>
              <a:rPr lang="ru-RU" noProof="1"/>
              <a:t>Пятый уровень</a:t>
            </a:r>
          </a:p>
        </p:txBody>
      </p:sp>
      <p:sp>
        <p:nvSpPr>
          <p:cNvPr id="4" name="Дата 3">
            <a:extLst>
              <a:ext uri="{FF2B5EF4-FFF2-40B4-BE49-F238E27FC236}">
                <a16:creationId xmlns:a16="http://schemas.microsoft.com/office/drawing/2014/main" id="{FB1ABCA7-D8E0-4F09-AF61-0E84C67F8FB6}"/>
              </a:ext>
            </a:extLst>
          </p:cNvPr>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lgn="l" fontAlgn="auto">
              <a:defRPr sz="900" noProof="1" smtClean="0">
                <a:solidFill>
                  <a:schemeClr val="tx1">
                    <a:tint val="75000"/>
                  </a:schemeClr>
                </a:solidFill>
                <a:latin typeface="+mn-lt"/>
              </a:defRPr>
            </a:lvl1pPr>
          </a:lstStyle>
          <a:p>
            <a:fld id="{6C6C61C8-9B01-4390-BFEC-BFC4D09FF6CC}" type="datetimeFigureOut">
              <a:rPr lang="en-US"/>
              <a:pPr/>
              <a:t>3/20/2026</a:t>
            </a:fld>
            <a:endParaRPr lang="en-US"/>
          </a:p>
        </p:txBody>
      </p:sp>
      <p:sp>
        <p:nvSpPr>
          <p:cNvPr id="5" name="Нижний колонтитул 4">
            <a:extLst>
              <a:ext uri="{FF2B5EF4-FFF2-40B4-BE49-F238E27FC236}">
                <a16:creationId xmlns:a16="http://schemas.microsoft.com/office/drawing/2014/main" id="{2D7C8A9F-61B2-4F82-9A2F-00BC7478DFDF}"/>
              </a:ext>
            </a:extLst>
          </p:cNvPr>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fontAlgn="auto">
              <a:defRPr sz="900" noProof="1">
                <a:solidFill>
                  <a:schemeClr val="tx1">
                    <a:tint val="75000"/>
                  </a:schemeClr>
                </a:solidFill>
              </a:defRPr>
            </a:lvl1pPr>
          </a:lstStyle>
          <a:p>
            <a:endParaRPr lang="en-US"/>
          </a:p>
        </p:txBody>
      </p:sp>
      <p:sp>
        <p:nvSpPr>
          <p:cNvPr id="6" name="Номер слайда 5">
            <a:extLst>
              <a:ext uri="{FF2B5EF4-FFF2-40B4-BE49-F238E27FC236}">
                <a16:creationId xmlns:a16="http://schemas.microsoft.com/office/drawing/2014/main" id="{4D110DF6-992D-4C2F-9BBE-FA19A7C7D596}"/>
              </a:ext>
            </a:extLst>
          </p:cNvPr>
          <p:cNvSpPr>
            <a:spLocks noGrp="1"/>
          </p:cNvSpPr>
          <p:nvPr>
            <p:ph type="sldNum" sz="quarter" idx="4"/>
          </p:nvPr>
        </p:nvSpPr>
        <p:spPr>
          <a:xfrm>
            <a:off x="6457950" y="6356350"/>
            <a:ext cx="2057400" cy="365125"/>
          </a:xfrm>
          <a:prstGeom prst="rect">
            <a:avLst/>
          </a:prstGeom>
        </p:spPr>
        <p:txBody>
          <a:bodyPr vert="horz" wrap="square" lIns="91440" tIns="45720" rIns="91440" bIns="45720" numCol="1" anchor="ctr" anchorCtr="0" compatLnSpc="1">
            <a:prstTxWarp prst="textNoShape">
              <a:avLst/>
            </a:prstTxWarp>
          </a:bodyPr>
          <a:lstStyle>
            <a:lvl1pPr algn="r">
              <a:defRPr sz="900">
                <a:solidFill>
                  <a:srgbClr val="898989"/>
                </a:solidFill>
              </a:defRPr>
            </a:lvl1pPr>
          </a:lstStyle>
          <a:p>
            <a:fld id="{E5938315-88AD-4665-9DCA-68B888B61A22}" type="slidenum">
              <a:rPr lang="en-US" altLang="ru-RU"/>
              <a:pPr/>
              <a:t>‹#›</a:t>
            </a:fld>
            <a:endParaRPr lang="en-US" altLang="ru-RU"/>
          </a:p>
        </p:txBody>
      </p:sp>
    </p:spTree>
  </p:cSld>
  <p:clrMap bg1="lt1" tx1="dk1" bg2="lt2" tx2="dk2" accent1="accent1" accent2="accent2" accent3="accent3" accent4="accent4" accent5="accent5" accent6="accent6" hlink="hlink" folHlink="folHlink"/>
  <p:sldLayoutIdLst>
    <p:sldLayoutId id="2147483659" r:id="rId1"/>
    <p:sldLayoutId id="2147483658" r:id="rId2"/>
    <p:sldLayoutId id="2147483657" r:id="rId3"/>
    <p:sldLayoutId id="2147483656" r:id="rId4"/>
    <p:sldLayoutId id="2147483655" r:id="rId5"/>
    <p:sldLayoutId id="2147483654" r:id="rId6"/>
    <p:sldLayoutId id="2147483653" r:id="rId7"/>
    <p:sldLayoutId id="2147483652" r:id="rId8"/>
    <p:sldLayoutId id="2147483651" r:id="rId9"/>
    <p:sldLayoutId id="2147483650" r:id="rId10"/>
    <p:sldLayoutId id="2147483649" r:id="rId11"/>
  </p:sldLayoutIdLst>
  <p:transition spd="slow">
    <p:push dir="u"/>
  </p:transition>
  <p:txStyles>
    <p:titleStyle>
      <a:lvl1pPr algn="l" defTabSz="685800" rtl="0" fontAlgn="base">
        <a:lnSpc>
          <a:spcPct val="90000"/>
        </a:lnSpc>
        <a:spcBef>
          <a:spcPct val="0"/>
        </a:spcBef>
        <a:spcAft>
          <a:spcPct val="0"/>
        </a:spcAft>
        <a:defRPr sz="3300" kern="1200">
          <a:solidFill>
            <a:schemeClr val="tx1"/>
          </a:solidFill>
          <a:latin typeface="+mj-lt"/>
          <a:ea typeface="+mj-ea"/>
          <a:cs typeface="+mj-cs"/>
        </a:defRPr>
      </a:lvl1pPr>
      <a:lvl2pPr algn="l" defTabSz="685800" rtl="0" fontAlgn="base">
        <a:lnSpc>
          <a:spcPct val="90000"/>
        </a:lnSpc>
        <a:spcBef>
          <a:spcPct val="0"/>
        </a:spcBef>
        <a:spcAft>
          <a:spcPct val="0"/>
        </a:spcAft>
        <a:defRPr sz="3300">
          <a:solidFill>
            <a:schemeClr val="tx1"/>
          </a:solidFill>
          <a:latin typeface="Calibri Light" panose="020F0302020204030204" pitchFamily="34" charset="0"/>
        </a:defRPr>
      </a:lvl2pPr>
      <a:lvl3pPr algn="l" defTabSz="685800" rtl="0" fontAlgn="base">
        <a:lnSpc>
          <a:spcPct val="90000"/>
        </a:lnSpc>
        <a:spcBef>
          <a:spcPct val="0"/>
        </a:spcBef>
        <a:spcAft>
          <a:spcPct val="0"/>
        </a:spcAft>
        <a:defRPr sz="3300">
          <a:solidFill>
            <a:schemeClr val="tx1"/>
          </a:solidFill>
          <a:latin typeface="Calibri Light" panose="020F0302020204030204" pitchFamily="34" charset="0"/>
        </a:defRPr>
      </a:lvl3pPr>
      <a:lvl4pPr algn="l" defTabSz="685800" rtl="0" fontAlgn="base">
        <a:lnSpc>
          <a:spcPct val="90000"/>
        </a:lnSpc>
        <a:spcBef>
          <a:spcPct val="0"/>
        </a:spcBef>
        <a:spcAft>
          <a:spcPct val="0"/>
        </a:spcAft>
        <a:defRPr sz="3300">
          <a:solidFill>
            <a:schemeClr val="tx1"/>
          </a:solidFill>
          <a:latin typeface="Calibri Light" panose="020F0302020204030204" pitchFamily="34" charset="0"/>
        </a:defRPr>
      </a:lvl4pPr>
      <a:lvl5pPr algn="l" defTabSz="685800" rtl="0" fontAlgn="base">
        <a:lnSpc>
          <a:spcPct val="90000"/>
        </a:lnSpc>
        <a:spcBef>
          <a:spcPct val="0"/>
        </a:spcBef>
        <a:spcAft>
          <a:spcPct val="0"/>
        </a:spcAft>
        <a:defRPr sz="3300">
          <a:solidFill>
            <a:schemeClr val="tx1"/>
          </a:solidFill>
          <a:latin typeface="Calibri Light" panose="020F0302020204030204" pitchFamily="34" charset="0"/>
        </a:defRPr>
      </a:lvl5pPr>
      <a:lvl6pPr marL="457200" algn="l" defTabSz="685800" rtl="0" fontAlgn="base">
        <a:lnSpc>
          <a:spcPct val="90000"/>
        </a:lnSpc>
        <a:spcBef>
          <a:spcPct val="0"/>
        </a:spcBef>
        <a:spcAft>
          <a:spcPct val="0"/>
        </a:spcAft>
        <a:defRPr sz="3300">
          <a:solidFill>
            <a:schemeClr val="tx1"/>
          </a:solidFill>
          <a:latin typeface="Calibri Light" panose="020F0302020204030204" pitchFamily="34" charset="0"/>
        </a:defRPr>
      </a:lvl6pPr>
      <a:lvl7pPr marL="914400" algn="l" defTabSz="685800" rtl="0" fontAlgn="base">
        <a:lnSpc>
          <a:spcPct val="90000"/>
        </a:lnSpc>
        <a:spcBef>
          <a:spcPct val="0"/>
        </a:spcBef>
        <a:spcAft>
          <a:spcPct val="0"/>
        </a:spcAft>
        <a:defRPr sz="3300">
          <a:solidFill>
            <a:schemeClr val="tx1"/>
          </a:solidFill>
          <a:latin typeface="Calibri Light" panose="020F0302020204030204" pitchFamily="34" charset="0"/>
        </a:defRPr>
      </a:lvl7pPr>
      <a:lvl8pPr marL="1371600" algn="l" defTabSz="685800" rtl="0" fontAlgn="base">
        <a:lnSpc>
          <a:spcPct val="90000"/>
        </a:lnSpc>
        <a:spcBef>
          <a:spcPct val="0"/>
        </a:spcBef>
        <a:spcAft>
          <a:spcPct val="0"/>
        </a:spcAft>
        <a:defRPr sz="3300">
          <a:solidFill>
            <a:schemeClr val="tx1"/>
          </a:solidFill>
          <a:latin typeface="Calibri Light" panose="020F0302020204030204" pitchFamily="34" charset="0"/>
        </a:defRPr>
      </a:lvl8pPr>
      <a:lvl9pPr marL="1828800" algn="l" defTabSz="685800" rtl="0" fontAlgn="base">
        <a:lnSpc>
          <a:spcPct val="90000"/>
        </a:lnSpc>
        <a:spcBef>
          <a:spcPct val="0"/>
        </a:spcBef>
        <a:spcAft>
          <a:spcPct val="0"/>
        </a:spcAft>
        <a:defRPr sz="3300">
          <a:solidFill>
            <a:schemeClr val="tx1"/>
          </a:solidFill>
          <a:latin typeface="Calibri Light" panose="020F0302020204030204" pitchFamily="34" charset="0"/>
        </a:defRPr>
      </a:lvl9pPr>
    </p:titleStyle>
    <p:bodyStyle>
      <a:lvl1pPr marL="171450" indent="-171450" algn="l" defTabSz="685800" rtl="0" fontAlgn="base">
        <a:lnSpc>
          <a:spcPct val="90000"/>
        </a:lnSpc>
        <a:spcBef>
          <a:spcPts val="750"/>
        </a:spcBef>
        <a:spcAft>
          <a:spcPct val="0"/>
        </a:spcAft>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fontAlgn="base">
        <a:lnSpc>
          <a:spcPct val="90000"/>
        </a:lnSpc>
        <a:spcBef>
          <a:spcPts val="375"/>
        </a:spcBef>
        <a:spcAft>
          <a:spcPct val="0"/>
        </a:spcAft>
        <a:buFont typeface="Arial" panose="020B0604020202020204" pitchFamily="34" charset="0"/>
        <a:buChar char="•"/>
        <a:defRPr kern="1200">
          <a:solidFill>
            <a:schemeClr val="tx1"/>
          </a:solidFill>
          <a:latin typeface="+mn-lt"/>
          <a:ea typeface="+mn-ea"/>
          <a:cs typeface="+mn-cs"/>
        </a:defRPr>
      </a:lvl2pPr>
      <a:lvl3pPr marL="857250" indent="-171450" algn="l" defTabSz="685800" rtl="0" fontAlgn="base">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fontAlgn="base">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50" indent="-171450" algn="l" defTabSz="685800" rtl="0" fontAlgn="base">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ru-RU"/>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7.xml"/><Relationship Id="rId1" Type="http://schemas.openxmlformats.org/officeDocument/2006/relationships/vmlDrawing" Target="../drawings/vmlDrawing1.vml"/><Relationship Id="rId4" Type="http://schemas.openxmlformats.org/officeDocument/2006/relationships/image" Target="../media/image1.emf"/></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7.xml"/><Relationship Id="rId1" Type="http://schemas.openxmlformats.org/officeDocument/2006/relationships/vmlDrawing" Target="../drawings/vmlDrawing2.vml"/><Relationship Id="rId4" Type="http://schemas.openxmlformats.org/officeDocument/2006/relationships/image" Target="../media/image2.emf"/></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7.xml"/><Relationship Id="rId1" Type="http://schemas.openxmlformats.org/officeDocument/2006/relationships/vmlDrawing" Target="../drawings/vmlDrawing3.vml"/><Relationship Id="rId4" Type="http://schemas.openxmlformats.org/officeDocument/2006/relationships/image" Target="../media/image3.emf"/></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7.xml"/><Relationship Id="rId1" Type="http://schemas.openxmlformats.org/officeDocument/2006/relationships/vmlDrawing" Target="../drawings/vmlDrawing4.vml"/><Relationship Id="rId4" Type="http://schemas.openxmlformats.org/officeDocument/2006/relationships/image" Target="../media/image4.emf"/></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7.xml"/><Relationship Id="rId1" Type="http://schemas.openxmlformats.org/officeDocument/2006/relationships/vmlDrawing" Target="../drawings/vmlDrawing5.vml"/><Relationship Id="rId4" Type="http://schemas.openxmlformats.org/officeDocument/2006/relationships/image" Target="../media/image5.emf"/></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7.xml"/><Relationship Id="rId1" Type="http://schemas.openxmlformats.org/officeDocument/2006/relationships/vmlDrawing" Target="../drawings/vmlDrawing6.vml"/><Relationship Id="rId4" Type="http://schemas.openxmlformats.org/officeDocument/2006/relationships/image" Target="../media/image6.emf"/></Relationships>
</file>

<file path=ppt/slides/_rels/slide12.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7.xml"/><Relationship Id="rId1" Type="http://schemas.openxmlformats.org/officeDocument/2006/relationships/vmlDrawing" Target="../drawings/vmlDrawing7.vml"/><Relationship Id="rId4" Type="http://schemas.openxmlformats.org/officeDocument/2006/relationships/image" Target="../media/image9.emf"/></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7.xml"/><Relationship Id="rId1" Type="http://schemas.openxmlformats.org/officeDocument/2006/relationships/vmlDrawing" Target="../drawings/vmlDrawing8.vml"/><Relationship Id="rId4" Type="http://schemas.openxmlformats.org/officeDocument/2006/relationships/image" Target="../media/image10.emf"/></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Layout" Target="../slideLayouts/slideLayout7.xml"/><Relationship Id="rId1" Type="http://schemas.openxmlformats.org/officeDocument/2006/relationships/vmlDrawing" Target="../drawings/vmlDrawing9.vml"/><Relationship Id="rId4" Type="http://schemas.openxmlformats.org/officeDocument/2006/relationships/image" Target="../media/image11.emf"/></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Layout" Target="../slideLayouts/slideLayout7.xml"/><Relationship Id="rId1" Type="http://schemas.openxmlformats.org/officeDocument/2006/relationships/vmlDrawing" Target="../drawings/vmlDrawing10.vml"/><Relationship Id="rId4" Type="http://schemas.openxmlformats.org/officeDocument/2006/relationships/image" Target="../media/image12.emf"/></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Layout" Target="../slideLayouts/slideLayout7.xml"/><Relationship Id="rId1" Type="http://schemas.openxmlformats.org/officeDocument/2006/relationships/vmlDrawing" Target="../drawings/vmlDrawing11.vml"/><Relationship Id="rId4" Type="http://schemas.openxmlformats.org/officeDocument/2006/relationships/image" Target="../media/image13.emf"/></Relationships>
</file>

<file path=ppt/slides/_rels/slide18.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Layout" Target="../slideLayouts/slideLayout7.xml"/><Relationship Id="rId1" Type="http://schemas.openxmlformats.org/officeDocument/2006/relationships/vmlDrawing" Target="../drawings/vmlDrawing12.vml"/><Relationship Id="rId4" Type="http://schemas.openxmlformats.org/officeDocument/2006/relationships/image" Target="../media/image14.emf"/></Relationships>
</file>

<file path=ppt/slides/_rels/slide19.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Layout" Target="../slideLayouts/slideLayout7.xml"/><Relationship Id="rId1" Type="http://schemas.openxmlformats.org/officeDocument/2006/relationships/vmlDrawing" Target="../drawings/vmlDrawing13.vml"/><Relationship Id="rId4" Type="http://schemas.openxmlformats.org/officeDocument/2006/relationships/image" Target="../media/image15.emf"/></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Layout" Target="../slideLayouts/slideLayout2.xml"/><Relationship Id="rId1" Type="http://schemas.openxmlformats.org/officeDocument/2006/relationships/vmlDrawing" Target="../drawings/vmlDrawing14.vml"/><Relationship Id="rId4" Type="http://schemas.openxmlformats.org/officeDocument/2006/relationships/image" Target="../media/image16.wmf"/></Relationships>
</file>

<file path=ppt/slides/_rels/slide22.xml.rels><?xml version="1.0" encoding="UTF-8" standalone="yes"?>
<Relationships xmlns="http://schemas.openxmlformats.org/package/2006/relationships"><Relationship Id="rId8" Type="http://schemas.openxmlformats.org/officeDocument/2006/relationships/image" Target="../media/image19.wmf"/><Relationship Id="rId3" Type="http://schemas.openxmlformats.org/officeDocument/2006/relationships/oleObject" Target="../embeddings/oleObject15.bin"/><Relationship Id="rId7" Type="http://schemas.openxmlformats.org/officeDocument/2006/relationships/oleObject" Target="../embeddings/oleObject17.bin"/><Relationship Id="rId12" Type="http://schemas.openxmlformats.org/officeDocument/2006/relationships/image" Target="../media/image16.wmf"/><Relationship Id="rId2" Type="http://schemas.openxmlformats.org/officeDocument/2006/relationships/slideLayout" Target="../slideLayouts/slideLayout2.xml"/><Relationship Id="rId1" Type="http://schemas.openxmlformats.org/officeDocument/2006/relationships/vmlDrawing" Target="../drawings/vmlDrawing15.vml"/><Relationship Id="rId6" Type="http://schemas.openxmlformats.org/officeDocument/2006/relationships/image" Target="../media/image18.wmf"/><Relationship Id="rId11" Type="http://schemas.openxmlformats.org/officeDocument/2006/relationships/oleObject" Target="../embeddings/oleObject19.bin"/><Relationship Id="rId5" Type="http://schemas.openxmlformats.org/officeDocument/2006/relationships/oleObject" Target="../embeddings/oleObject16.bin"/><Relationship Id="rId10" Type="http://schemas.openxmlformats.org/officeDocument/2006/relationships/image" Target="../media/image20.wmf"/><Relationship Id="rId4" Type="http://schemas.openxmlformats.org/officeDocument/2006/relationships/image" Target="../media/image17.wmf"/><Relationship Id="rId9" Type="http://schemas.openxmlformats.org/officeDocument/2006/relationships/oleObject" Target="../embeddings/oleObject18.bin"/></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8" Type="http://schemas.openxmlformats.org/officeDocument/2006/relationships/image" Target="../media/image23.wmf"/><Relationship Id="rId3" Type="http://schemas.openxmlformats.org/officeDocument/2006/relationships/oleObject" Target="../embeddings/oleObject20.bin"/><Relationship Id="rId7" Type="http://schemas.openxmlformats.org/officeDocument/2006/relationships/oleObject" Target="../embeddings/oleObject22.bin"/><Relationship Id="rId2" Type="http://schemas.openxmlformats.org/officeDocument/2006/relationships/slideLayout" Target="../slideLayouts/slideLayout2.xml"/><Relationship Id="rId1" Type="http://schemas.openxmlformats.org/officeDocument/2006/relationships/vmlDrawing" Target="../drawings/vmlDrawing16.vml"/><Relationship Id="rId6" Type="http://schemas.openxmlformats.org/officeDocument/2006/relationships/image" Target="../media/image22.wmf"/><Relationship Id="rId5" Type="http://schemas.openxmlformats.org/officeDocument/2006/relationships/oleObject" Target="../embeddings/oleObject21.bin"/><Relationship Id="rId10" Type="http://schemas.openxmlformats.org/officeDocument/2006/relationships/image" Target="../media/image16.wmf"/><Relationship Id="rId4" Type="http://schemas.openxmlformats.org/officeDocument/2006/relationships/image" Target="../media/image21.wmf"/><Relationship Id="rId9" Type="http://schemas.openxmlformats.org/officeDocument/2006/relationships/oleObject" Target="../embeddings/oleObject23.bin"/></Relationships>
</file>

<file path=ppt/slides/_rels/slide2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oleObject" Target="../embeddings/oleObject24.bin"/><Relationship Id="rId2" Type="http://schemas.openxmlformats.org/officeDocument/2006/relationships/slideLayout" Target="../slideLayouts/slideLayout7.xml"/><Relationship Id="rId1" Type="http://schemas.openxmlformats.org/officeDocument/2006/relationships/vmlDrawing" Target="../drawings/vmlDrawing17.vml"/><Relationship Id="rId4" Type="http://schemas.openxmlformats.org/officeDocument/2006/relationships/image" Target="../media/image25.emf"/></Relationships>
</file>

<file path=ppt/slides/_rels/slide27.xml.rels><?xml version="1.0" encoding="UTF-8" standalone="yes"?>
<Relationships xmlns="http://schemas.openxmlformats.org/package/2006/relationships"><Relationship Id="rId3" Type="http://schemas.openxmlformats.org/officeDocument/2006/relationships/oleObject" Target="../embeddings/oleObject25.bin"/><Relationship Id="rId2" Type="http://schemas.openxmlformats.org/officeDocument/2006/relationships/slideLayout" Target="../slideLayouts/slideLayout7.xml"/><Relationship Id="rId1" Type="http://schemas.openxmlformats.org/officeDocument/2006/relationships/vmlDrawing" Target="../drawings/vmlDrawing18.vml"/><Relationship Id="rId4" Type="http://schemas.openxmlformats.org/officeDocument/2006/relationships/image" Target="../media/image26.emf"/></Relationships>
</file>

<file path=ppt/slides/_rels/slide28.xml.rels><?xml version="1.0" encoding="UTF-8" standalone="yes"?>
<Relationships xmlns="http://schemas.openxmlformats.org/package/2006/relationships"><Relationship Id="rId3" Type="http://schemas.openxmlformats.org/officeDocument/2006/relationships/oleObject" Target="../embeddings/oleObject26.bin"/><Relationship Id="rId2" Type="http://schemas.openxmlformats.org/officeDocument/2006/relationships/slideLayout" Target="../slideLayouts/slideLayout7.xml"/><Relationship Id="rId1" Type="http://schemas.openxmlformats.org/officeDocument/2006/relationships/vmlDrawing" Target="../drawings/vmlDrawing19.vml"/><Relationship Id="rId4" Type="http://schemas.openxmlformats.org/officeDocument/2006/relationships/image" Target="../media/image27.emf"/></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8.wmf"/><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0.wmf"/><Relationship Id="rId2" Type="http://schemas.openxmlformats.org/officeDocument/2006/relationships/image" Target="../media/image29.wmf"/><Relationship Id="rId1" Type="http://schemas.openxmlformats.org/officeDocument/2006/relationships/slideLayout" Target="../slideLayouts/slideLayout2.xml"/><Relationship Id="rId4" Type="http://schemas.openxmlformats.org/officeDocument/2006/relationships/image" Target="../media/image31.wmf"/></Relationships>
</file>

<file path=ppt/slides/_rels/slide34.xml.rels><?xml version="1.0" encoding="UTF-8" standalone="yes"?>
<Relationships xmlns="http://schemas.openxmlformats.org/package/2006/relationships"><Relationship Id="rId3" Type="http://schemas.openxmlformats.org/officeDocument/2006/relationships/image" Target="../media/image33.wmf"/><Relationship Id="rId2" Type="http://schemas.openxmlformats.org/officeDocument/2006/relationships/image" Target="../media/image32.wmf"/><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5.wmf"/><Relationship Id="rId2" Type="http://schemas.openxmlformats.org/officeDocument/2006/relationships/image" Target="../media/image34.wmf"/><Relationship Id="rId1" Type="http://schemas.openxmlformats.org/officeDocument/2006/relationships/slideLayout" Target="../slideLayouts/slideLayout2.xml"/><Relationship Id="rId4" Type="http://schemas.openxmlformats.org/officeDocument/2006/relationships/image" Target="../media/image36.wmf"/></Relationships>
</file>

<file path=ppt/slides/_rels/slide36.xml.rels><?xml version="1.0" encoding="UTF-8" standalone="yes"?>
<Relationships xmlns="http://schemas.openxmlformats.org/package/2006/relationships"><Relationship Id="rId8" Type="http://schemas.openxmlformats.org/officeDocument/2006/relationships/image" Target="../media/image41.wmf"/><Relationship Id="rId3" Type="http://schemas.openxmlformats.org/officeDocument/2006/relationships/image" Target="../media/image31.wmf"/><Relationship Id="rId7" Type="http://schemas.openxmlformats.org/officeDocument/2006/relationships/image" Target="../media/image40.wmf"/><Relationship Id="rId2" Type="http://schemas.openxmlformats.org/officeDocument/2006/relationships/image" Target="../media/image37.wmf"/><Relationship Id="rId1" Type="http://schemas.openxmlformats.org/officeDocument/2006/relationships/slideLayout" Target="../slideLayouts/slideLayout2.xml"/><Relationship Id="rId6" Type="http://schemas.openxmlformats.org/officeDocument/2006/relationships/image" Target="../media/image39.wmf"/><Relationship Id="rId5" Type="http://schemas.openxmlformats.org/officeDocument/2006/relationships/image" Target="../media/image36.wmf"/><Relationship Id="rId4" Type="http://schemas.openxmlformats.org/officeDocument/2006/relationships/image" Target="../media/image38.wmf"/><Relationship Id="rId9" Type="http://schemas.openxmlformats.org/officeDocument/2006/relationships/image" Target="../media/image42.wmf"/></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44.wmf"/><Relationship Id="rId2" Type="http://schemas.openxmlformats.org/officeDocument/2006/relationships/image" Target="../media/image43.wmf"/><Relationship Id="rId1" Type="http://schemas.openxmlformats.org/officeDocument/2006/relationships/slideLayout" Target="../slideLayouts/slideLayout7.xml"/><Relationship Id="rId5" Type="http://schemas.openxmlformats.org/officeDocument/2006/relationships/image" Target="../media/image46.wmf"/><Relationship Id="rId4" Type="http://schemas.openxmlformats.org/officeDocument/2006/relationships/image" Target="../media/image45.wmf"/></Relationships>
</file>

<file path=ppt/slides/_rels/slide40.xml.rels><?xml version="1.0" encoding="UTF-8" standalone="yes"?>
<Relationships xmlns="http://schemas.openxmlformats.org/package/2006/relationships"><Relationship Id="rId3" Type="http://schemas.openxmlformats.org/officeDocument/2006/relationships/image" Target="../media/image48.wmf"/><Relationship Id="rId2" Type="http://schemas.openxmlformats.org/officeDocument/2006/relationships/image" Target="../media/image47.wmf"/><Relationship Id="rId1" Type="http://schemas.openxmlformats.org/officeDocument/2006/relationships/slideLayout" Target="../slideLayouts/slideLayout7.xml"/><Relationship Id="rId4" Type="http://schemas.openxmlformats.org/officeDocument/2006/relationships/image" Target="../media/image49.wmf"/></Relationships>
</file>

<file path=ppt/slides/_rels/slide41.xml.rels><?xml version="1.0" encoding="UTF-8" standalone="yes"?>
<Relationships xmlns="http://schemas.openxmlformats.org/package/2006/relationships"><Relationship Id="rId2" Type="http://schemas.openxmlformats.org/officeDocument/2006/relationships/image" Target="../media/image50.emf"/><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51.emf"/><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53.wmf"/><Relationship Id="rId2" Type="http://schemas.openxmlformats.org/officeDocument/2006/relationships/image" Target="../media/image52.wmf"/><Relationship Id="rId1" Type="http://schemas.openxmlformats.org/officeDocument/2006/relationships/slideLayout" Target="../slideLayouts/slideLayout7.xml"/><Relationship Id="rId5" Type="http://schemas.openxmlformats.org/officeDocument/2006/relationships/image" Target="../media/image55.wmf"/><Relationship Id="rId4" Type="http://schemas.openxmlformats.org/officeDocument/2006/relationships/image" Target="../media/image54.wmf"/></Relationships>
</file>

<file path=ppt/slides/_rels/slide44.xml.rels><?xml version="1.0" encoding="UTF-8" standalone="yes"?>
<Relationships xmlns="http://schemas.openxmlformats.org/package/2006/relationships"><Relationship Id="rId3" Type="http://schemas.openxmlformats.org/officeDocument/2006/relationships/image" Target="../media/image57.emf"/><Relationship Id="rId2" Type="http://schemas.openxmlformats.org/officeDocument/2006/relationships/image" Target="../media/image56.emf"/><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3" Type="http://schemas.openxmlformats.org/officeDocument/2006/relationships/image" Target="../media/image59.emf"/><Relationship Id="rId2" Type="http://schemas.openxmlformats.org/officeDocument/2006/relationships/image" Target="../media/image58.emf"/><Relationship Id="rId1" Type="http://schemas.openxmlformats.org/officeDocument/2006/relationships/slideLayout" Target="../slideLayouts/slideLayout7.xml"/><Relationship Id="rId4" Type="http://schemas.openxmlformats.org/officeDocument/2006/relationships/image" Target="../media/image60.emf"/></Relationships>
</file>

<file path=ppt/slides/_rels/slide46.xml.rels><?xml version="1.0" encoding="UTF-8" standalone="yes"?>
<Relationships xmlns="http://schemas.openxmlformats.org/package/2006/relationships"><Relationship Id="rId2" Type="http://schemas.openxmlformats.org/officeDocument/2006/relationships/image" Target="../media/image61.emf"/><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image" Target="../media/image62.emf"/><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image" Target="../media/image63.emf"/><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image" Target="../media/image64.emf"/><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image" Target="../media/image65.emf"/><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image" Target="../media/image66.emf"/><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image" Target="../media/image67.emf"/><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image" Target="../media/image68.wmf"/><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image" Target="../media/image69.wmf"/><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2" Type="http://schemas.openxmlformats.org/officeDocument/2006/relationships/image" Target="../media/image70.wmf"/><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3" Type="http://schemas.openxmlformats.org/officeDocument/2006/relationships/image" Target="../media/image72.wmf"/><Relationship Id="rId7" Type="http://schemas.openxmlformats.org/officeDocument/2006/relationships/image" Target="../media/image76.wmf"/><Relationship Id="rId2" Type="http://schemas.openxmlformats.org/officeDocument/2006/relationships/image" Target="../media/image71.wmf"/><Relationship Id="rId1" Type="http://schemas.openxmlformats.org/officeDocument/2006/relationships/slideLayout" Target="../slideLayouts/slideLayout7.xml"/><Relationship Id="rId6" Type="http://schemas.openxmlformats.org/officeDocument/2006/relationships/image" Target="../media/image75.wmf"/><Relationship Id="rId5" Type="http://schemas.openxmlformats.org/officeDocument/2006/relationships/image" Target="../media/image74.wmf"/><Relationship Id="rId4" Type="http://schemas.openxmlformats.org/officeDocument/2006/relationships/image" Target="../media/image73.wmf"/></Relationships>
</file>

<file path=ppt/slides/_rels/slide65.xml.rels><?xml version="1.0" encoding="UTF-8" standalone="yes"?>
<Relationships xmlns="http://schemas.openxmlformats.org/package/2006/relationships"><Relationship Id="rId3" Type="http://schemas.openxmlformats.org/officeDocument/2006/relationships/image" Target="../media/image78.wmf"/><Relationship Id="rId2" Type="http://schemas.openxmlformats.org/officeDocument/2006/relationships/image" Target="../media/image77.wmf"/><Relationship Id="rId1" Type="http://schemas.openxmlformats.org/officeDocument/2006/relationships/slideLayout" Target="../slideLayouts/slideLayout7.xml"/><Relationship Id="rId6" Type="http://schemas.openxmlformats.org/officeDocument/2006/relationships/image" Target="../media/image81.wmf"/><Relationship Id="rId5" Type="http://schemas.openxmlformats.org/officeDocument/2006/relationships/image" Target="../media/image80.wmf"/><Relationship Id="rId4" Type="http://schemas.openxmlformats.org/officeDocument/2006/relationships/image" Target="../media/image79.wmf"/></Relationships>
</file>

<file path=ppt/slides/_rels/slide66.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image" Target="../media/image82.png"/><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image" Target="../media/image84.png"/><Relationship Id="rId1" Type="http://schemas.openxmlformats.org/officeDocument/2006/relationships/slideLayout" Target="../slideLayouts/slideLayout7.xml"/><Relationship Id="rId4" Type="http://schemas.openxmlformats.org/officeDocument/2006/relationships/image" Target="../media/image86.png"/></Relationships>
</file>

<file path=ppt/slides/_rels/slide68.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image" Target="../media/image87.png"/><Relationship Id="rId1" Type="http://schemas.openxmlformats.org/officeDocument/2006/relationships/slideLayout" Target="../slideLayouts/slideLayout7.xml"/><Relationship Id="rId5" Type="http://schemas.openxmlformats.org/officeDocument/2006/relationships/image" Target="../media/image90.png"/><Relationship Id="rId4" Type="http://schemas.openxmlformats.org/officeDocument/2006/relationships/image" Target="../media/image8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D7D0E65-A868-46B6-936F-3F5797AE56C6}"/>
              </a:ext>
            </a:extLst>
          </p:cNvPr>
          <p:cNvSpPr>
            <a:spLocks noGrp="1"/>
          </p:cNvSpPr>
          <p:nvPr>
            <p:ph type="ctrTitle"/>
          </p:nvPr>
        </p:nvSpPr>
        <p:spPr>
          <a:xfrm>
            <a:off x="1143000" y="1700856"/>
            <a:ext cx="6858000" cy="2387600"/>
          </a:xfrm>
        </p:spPr>
        <p:txBody>
          <a:bodyPr/>
          <a:lstStyle/>
          <a:p>
            <a:r>
              <a:rPr lang="ru-RU" dirty="0">
                <a:latin typeface="Century" panose="02040604050505020304" pitchFamily="18" charset="0"/>
              </a:rPr>
              <a:t>Линейное программирование</a:t>
            </a:r>
          </a:p>
        </p:txBody>
      </p:sp>
    </p:spTree>
    <p:extLst>
      <p:ext uri="{BB962C8B-B14F-4D97-AF65-F5344CB8AC3E}">
        <p14:creationId xmlns:p14="http://schemas.microsoft.com/office/powerpoint/2010/main" val="3207347833"/>
      </p:ext>
    </p:extLst>
  </p:cSld>
  <p:clrMapOvr>
    <a:masterClrMapping/>
  </p:clrMapOvr>
  <p:transition spd="slow">
    <p:push dir="u"/>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D56E6F19-A385-48CB-A018-CB499B483AFF}"/>
              </a:ext>
            </a:extLst>
          </p:cNvPr>
          <p:cNvSpPr>
            <a:spLocks noGrp="1"/>
          </p:cNvSpPr>
          <p:nvPr>
            <p:ph idx="1"/>
          </p:nvPr>
        </p:nvSpPr>
        <p:spPr>
          <a:xfrm>
            <a:off x="628650" y="404748"/>
            <a:ext cx="7886700" cy="6264522"/>
          </a:xfrm>
        </p:spPr>
        <p:txBody>
          <a:bodyPr>
            <a:normAutofit lnSpcReduction="10000"/>
          </a:bodyPr>
          <a:lstStyle/>
          <a:p>
            <a:pPr marL="228600" lvl="0" indent="-198120">
              <a:spcBef>
                <a:spcPts val="0"/>
              </a:spcBef>
              <a:spcAft>
                <a:spcPts val="0"/>
              </a:spcAft>
              <a:buSzPts val="3120"/>
              <a:buChar char="*"/>
            </a:pPr>
            <a:r>
              <a:rPr lang="ru-RU" sz="2800" dirty="0">
                <a:latin typeface="Times New Roman" panose="02020603050405020304" pitchFamily="18" charset="0"/>
                <a:cs typeface="Times New Roman" panose="02020603050405020304" pitchFamily="18" charset="0"/>
              </a:rPr>
              <a:t>Цель: освоение теоретических основ и практических навыков решения задач линейного программирования.</a:t>
            </a:r>
            <a:endParaRPr lang="ru-RU" sz="2400" dirty="0">
              <a:latin typeface="Times New Roman" panose="02020603050405020304" pitchFamily="18" charset="0"/>
              <a:cs typeface="Times New Roman" panose="02020603050405020304" pitchFamily="18" charset="0"/>
            </a:endParaRPr>
          </a:p>
          <a:p>
            <a:pPr marL="228600" lvl="0" indent="0">
              <a:spcBef>
                <a:spcPts val="780"/>
              </a:spcBef>
              <a:spcAft>
                <a:spcPts val="0"/>
              </a:spcAft>
              <a:buSzPts val="3120"/>
              <a:buNone/>
            </a:pPr>
            <a:endParaRPr lang="ru-RU" sz="2800" dirty="0">
              <a:latin typeface="Times New Roman" panose="02020603050405020304" pitchFamily="18" charset="0"/>
              <a:cs typeface="Times New Roman" panose="02020603050405020304" pitchFamily="18" charset="0"/>
            </a:endParaRPr>
          </a:p>
          <a:p>
            <a:pPr marL="228600" lvl="0" indent="-198120">
              <a:spcBef>
                <a:spcPts val="780"/>
              </a:spcBef>
              <a:spcAft>
                <a:spcPts val="0"/>
              </a:spcAft>
              <a:buSzPts val="3120"/>
              <a:buChar char="*"/>
            </a:pPr>
            <a:r>
              <a:rPr lang="ru-RU" sz="2800" dirty="0">
                <a:latin typeface="Times New Roman" panose="02020603050405020304" pitchFamily="18" charset="0"/>
                <a:cs typeface="Times New Roman" panose="02020603050405020304" pitchFamily="18" charset="0"/>
              </a:rPr>
              <a:t>Задачи: </a:t>
            </a:r>
            <a:endParaRPr lang="ru-RU" sz="2400" dirty="0">
              <a:latin typeface="Times New Roman" panose="02020603050405020304" pitchFamily="18" charset="0"/>
              <a:cs typeface="Times New Roman" panose="02020603050405020304" pitchFamily="18" charset="0"/>
            </a:endParaRPr>
          </a:p>
          <a:p>
            <a:pPr marL="1165225" lvl="0" indent="-1120775">
              <a:spcBef>
                <a:spcPts val="780"/>
              </a:spcBef>
              <a:spcAft>
                <a:spcPts val="0"/>
              </a:spcAft>
              <a:buSzPts val="3120"/>
              <a:buNone/>
            </a:pPr>
            <a:r>
              <a:rPr lang="ru-RU" sz="2800" dirty="0">
                <a:latin typeface="Times New Roman" panose="02020603050405020304" pitchFamily="18" charset="0"/>
                <a:cs typeface="Times New Roman" panose="02020603050405020304" pitchFamily="18" charset="0"/>
              </a:rPr>
              <a:t>	- изучение сущности задач линейного программирования;</a:t>
            </a:r>
            <a:endParaRPr lang="ru-RU" sz="2400" dirty="0">
              <a:latin typeface="Times New Roman" panose="02020603050405020304" pitchFamily="18" charset="0"/>
              <a:cs typeface="Times New Roman" panose="02020603050405020304" pitchFamily="18" charset="0"/>
            </a:endParaRPr>
          </a:p>
          <a:p>
            <a:pPr marL="1207008" lvl="4" indent="0">
              <a:spcBef>
                <a:spcPts val="780"/>
              </a:spcBef>
              <a:spcAft>
                <a:spcPts val="0"/>
              </a:spcAft>
              <a:buSzPts val="3120"/>
              <a:buNone/>
            </a:pPr>
            <a:r>
              <a:rPr lang="ru-RU" sz="2800" dirty="0">
                <a:latin typeface="Times New Roman" panose="02020603050405020304" pitchFamily="18" charset="0"/>
                <a:cs typeface="Times New Roman" panose="02020603050405020304" pitchFamily="18" charset="0"/>
              </a:rPr>
              <a:t> - овладение навыками построения математической модели задачи линейного программирования;</a:t>
            </a:r>
            <a:endParaRPr lang="ru-RU" sz="1600" dirty="0">
              <a:latin typeface="Times New Roman" panose="02020603050405020304" pitchFamily="18" charset="0"/>
              <a:cs typeface="Times New Roman" panose="02020603050405020304" pitchFamily="18" charset="0"/>
            </a:endParaRPr>
          </a:p>
          <a:p>
            <a:pPr marL="1207008" lvl="4" indent="0">
              <a:spcBef>
                <a:spcPts val="780"/>
              </a:spcBef>
              <a:spcAft>
                <a:spcPts val="0"/>
              </a:spcAft>
              <a:buSzPts val="3120"/>
              <a:buNone/>
            </a:pPr>
            <a:r>
              <a:rPr lang="ru-RU" sz="2800" dirty="0">
                <a:latin typeface="Times New Roman" panose="02020603050405020304" pitchFamily="18" charset="0"/>
                <a:cs typeface="Times New Roman" panose="02020603050405020304" pitchFamily="18" charset="0"/>
              </a:rPr>
              <a:t>- изучение геометрического метода решения задач линейного программирования;</a:t>
            </a:r>
            <a:endParaRPr lang="ru-RU" sz="1600" dirty="0">
              <a:latin typeface="Times New Roman" panose="02020603050405020304" pitchFamily="18" charset="0"/>
              <a:cs typeface="Times New Roman" panose="02020603050405020304" pitchFamily="18" charset="0"/>
            </a:endParaRPr>
          </a:p>
          <a:p>
            <a:pPr marL="1207008" lvl="4" indent="0">
              <a:spcBef>
                <a:spcPts val="780"/>
              </a:spcBef>
              <a:spcAft>
                <a:spcPts val="0"/>
              </a:spcAft>
              <a:buSzPts val="3120"/>
              <a:buNone/>
            </a:pPr>
            <a:r>
              <a:rPr lang="ru-RU" sz="2800" dirty="0">
                <a:latin typeface="Times New Roman" panose="02020603050405020304" pitchFamily="18" charset="0"/>
                <a:cs typeface="Times New Roman" panose="02020603050405020304" pitchFamily="18" charset="0"/>
              </a:rPr>
              <a:t>- изучение симплекс метода решения задач линейного программирования;</a:t>
            </a:r>
            <a:endParaRPr lang="ru-RU" sz="1600" dirty="0">
              <a:latin typeface="Times New Roman" panose="02020603050405020304" pitchFamily="18" charset="0"/>
              <a:cs typeface="Times New Roman" panose="02020603050405020304" pitchFamily="18" charset="0"/>
            </a:endParaRPr>
          </a:p>
          <a:p>
            <a:endParaRPr lang="ru-RU" sz="2000" dirty="0"/>
          </a:p>
        </p:txBody>
      </p:sp>
    </p:spTree>
    <p:extLst>
      <p:ext uri="{BB962C8B-B14F-4D97-AF65-F5344CB8AC3E}">
        <p14:creationId xmlns:p14="http://schemas.microsoft.com/office/powerpoint/2010/main" val="1193852771"/>
      </p:ext>
    </p:extLst>
  </p:cSld>
  <p:clrMapOvr>
    <a:masterClrMapping/>
  </p:clrMapOvr>
  <p:transition spd="slow">
    <p:push dir="u"/>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7BEA755-11BA-4E72-A0D0-DCEDFD4F32EE}"/>
              </a:ext>
            </a:extLst>
          </p:cNvPr>
          <p:cNvSpPr>
            <a:spLocks noGrp="1"/>
          </p:cNvSpPr>
          <p:nvPr>
            <p:ph type="title"/>
          </p:nvPr>
        </p:nvSpPr>
        <p:spPr/>
        <p:txBody>
          <a:bodyPr/>
          <a:lstStyle/>
          <a:p>
            <a:pPr algn="ctr"/>
            <a:r>
              <a:rPr lang="ru-RU" sz="4000" dirty="0">
                <a:solidFill>
                  <a:srgbClr val="FF0000"/>
                </a:solidFill>
                <a:latin typeface="Century" panose="02040604050505020304" pitchFamily="18" charset="0"/>
              </a:rPr>
              <a:t>План лекции</a:t>
            </a:r>
          </a:p>
        </p:txBody>
      </p:sp>
      <p:sp>
        <p:nvSpPr>
          <p:cNvPr id="3" name="Объект 2">
            <a:extLst>
              <a:ext uri="{FF2B5EF4-FFF2-40B4-BE49-F238E27FC236}">
                <a16:creationId xmlns:a16="http://schemas.microsoft.com/office/drawing/2014/main" id="{2F83F590-C74B-4469-B98E-C37936FDFD24}"/>
              </a:ext>
            </a:extLst>
          </p:cNvPr>
          <p:cNvSpPr>
            <a:spLocks noGrp="1"/>
          </p:cNvSpPr>
          <p:nvPr>
            <p:ph idx="1"/>
          </p:nvPr>
        </p:nvSpPr>
        <p:spPr>
          <a:xfrm>
            <a:off x="-684438" y="1825625"/>
            <a:ext cx="9720810" cy="4351338"/>
          </a:xfrm>
        </p:spPr>
        <p:txBody>
          <a:bodyPr>
            <a:normAutofit/>
          </a:bodyPr>
          <a:lstStyle/>
          <a:p>
            <a:pPr marL="1165225" lvl="0" indent="-1120775">
              <a:spcBef>
                <a:spcPts val="940"/>
              </a:spcBef>
              <a:spcAft>
                <a:spcPts val="0"/>
              </a:spcAft>
              <a:buSzPts val="4160"/>
              <a:buNone/>
            </a:pPr>
            <a:r>
              <a:rPr lang="ru-RU" sz="3200" dirty="0">
                <a:latin typeface="Century" panose="02040604050505020304" pitchFamily="18" charset="0"/>
              </a:rPr>
              <a:t>          </a:t>
            </a:r>
            <a:r>
              <a:rPr lang="ru-RU" sz="3200" dirty="0">
                <a:latin typeface="Times New Roman" panose="02020603050405020304" pitchFamily="18" charset="0"/>
                <a:cs typeface="Times New Roman" panose="02020603050405020304" pitchFamily="18" charset="0"/>
              </a:rPr>
              <a:t>1. Сущность задач линейного   программирования;</a:t>
            </a:r>
            <a:endParaRPr lang="ru-RU" dirty="0">
              <a:latin typeface="Times New Roman" panose="02020603050405020304" pitchFamily="18" charset="0"/>
              <a:cs typeface="Times New Roman" panose="02020603050405020304" pitchFamily="18" charset="0"/>
            </a:endParaRPr>
          </a:p>
          <a:p>
            <a:pPr marL="1207008" lvl="4" indent="0">
              <a:spcBef>
                <a:spcPts val="940"/>
              </a:spcBef>
              <a:spcAft>
                <a:spcPts val="0"/>
              </a:spcAft>
              <a:buSzPts val="4160"/>
              <a:buNone/>
            </a:pPr>
            <a:r>
              <a:rPr lang="ru-RU" sz="3200" dirty="0">
                <a:latin typeface="Times New Roman" panose="02020603050405020304" pitchFamily="18" charset="0"/>
                <a:cs typeface="Times New Roman" panose="02020603050405020304" pitchFamily="18" charset="0"/>
              </a:rPr>
              <a:t>2. Построение математической модели задачи линейного программирования;</a:t>
            </a:r>
            <a:endParaRPr lang="ru-RU" dirty="0">
              <a:latin typeface="Times New Roman" panose="02020603050405020304" pitchFamily="18" charset="0"/>
              <a:cs typeface="Times New Roman" panose="02020603050405020304" pitchFamily="18" charset="0"/>
            </a:endParaRPr>
          </a:p>
          <a:p>
            <a:pPr marL="1207008" lvl="4" indent="0">
              <a:spcBef>
                <a:spcPts val="940"/>
              </a:spcBef>
              <a:spcAft>
                <a:spcPts val="0"/>
              </a:spcAft>
              <a:buSzPts val="4160"/>
              <a:buNone/>
            </a:pPr>
            <a:r>
              <a:rPr lang="ru-RU" sz="3200" dirty="0">
                <a:latin typeface="Times New Roman" panose="02020603050405020304" pitchFamily="18" charset="0"/>
                <a:cs typeface="Times New Roman" panose="02020603050405020304" pitchFamily="18" charset="0"/>
              </a:rPr>
              <a:t>3. Геометрический метод решения задач линейного программирования;</a:t>
            </a:r>
            <a:endParaRPr lang="ru-RU" dirty="0">
              <a:latin typeface="Times New Roman" panose="02020603050405020304" pitchFamily="18" charset="0"/>
              <a:cs typeface="Times New Roman" panose="02020603050405020304" pitchFamily="18" charset="0"/>
            </a:endParaRPr>
          </a:p>
          <a:p>
            <a:pPr marL="1207008" lvl="4" indent="0">
              <a:spcBef>
                <a:spcPts val="940"/>
              </a:spcBef>
              <a:spcAft>
                <a:spcPts val="0"/>
              </a:spcAft>
              <a:buSzPts val="4160"/>
              <a:buNone/>
            </a:pPr>
            <a:r>
              <a:rPr lang="ru-RU" sz="3200" dirty="0">
                <a:latin typeface="Times New Roman" panose="02020603050405020304" pitchFamily="18" charset="0"/>
                <a:cs typeface="Times New Roman" panose="02020603050405020304" pitchFamily="18" charset="0"/>
              </a:rPr>
              <a:t>4. Симплекс метод решения задач линейного программирования.</a:t>
            </a:r>
          </a:p>
          <a:p>
            <a:endParaRPr lang="ru-RU" dirty="0"/>
          </a:p>
        </p:txBody>
      </p:sp>
    </p:spTree>
    <p:extLst>
      <p:ext uri="{BB962C8B-B14F-4D97-AF65-F5344CB8AC3E}">
        <p14:creationId xmlns:p14="http://schemas.microsoft.com/office/powerpoint/2010/main" val="382464884"/>
      </p:ext>
    </p:extLst>
  </p:cSld>
  <p:clrMapOvr>
    <a:masterClrMapping/>
  </p:clrMapOvr>
  <p:transition spd="slow">
    <p:push dir="u"/>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65F7FD62-1523-4CA2-A91B-856F8856537A}"/>
              </a:ext>
            </a:extLst>
          </p:cNvPr>
          <p:cNvSpPr>
            <a:spLocks noGrp="1"/>
          </p:cNvSpPr>
          <p:nvPr>
            <p:ph idx="1"/>
          </p:nvPr>
        </p:nvSpPr>
        <p:spPr>
          <a:xfrm>
            <a:off x="628650" y="188730"/>
            <a:ext cx="7886700" cy="6408534"/>
          </a:xfrm>
        </p:spPr>
        <p:txBody>
          <a:bodyPr>
            <a:normAutofit/>
          </a:bodyPr>
          <a:lstStyle/>
          <a:p>
            <a:pPr marL="0" lvl="0" indent="0" algn="just" defTabSz="914400" fontAlgn="auto">
              <a:lnSpc>
                <a:spcPct val="100000"/>
              </a:lnSpc>
              <a:spcBef>
                <a:spcPts val="0"/>
              </a:spcBef>
              <a:spcAft>
                <a:spcPts val="0"/>
              </a:spcAft>
              <a:buClr>
                <a:srgbClr val="000000"/>
              </a:buClr>
              <a:buNone/>
            </a:pPr>
            <a:r>
              <a:rPr lang="ru-RU" sz="2400" kern="0" dirty="0">
                <a:solidFill>
                  <a:srgbClr val="000000"/>
                </a:solidFill>
                <a:latin typeface="Times New Roman" panose="02020603050405020304" pitchFamily="18" charset="0"/>
                <a:ea typeface="Trebuchet MS"/>
                <a:cs typeface="Times New Roman" panose="02020603050405020304" pitchFamily="18" charset="0"/>
                <a:sym typeface="Trebuchet MS"/>
              </a:rPr>
              <a:t>Сущность ЛП состоит в нахождении наибольшего или наименьшего значения некоторой функции при определенном наборе ограничений, налагаемых на аргументы. </a:t>
            </a:r>
          </a:p>
          <a:p>
            <a:pPr marL="0" lvl="0" indent="0" algn="just" defTabSz="914400" fontAlgn="auto">
              <a:lnSpc>
                <a:spcPct val="100000"/>
              </a:lnSpc>
              <a:spcBef>
                <a:spcPts val="0"/>
              </a:spcBef>
              <a:spcAft>
                <a:spcPts val="0"/>
              </a:spcAft>
              <a:buClr>
                <a:srgbClr val="000000"/>
              </a:buClr>
              <a:buNone/>
            </a:pPr>
            <a:endParaRPr lang="ru-RU" sz="2400" kern="0" dirty="0">
              <a:solidFill>
                <a:srgbClr val="000000"/>
              </a:solidFill>
              <a:latin typeface="Times New Roman" panose="02020603050405020304" pitchFamily="18" charset="0"/>
              <a:ea typeface="Trebuchet MS"/>
              <a:cs typeface="Times New Roman" panose="02020603050405020304" pitchFamily="18" charset="0"/>
              <a:sym typeface="Trebuchet MS"/>
            </a:endParaRPr>
          </a:p>
          <a:p>
            <a:pPr marL="0" lvl="0" indent="0" algn="just" defTabSz="914400" fontAlgn="auto">
              <a:lnSpc>
                <a:spcPct val="100000"/>
              </a:lnSpc>
              <a:spcBef>
                <a:spcPts val="0"/>
              </a:spcBef>
              <a:spcAft>
                <a:spcPts val="0"/>
              </a:spcAft>
              <a:buClr>
                <a:srgbClr val="000000"/>
              </a:buClr>
              <a:buNone/>
            </a:pPr>
            <a:r>
              <a:rPr lang="ru-RU" sz="2400" kern="0" dirty="0">
                <a:solidFill>
                  <a:srgbClr val="000000"/>
                </a:solidFill>
                <a:latin typeface="Times New Roman" panose="02020603050405020304" pitchFamily="18" charset="0"/>
                <a:ea typeface="Trebuchet MS"/>
                <a:cs typeface="Times New Roman" panose="02020603050405020304" pitchFamily="18" charset="0"/>
                <a:sym typeface="Trebuchet MS"/>
              </a:rPr>
              <a:t>ЛП – это метод математического моделирования, разработанный для оптимизации использования ограниченных ресурсов. При этом целевые функции и ограничения строго линейны.</a:t>
            </a:r>
          </a:p>
          <a:p>
            <a:pPr marL="0" lvl="0" indent="0" algn="just" defTabSz="914400" fontAlgn="auto">
              <a:lnSpc>
                <a:spcPct val="100000"/>
              </a:lnSpc>
              <a:spcBef>
                <a:spcPts val="0"/>
              </a:spcBef>
              <a:spcAft>
                <a:spcPts val="0"/>
              </a:spcAft>
              <a:buClr>
                <a:srgbClr val="000000"/>
              </a:buClr>
              <a:buNone/>
            </a:pPr>
            <a:endParaRPr lang="ru-RU" sz="2400" kern="0" dirty="0">
              <a:solidFill>
                <a:srgbClr val="000000"/>
              </a:solidFill>
              <a:latin typeface="Times New Roman" panose="02020603050405020304" pitchFamily="18" charset="0"/>
              <a:ea typeface="Trebuchet MS"/>
              <a:cs typeface="Times New Roman" panose="02020603050405020304" pitchFamily="18" charset="0"/>
              <a:sym typeface="Trebuchet MS"/>
            </a:endParaRPr>
          </a:p>
          <a:p>
            <a:pPr marL="0" lvl="0" indent="0" algn="just" defTabSz="914400" fontAlgn="auto">
              <a:lnSpc>
                <a:spcPct val="100000"/>
              </a:lnSpc>
              <a:spcBef>
                <a:spcPts val="0"/>
              </a:spcBef>
              <a:spcAft>
                <a:spcPts val="0"/>
              </a:spcAft>
              <a:buClr>
                <a:srgbClr val="000000"/>
              </a:buClr>
              <a:buNone/>
            </a:pPr>
            <a:r>
              <a:rPr lang="ru-RU" sz="2400" kern="0" dirty="0">
                <a:solidFill>
                  <a:srgbClr val="000000"/>
                </a:solidFill>
                <a:latin typeface="Times New Roman" panose="02020603050405020304" pitchFamily="18" charset="0"/>
                <a:ea typeface="Trebuchet MS"/>
                <a:cs typeface="Times New Roman" panose="02020603050405020304" pitchFamily="18" charset="0"/>
                <a:sym typeface="Trebuchet MS"/>
              </a:rPr>
              <a:t>Математическая модель любой задачи ЛП включает в себя: </a:t>
            </a:r>
            <a:endParaRPr lang="ru-RU" sz="1400" kern="0" dirty="0">
              <a:solidFill>
                <a:srgbClr val="000000"/>
              </a:solidFill>
              <a:latin typeface="Times New Roman" panose="02020603050405020304" pitchFamily="18" charset="0"/>
              <a:cs typeface="Times New Roman" panose="02020603050405020304" pitchFamily="18" charset="0"/>
              <a:sym typeface="Arial"/>
            </a:endParaRPr>
          </a:p>
          <a:p>
            <a:pPr marL="342900" lvl="0" indent="-342900" algn="just" defTabSz="914400" fontAlgn="auto">
              <a:lnSpc>
                <a:spcPct val="100000"/>
              </a:lnSpc>
              <a:spcBef>
                <a:spcPts val="0"/>
              </a:spcBef>
              <a:spcAft>
                <a:spcPts val="0"/>
              </a:spcAft>
              <a:buClr>
                <a:srgbClr val="000000"/>
              </a:buClr>
              <a:buSzPts val="2400"/>
              <a:buFont typeface="Arial"/>
              <a:buChar char="•"/>
            </a:pPr>
            <a:r>
              <a:rPr lang="ru-RU" sz="2400" kern="0" dirty="0">
                <a:solidFill>
                  <a:srgbClr val="000000"/>
                </a:solidFill>
                <a:latin typeface="Times New Roman" panose="02020603050405020304" pitchFamily="18" charset="0"/>
                <a:ea typeface="Trebuchet MS"/>
                <a:cs typeface="Times New Roman" panose="02020603050405020304" pitchFamily="18" charset="0"/>
                <a:sym typeface="Trebuchet MS"/>
              </a:rPr>
              <a:t>переменные, которые следует определить;</a:t>
            </a:r>
            <a:endParaRPr lang="ru-RU" sz="1400" kern="0" dirty="0">
              <a:solidFill>
                <a:srgbClr val="000000"/>
              </a:solidFill>
              <a:latin typeface="Times New Roman" panose="02020603050405020304" pitchFamily="18" charset="0"/>
              <a:cs typeface="Times New Roman" panose="02020603050405020304" pitchFamily="18" charset="0"/>
              <a:sym typeface="Arial"/>
            </a:endParaRPr>
          </a:p>
          <a:p>
            <a:pPr marL="342900" lvl="0" indent="-342900" algn="just" defTabSz="914400" fontAlgn="auto">
              <a:lnSpc>
                <a:spcPct val="100000"/>
              </a:lnSpc>
              <a:spcBef>
                <a:spcPts val="0"/>
              </a:spcBef>
              <a:spcAft>
                <a:spcPts val="0"/>
              </a:spcAft>
              <a:buClr>
                <a:srgbClr val="000000"/>
              </a:buClr>
              <a:buSzPts val="2400"/>
              <a:buFont typeface="Arial"/>
              <a:buChar char="•"/>
            </a:pPr>
            <a:r>
              <a:rPr lang="ru-RU" sz="2400" kern="0" dirty="0">
                <a:solidFill>
                  <a:srgbClr val="000000"/>
                </a:solidFill>
                <a:latin typeface="Times New Roman" panose="02020603050405020304" pitchFamily="18" charset="0"/>
                <a:ea typeface="Trebuchet MS"/>
                <a:cs typeface="Times New Roman" panose="02020603050405020304" pitchFamily="18" charset="0"/>
                <a:sym typeface="Trebuchet MS"/>
              </a:rPr>
              <a:t>целевую функцию, подлежащую оптимизации;</a:t>
            </a:r>
            <a:endParaRPr lang="ru-RU" sz="1400" kern="0" dirty="0">
              <a:solidFill>
                <a:srgbClr val="000000"/>
              </a:solidFill>
              <a:latin typeface="Times New Roman" panose="02020603050405020304" pitchFamily="18" charset="0"/>
              <a:cs typeface="Times New Roman" panose="02020603050405020304" pitchFamily="18" charset="0"/>
              <a:sym typeface="Arial"/>
            </a:endParaRPr>
          </a:p>
          <a:p>
            <a:pPr marL="342900" lvl="0" indent="-342900" algn="just" defTabSz="914400" fontAlgn="auto">
              <a:lnSpc>
                <a:spcPct val="100000"/>
              </a:lnSpc>
              <a:spcBef>
                <a:spcPts val="0"/>
              </a:spcBef>
              <a:spcAft>
                <a:spcPts val="0"/>
              </a:spcAft>
              <a:buClr>
                <a:srgbClr val="000000"/>
              </a:buClr>
              <a:buSzPts val="2400"/>
              <a:buFont typeface="Arial"/>
              <a:buChar char="•"/>
            </a:pPr>
            <a:r>
              <a:rPr lang="ru-RU" sz="2400" kern="0" dirty="0">
                <a:solidFill>
                  <a:srgbClr val="000000"/>
                </a:solidFill>
                <a:latin typeface="Times New Roman" panose="02020603050405020304" pitchFamily="18" charset="0"/>
                <a:ea typeface="Trebuchet MS"/>
                <a:cs typeface="Times New Roman" panose="02020603050405020304" pitchFamily="18" charset="0"/>
                <a:sym typeface="Trebuchet MS"/>
              </a:rPr>
              <a:t>систему ограничений в форме линейных уравнений и неравенств.</a:t>
            </a:r>
            <a:endParaRPr lang="ru-RU" sz="1400" kern="0" dirty="0">
              <a:solidFill>
                <a:srgbClr val="000000"/>
              </a:solidFill>
              <a:latin typeface="Times New Roman" panose="02020603050405020304" pitchFamily="18" charset="0"/>
              <a:cs typeface="Times New Roman" panose="02020603050405020304" pitchFamily="18" charset="0"/>
              <a:sym typeface="Arial"/>
            </a:endParaRPr>
          </a:p>
          <a:p>
            <a:endParaRPr lang="ru-RU" dirty="0"/>
          </a:p>
        </p:txBody>
      </p:sp>
    </p:spTree>
    <p:extLst>
      <p:ext uri="{BB962C8B-B14F-4D97-AF65-F5344CB8AC3E}">
        <p14:creationId xmlns:p14="http://schemas.microsoft.com/office/powerpoint/2010/main" val="4020863362"/>
      </p:ext>
    </p:extLst>
  </p:cSld>
  <p:clrMapOvr>
    <a:masterClrMapping/>
  </p:clrMapOvr>
  <p:transition spd="slow">
    <p:push dir="u"/>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193" name="Object 3">
            <a:extLst>
              <a:ext uri="{FF2B5EF4-FFF2-40B4-BE49-F238E27FC236}">
                <a16:creationId xmlns:a16="http://schemas.microsoft.com/office/drawing/2014/main" id="{CFC7BE3D-4F43-4795-9E1C-4929592FECBC}"/>
              </a:ext>
            </a:extLst>
          </p:cNvPr>
          <p:cNvGraphicFramePr>
            <a:graphicFrameLocks noChangeAspect="1"/>
          </p:cNvGraphicFramePr>
          <p:nvPr/>
        </p:nvGraphicFramePr>
        <p:xfrm>
          <a:off x="206375" y="295275"/>
          <a:ext cx="8731250" cy="6267450"/>
        </p:xfrm>
        <a:graphic>
          <a:graphicData uri="http://schemas.openxmlformats.org/presentationml/2006/ole">
            <mc:AlternateContent xmlns:mc="http://schemas.openxmlformats.org/markup-compatibility/2006">
              <mc:Choice xmlns:v="urn:schemas-microsoft-com:vml" Requires="v">
                <p:oleObj spid="_x0000_s8206" r:id="rId3" imgW="10311840" imgH="7402680" progId="">
                  <p:embed/>
                </p:oleObj>
              </mc:Choice>
              <mc:Fallback>
                <p:oleObj r:id="rId3" imgW="10311840" imgH="7402680" progId="">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6375" y="295275"/>
                        <a:ext cx="8731250" cy="626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 name="Прямоугольник 3">
            <a:extLst>
              <a:ext uri="{FF2B5EF4-FFF2-40B4-BE49-F238E27FC236}">
                <a16:creationId xmlns:a16="http://schemas.microsoft.com/office/drawing/2014/main" id="{C113F2FA-2A9D-4F4B-B815-8CB055C52D33}"/>
              </a:ext>
            </a:extLst>
          </p:cNvPr>
          <p:cNvSpPr/>
          <p:nvPr/>
        </p:nvSpPr>
        <p:spPr>
          <a:xfrm>
            <a:off x="0" y="44450"/>
            <a:ext cx="9144000" cy="1081088"/>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anchor="ctr"/>
          <a:lstStyle/>
          <a:p>
            <a:pPr algn="ctr" fontAlgn="auto"/>
            <a:endParaRPr lang="ru-RU" noProof="1"/>
          </a:p>
        </p:txBody>
      </p:sp>
      <p:sp>
        <p:nvSpPr>
          <p:cNvPr id="8195" name="TextBox 4">
            <a:extLst>
              <a:ext uri="{FF2B5EF4-FFF2-40B4-BE49-F238E27FC236}">
                <a16:creationId xmlns:a16="http://schemas.microsoft.com/office/drawing/2014/main" id="{92F3446B-F666-4EC1-B80B-9111EBAD4926}"/>
              </a:ext>
            </a:extLst>
          </p:cNvPr>
          <p:cNvSpPr txBox="1">
            <a:spLocks noChangeArrowheads="1"/>
          </p:cNvSpPr>
          <p:nvPr/>
        </p:nvSpPr>
        <p:spPr bwMode="auto">
          <a:xfrm>
            <a:off x="349250" y="339725"/>
            <a:ext cx="8445500"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ru-RU" altLang="zh-CN" sz="3200" b="1" dirty="0">
                <a:solidFill>
                  <a:srgbClr val="FF0000"/>
                </a:solidFill>
                <a:latin typeface="Century" panose="02040604050505020304" pitchFamily="18" charset="0"/>
              </a:rPr>
              <a:t>Задача линейного программирования</a:t>
            </a:r>
          </a:p>
        </p:txBody>
      </p:sp>
      <p:sp>
        <p:nvSpPr>
          <p:cNvPr id="6" name="Прямоугольник 5">
            <a:extLst>
              <a:ext uri="{FF2B5EF4-FFF2-40B4-BE49-F238E27FC236}">
                <a16:creationId xmlns:a16="http://schemas.microsoft.com/office/drawing/2014/main" id="{1F6329F5-B089-4928-927A-9E3AFECC7EED}"/>
              </a:ext>
            </a:extLst>
          </p:cNvPr>
          <p:cNvSpPr/>
          <p:nvPr/>
        </p:nvSpPr>
        <p:spPr>
          <a:xfrm>
            <a:off x="0" y="6453188"/>
            <a:ext cx="9144000" cy="2159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ru-RU" noProof="1"/>
          </a:p>
        </p:txBody>
      </p:sp>
    </p:spTree>
  </p:cSld>
  <p:clrMapOvr>
    <a:masterClrMapping/>
  </p:clrMapOvr>
  <p:transition spd="slow">
    <p:push dir="u"/>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217" name="Object 3">
            <a:extLst>
              <a:ext uri="{FF2B5EF4-FFF2-40B4-BE49-F238E27FC236}">
                <a16:creationId xmlns:a16="http://schemas.microsoft.com/office/drawing/2014/main" id="{C500E897-912D-493E-BC28-2694919A9B4C}"/>
              </a:ext>
            </a:extLst>
          </p:cNvPr>
          <p:cNvGraphicFramePr>
            <a:graphicFrameLocks noChangeAspect="1"/>
          </p:cNvGraphicFramePr>
          <p:nvPr>
            <p:extLst>
              <p:ext uri="{D42A27DB-BD31-4B8C-83A1-F6EECF244321}">
                <p14:modId xmlns:p14="http://schemas.microsoft.com/office/powerpoint/2010/main" val="2478348093"/>
              </p:ext>
            </p:extLst>
          </p:nvPr>
        </p:nvGraphicFramePr>
        <p:xfrm>
          <a:off x="212725" y="295275"/>
          <a:ext cx="8720138" cy="6267450"/>
        </p:xfrm>
        <a:graphic>
          <a:graphicData uri="http://schemas.openxmlformats.org/presentationml/2006/ole">
            <mc:AlternateContent xmlns:mc="http://schemas.openxmlformats.org/markup-compatibility/2006">
              <mc:Choice xmlns:v="urn:schemas-microsoft-com:vml" Requires="v">
                <p:oleObj spid="_x0000_s9231" r:id="rId3" imgW="10299240" imgH="7402680" progId="">
                  <p:embed/>
                </p:oleObj>
              </mc:Choice>
              <mc:Fallback>
                <p:oleObj r:id="rId3" imgW="10299240" imgH="7402680" progId="">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2725" y="295275"/>
                        <a:ext cx="8720138" cy="626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 name="Прямоугольник 3">
            <a:extLst>
              <a:ext uri="{FF2B5EF4-FFF2-40B4-BE49-F238E27FC236}">
                <a16:creationId xmlns:a16="http://schemas.microsoft.com/office/drawing/2014/main" id="{F8449091-1051-4CCF-9D97-655DF5C44F9F}"/>
              </a:ext>
            </a:extLst>
          </p:cNvPr>
          <p:cNvSpPr/>
          <p:nvPr/>
        </p:nvSpPr>
        <p:spPr>
          <a:xfrm>
            <a:off x="0" y="44450"/>
            <a:ext cx="9144000" cy="1008063"/>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anchor="ctr"/>
          <a:lstStyle/>
          <a:p>
            <a:pPr algn="ctr" fontAlgn="auto"/>
            <a:endParaRPr lang="ru-RU" noProof="1"/>
          </a:p>
        </p:txBody>
      </p:sp>
      <p:sp>
        <p:nvSpPr>
          <p:cNvPr id="9219" name="TextBox 4">
            <a:extLst>
              <a:ext uri="{FF2B5EF4-FFF2-40B4-BE49-F238E27FC236}">
                <a16:creationId xmlns:a16="http://schemas.microsoft.com/office/drawing/2014/main" id="{3B878260-2E90-4A7B-8C61-83DE60B08501}"/>
              </a:ext>
            </a:extLst>
          </p:cNvPr>
          <p:cNvSpPr txBox="1">
            <a:spLocks noChangeArrowheads="1"/>
          </p:cNvSpPr>
          <p:nvPr/>
        </p:nvSpPr>
        <p:spPr bwMode="auto">
          <a:xfrm>
            <a:off x="349250" y="339725"/>
            <a:ext cx="8445500"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ru-RU" altLang="zh-CN" sz="3200" b="1" dirty="0">
                <a:solidFill>
                  <a:srgbClr val="FF0000"/>
                </a:solidFill>
                <a:latin typeface="Century" panose="02040604050505020304" pitchFamily="18" charset="0"/>
              </a:rPr>
              <a:t>Задача линейного программирования</a:t>
            </a:r>
          </a:p>
        </p:txBody>
      </p:sp>
      <p:sp>
        <p:nvSpPr>
          <p:cNvPr id="6" name="Прямоугольник 5">
            <a:extLst>
              <a:ext uri="{FF2B5EF4-FFF2-40B4-BE49-F238E27FC236}">
                <a16:creationId xmlns:a16="http://schemas.microsoft.com/office/drawing/2014/main" id="{2610E5B1-C8A9-4733-9EE0-BE5CF615F099}"/>
              </a:ext>
            </a:extLst>
          </p:cNvPr>
          <p:cNvSpPr/>
          <p:nvPr/>
        </p:nvSpPr>
        <p:spPr>
          <a:xfrm>
            <a:off x="0" y="6453188"/>
            <a:ext cx="9144000" cy="2159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ru-RU" noProof="1"/>
          </a:p>
        </p:txBody>
      </p:sp>
    </p:spTree>
  </p:cSld>
  <p:clrMapOvr>
    <a:masterClrMapping/>
  </p:clrMapOvr>
  <p:transition spd="slow">
    <p:push dir="u"/>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241" name="Object 3">
            <a:extLst>
              <a:ext uri="{FF2B5EF4-FFF2-40B4-BE49-F238E27FC236}">
                <a16:creationId xmlns:a16="http://schemas.microsoft.com/office/drawing/2014/main" id="{0679619F-DFB8-4AE5-A17E-18824D9D73CB}"/>
              </a:ext>
            </a:extLst>
          </p:cNvPr>
          <p:cNvGraphicFramePr>
            <a:graphicFrameLocks noChangeAspect="1"/>
          </p:cNvGraphicFramePr>
          <p:nvPr/>
        </p:nvGraphicFramePr>
        <p:xfrm>
          <a:off x="152400" y="295275"/>
          <a:ext cx="8839200" cy="6267450"/>
        </p:xfrm>
        <a:graphic>
          <a:graphicData uri="http://schemas.openxmlformats.org/presentationml/2006/ole">
            <mc:AlternateContent xmlns:mc="http://schemas.openxmlformats.org/markup-compatibility/2006">
              <mc:Choice xmlns:v="urn:schemas-microsoft-com:vml" Requires="v">
                <p:oleObj spid="_x0000_s10254" r:id="rId3" imgW="10440000" imgH="7402680" progId="">
                  <p:embed/>
                </p:oleObj>
              </mc:Choice>
              <mc:Fallback>
                <p:oleObj r:id="rId3" imgW="10440000" imgH="7402680" progId="">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2400" y="295275"/>
                        <a:ext cx="8839200" cy="626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 name="Прямоугольник 3">
            <a:extLst>
              <a:ext uri="{FF2B5EF4-FFF2-40B4-BE49-F238E27FC236}">
                <a16:creationId xmlns:a16="http://schemas.microsoft.com/office/drawing/2014/main" id="{E1E24DFC-E8C9-4F74-8709-77E0F4DF6BE5}"/>
              </a:ext>
            </a:extLst>
          </p:cNvPr>
          <p:cNvSpPr/>
          <p:nvPr/>
        </p:nvSpPr>
        <p:spPr>
          <a:xfrm>
            <a:off x="0" y="44450"/>
            <a:ext cx="9144000" cy="1008063"/>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anchor="ctr"/>
          <a:lstStyle/>
          <a:p>
            <a:pPr algn="ctr" fontAlgn="auto"/>
            <a:endParaRPr lang="ru-RU" noProof="1"/>
          </a:p>
        </p:txBody>
      </p:sp>
      <p:sp>
        <p:nvSpPr>
          <p:cNvPr id="10243" name="TextBox 4">
            <a:extLst>
              <a:ext uri="{FF2B5EF4-FFF2-40B4-BE49-F238E27FC236}">
                <a16:creationId xmlns:a16="http://schemas.microsoft.com/office/drawing/2014/main" id="{C4405C5E-0834-481B-9815-F6E2BDA05016}"/>
              </a:ext>
            </a:extLst>
          </p:cNvPr>
          <p:cNvSpPr txBox="1">
            <a:spLocks noChangeArrowheads="1"/>
          </p:cNvSpPr>
          <p:nvPr/>
        </p:nvSpPr>
        <p:spPr bwMode="auto">
          <a:xfrm>
            <a:off x="349250" y="339725"/>
            <a:ext cx="8445500"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ru-RU" altLang="zh-CN" sz="3200" b="1" dirty="0">
                <a:solidFill>
                  <a:srgbClr val="FF0000"/>
                </a:solidFill>
                <a:latin typeface="Century" panose="02040604050505020304" pitchFamily="18" charset="0"/>
              </a:rPr>
              <a:t>Задача линейного программирования</a:t>
            </a:r>
          </a:p>
        </p:txBody>
      </p:sp>
      <p:sp>
        <p:nvSpPr>
          <p:cNvPr id="6" name="Прямоугольник 5">
            <a:extLst>
              <a:ext uri="{FF2B5EF4-FFF2-40B4-BE49-F238E27FC236}">
                <a16:creationId xmlns:a16="http://schemas.microsoft.com/office/drawing/2014/main" id="{711A35DF-B2C8-4DE7-AB41-204E3E659897}"/>
              </a:ext>
            </a:extLst>
          </p:cNvPr>
          <p:cNvSpPr/>
          <p:nvPr/>
        </p:nvSpPr>
        <p:spPr>
          <a:xfrm>
            <a:off x="0" y="6453188"/>
            <a:ext cx="9144000" cy="2159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ru-RU" noProof="1"/>
          </a:p>
        </p:txBody>
      </p:sp>
    </p:spTree>
  </p:cSld>
  <p:clrMapOvr>
    <a:masterClrMapping/>
  </p:clrMapOvr>
  <p:transition spd="slow">
    <p:push dir="u"/>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265" name="Object 3">
            <a:extLst>
              <a:ext uri="{FF2B5EF4-FFF2-40B4-BE49-F238E27FC236}">
                <a16:creationId xmlns:a16="http://schemas.microsoft.com/office/drawing/2014/main" id="{9E792297-FDD9-45FA-8BA5-4EA463CBE56D}"/>
              </a:ext>
            </a:extLst>
          </p:cNvPr>
          <p:cNvGraphicFramePr>
            <a:graphicFrameLocks noChangeAspect="1"/>
          </p:cNvGraphicFramePr>
          <p:nvPr/>
        </p:nvGraphicFramePr>
        <p:xfrm>
          <a:off x="187325" y="287338"/>
          <a:ext cx="8770938" cy="6284912"/>
        </p:xfrm>
        <a:graphic>
          <a:graphicData uri="http://schemas.openxmlformats.org/presentationml/2006/ole">
            <mc:AlternateContent xmlns:mc="http://schemas.openxmlformats.org/markup-compatibility/2006">
              <mc:Choice xmlns:v="urn:schemas-microsoft-com:vml" Requires="v">
                <p:oleObj spid="_x0000_s11278" r:id="rId3" imgW="10360080" imgH="7423560" progId="">
                  <p:embed/>
                </p:oleObj>
              </mc:Choice>
              <mc:Fallback>
                <p:oleObj r:id="rId3" imgW="10360080" imgH="7423560" progId="">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7325" y="287338"/>
                        <a:ext cx="8770938" cy="6284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 name="Прямоугольник 3">
            <a:extLst>
              <a:ext uri="{FF2B5EF4-FFF2-40B4-BE49-F238E27FC236}">
                <a16:creationId xmlns:a16="http://schemas.microsoft.com/office/drawing/2014/main" id="{0B192AAA-0D4D-4B11-AB03-EA538085CF69}"/>
              </a:ext>
            </a:extLst>
          </p:cNvPr>
          <p:cNvSpPr/>
          <p:nvPr/>
        </p:nvSpPr>
        <p:spPr>
          <a:xfrm>
            <a:off x="0" y="44450"/>
            <a:ext cx="9144000" cy="1008063"/>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anchor="ctr"/>
          <a:lstStyle/>
          <a:p>
            <a:pPr algn="ctr" fontAlgn="auto"/>
            <a:endParaRPr lang="ru-RU" noProof="1"/>
          </a:p>
        </p:txBody>
      </p:sp>
      <p:sp>
        <p:nvSpPr>
          <p:cNvPr id="11267" name="TextBox 4">
            <a:extLst>
              <a:ext uri="{FF2B5EF4-FFF2-40B4-BE49-F238E27FC236}">
                <a16:creationId xmlns:a16="http://schemas.microsoft.com/office/drawing/2014/main" id="{219114A9-A89D-487E-BD5F-965E8C017607}"/>
              </a:ext>
            </a:extLst>
          </p:cNvPr>
          <p:cNvSpPr txBox="1">
            <a:spLocks noChangeArrowheads="1"/>
          </p:cNvSpPr>
          <p:nvPr/>
        </p:nvSpPr>
        <p:spPr bwMode="auto">
          <a:xfrm>
            <a:off x="349250" y="339725"/>
            <a:ext cx="8445500"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ru-RU" altLang="zh-CN" sz="3200" b="1" dirty="0">
                <a:solidFill>
                  <a:srgbClr val="FF0000"/>
                </a:solidFill>
                <a:latin typeface="Century" panose="02040604050505020304" pitchFamily="18" charset="0"/>
              </a:rPr>
              <a:t>Задача линейного программирования</a:t>
            </a:r>
          </a:p>
        </p:txBody>
      </p:sp>
      <p:sp>
        <p:nvSpPr>
          <p:cNvPr id="6" name="Прямоугольник 5">
            <a:extLst>
              <a:ext uri="{FF2B5EF4-FFF2-40B4-BE49-F238E27FC236}">
                <a16:creationId xmlns:a16="http://schemas.microsoft.com/office/drawing/2014/main" id="{442FB1BD-C2D2-4A18-BA98-607B36BF7974}"/>
              </a:ext>
            </a:extLst>
          </p:cNvPr>
          <p:cNvSpPr/>
          <p:nvPr/>
        </p:nvSpPr>
        <p:spPr>
          <a:xfrm>
            <a:off x="0" y="6464300"/>
            <a:ext cx="9144000" cy="2159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ru-RU" noProof="1"/>
          </a:p>
        </p:txBody>
      </p:sp>
    </p:spTree>
  </p:cSld>
  <p:clrMapOvr>
    <a:masterClrMapping/>
  </p:clrMapOvr>
  <p:transition spd="slow">
    <p:push dir="u"/>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289" name="Object 3">
            <a:extLst>
              <a:ext uri="{FF2B5EF4-FFF2-40B4-BE49-F238E27FC236}">
                <a16:creationId xmlns:a16="http://schemas.microsoft.com/office/drawing/2014/main" id="{DEFA5E4E-1270-44CF-A237-54F3ED592D65}"/>
              </a:ext>
            </a:extLst>
          </p:cNvPr>
          <p:cNvGraphicFramePr>
            <a:graphicFrameLocks noChangeAspect="1"/>
          </p:cNvGraphicFramePr>
          <p:nvPr/>
        </p:nvGraphicFramePr>
        <p:xfrm>
          <a:off x="230188" y="295275"/>
          <a:ext cx="8683625" cy="6267450"/>
        </p:xfrm>
        <a:graphic>
          <a:graphicData uri="http://schemas.openxmlformats.org/presentationml/2006/ole">
            <mc:AlternateContent xmlns:mc="http://schemas.openxmlformats.org/markup-compatibility/2006">
              <mc:Choice xmlns:v="urn:schemas-microsoft-com:vml" Requires="v">
                <p:oleObj spid="_x0000_s12302" r:id="rId3" imgW="10255680" imgH="7402680" progId="">
                  <p:embed/>
                </p:oleObj>
              </mc:Choice>
              <mc:Fallback>
                <p:oleObj r:id="rId3" imgW="10255680" imgH="7402680" progId="">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0188" y="295275"/>
                        <a:ext cx="8683625" cy="626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 name="Прямоугольник 3">
            <a:extLst>
              <a:ext uri="{FF2B5EF4-FFF2-40B4-BE49-F238E27FC236}">
                <a16:creationId xmlns:a16="http://schemas.microsoft.com/office/drawing/2014/main" id="{E2C4BD9B-83EF-46E6-B0EA-7CD6AEDD9023}"/>
              </a:ext>
            </a:extLst>
          </p:cNvPr>
          <p:cNvSpPr/>
          <p:nvPr/>
        </p:nvSpPr>
        <p:spPr>
          <a:xfrm>
            <a:off x="0" y="44450"/>
            <a:ext cx="9144000" cy="1008063"/>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anchor="ctr"/>
          <a:lstStyle/>
          <a:p>
            <a:pPr algn="ctr" fontAlgn="auto"/>
            <a:endParaRPr lang="ru-RU" noProof="1"/>
          </a:p>
        </p:txBody>
      </p:sp>
      <p:sp>
        <p:nvSpPr>
          <p:cNvPr id="12291" name="TextBox 4">
            <a:extLst>
              <a:ext uri="{FF2B5EF4-FFF2-40B4-BE49-F238E27FC236}">
                <a16:creationId xmlns:a16="http://schemas.microsoft.com/office/drawing/2014/main" id="{39FEFE0B-4C8E-41B9-9316-9D2843F3ACCB}"/>
              </a:ext>
            </a:extLst>
          </p:cNvPr>
          <p:cNvSpPr txBox="1">
            <a:spLocks noChangeArrowheads="1"/>
          </p:cNvSpPr>
          <p:nvPr/>
        </p:nvSpPr>
        <p:spPr bwMode="auto">
          <a:xfrm>
            <a:off x="349250" y="339725"/>
            <a:ext cx="8445500"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ru-RU" altLang="zh-CN" sz="3200" b="1" dirty="0">
                <a:solidFill>
                  <a:srgbClr val="FF0000"/>
                </a:solidFill>
                <a:latin typeface="Century" panose="02040604050505020304" pitchFamily="18" charset="0"/>
              </a:rPr>
              <a:t>Задача линейного программирования</a:t>
            </a:r>
          </a:p>
        </p:txBody>
      </p:sp>
      <p:sp>
        <p:nvSpPr>
          <p:cNvPr id="6" name="Прямоугольник 5">
            <a:extLst>
              <a:ext uri="{FF2B5EF4-FFF2-40B4-BE49-F238E27FC236}">
                <a16:creationId xmlns:a16="http://schemas.microsoft.com/office/drawing/2014/main" id="{6EE39AD3-569B-46BC-9F4D-02B1BF0A7740}"/>
              </a:ext>
            </a:extLst>
          </p:cNvPr>
          <p:cNvSpPr/>
          <p:nvPr/>
        </p:nvSpPr>
        <p:spPr>
          <a:xfrm>
            <a:off x="0" y="6453188"/>
            <a:ext cx="9144000" cy="2159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ru-RU" noProof="1"/>
          </a:p>
        </p:txBody>
      </p:sp>
    </p:spTree>
  </p:cSld>
  <p:clrMapOvr>
    <a:masterClrMapping/>
  </p:clrMapOvr>
  <p:transition spd="slow">
    <p:push dir="u"/>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a:extLst>
              <a:ext uri="{FF2B5EF4-FFF2-40B4-BE49-F238E27FC236}">
                <a16:creationId xmlns:a16="http://schemas.microsoft.com/office/drawing/2014/main" id="{47263DD7-E62F-4AA8-8D01-1A45342E30D8}"/>
              </a:ext>
            </a:extLst>
          </p:cNvPr>
          <p:cNvSpPr/>
          <p:nvPr/>
        </p:nvSpPr>
        <p:spPr>
          <a:xfrm>
            <a:off x="0" y="44450"/>
            <a:ext cx="9144000" cy="1368425"/>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anchor="ctr"/>
          <a:lstStyle/>
          <a:p>
            <a:pPr algn="ctr" fontAlgn="auto"/>
            <a:endParaRPr lang="ru-RU" noProof="1"/>
          </a:p>
        </p:txBody>
      </p:sp>
      <p:sp>
        <p:nvSpPr>
          <p:cNvPr id="13314" name="TextBox 4">
            <a:extLst>
              <a:ext uri="{FF2B5EF4-FFF2-40B4-BE49-F238E27FC236}">
                <a16:creationId xmlns:a16="http://schemas.microsoft.com/office/drawing/2014/main" id="{0433423E-3740-48D3-A9BB-69F5819830DC}"/>
              </a:ext>
            </a:extLst>
          </p:cNvPr>
          <p:cNvSpPr txBox="1">
            <a:spLocks noChangeArrowheads="1"/>
          </p:cNvSpPr>
          <p:nvPr/>
        </p:nvSpPr>
        <p:spPr bwMode="auto">
          <a:xfrm>
            <a:off x="395288" y="334963"/>
            <a:ext cx="8447087" cy="1077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ru-RU" altLang="zh-CN" sz="3200" b="1" dirty="0">
                <a:solidFill>
                  <a:srgbClr val="FF0000"/>
                </a:solidFill>
                <a:latin typeface="Century" panose="02040604050505020304" pitchFamily="18" charset="0"/>
              </a:rPr>
              <a:t>Решение системы линейных уравнений методом </a:t>
            </a:r>
            <a:r>
              <a:rPr lang="ru-RU" altLang="zh-CN" sz="3200" b="1" dirty="0" err="1">
                <a:solidFill>
                  <a:srgbClr val="FF0000"/>
                </a:solidFill>
                <a:latin typeface="Century" panose="02040604050505020304" pitchFamily="18" charset="0"/>
              </a:rPr>
              <a:t>Жордана</a:t>
            </a:r>
            <a:r>
              <a:rPr lang="ru-RU" altLang="zh-CN" sz="3200" b="1" dirty="0">
                <a:solidFill>
                  <a:srgbClr val="FF0000"/>
                </a:solidFill>
                <a:latin typeface="Century" panose="02040604050505020304" pitchFamily="18" charset="0"/>
              </a:rPr>
              <a:t>-Гаусса</a:t>
            </a:r>
          </a:p>
        </p:txBody>
      </p:sp>
      <p:sp>
        <p:nvSpPr>
          <p:cNvPr id="6" name="Прямоугольник 5">
            <a:extLst>
              <a:ext uri="{FF2B5EF4-FFF2-40B4-BE49-F238E27FC236}">
                <a16:creationId xmlns:a16="http://schemas.microsoft.com/office/drawing/2014/main" id="{DC129F6C-601F-417B-8AEF-B7E10AB5ECEC}"/>
              </a:ext>
            </a:extLst>
          </p:cNvPr>
          <p:cNvSpPr/>
          <p:nvPr/>
        </p:nvSpPr>
        <p:spPr>
          <a:xfrm>
            <a:off x="0" y="6453188"/>
            <a:ext cx="9144000" cy="2159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ru-RU" noProof="1"/>
          </a:p>
        </p:txBody>
      </p:sp>
      <p:sp>
        <p:nvSpPr>
          <p:cNvPr id="2" name="TextBox 1">
            <a:extLst>
              <a:ext uri="{FF2B5EF4-FFF2-40B4-BE49-F238E27FC236}">
                <a16:creationId xmlns:a16="http://schemas.microsoft.com/office/drawing/2014/main" id="{3CCD3170-E5B7-4BC2-AB48-5FA8EE957E90}"/>
              </a:ext>
            </a:extLst>
          </p:cNvPr>
          <p:cNvSpPr txBox="1"/>
          <p:nvPr/>
        </p:nvSpPr>
        <p:spPr>
          <a:xfrm>
            <a:off x="611188" y="1703388"/>
            <a:ext cx="7632700" cy="3785652"/>
          </a:xfrm>
          <a:prstGeom prst="rect">
            <a:avLst/>
          </a:prstGeom>
          <a:noFill/>
        </p:spPr>
        <p:txBody>
          <a:bodyPr>
            <a:spAutoFit/>
          </a:bodyPr>
          <a:lstStyle/>
          <a:p>
            <a:pPr fontAlgn="auto"/>
            <a:r>
              <a:rPr lang="ru-RU" sz="2400" noProof="1">
                <a:latin typeface="Times New Roman" panose="02020603050405020304" pitchFamily="18" charset="0"/>
                <a:cs typeface="Times New Roman" panose="02020603050405020304" pitchFamily="18" charset="0"/>
              </a:rPr>
              <a:t>Элементарные преобразования системы (или расширенной матрицы)</a:t>
            </a:r>
          </a:p>
          <a:p>
            <a:pPr marL="285750" indent="-285750" fontAlgn="auto">
              <a:buFont typeface="Arial" panose="020B0604020202020204" pitchFamily="34" charset="0"/>
              <a:buChar char="•"/>
            </a:pPr>
            <a:r>
              <a:rPr lang="ru-RU" sz="2400" noProof="1">
                <a:latin typeface="Times New Roman" panose="02020603050405020304" pitchFamily="18" charset="0"/>
                <a:cs typeface="Times New Roman" panose="02020603050405020304" pitchFamily="18" charset="0"/>
              </a:rPr>
              <a:t>Перестановка любых двух уравнений;</a:t>
            </a:r>
          </a:p>
          <a:p>
            <a:pPr marL="285750" indent="-285750" fontAlgn="auto">
              <a:buFont typeface="Arial" panose="020B0604020202020204" pitchFamily="34" charset="0"/>
              <a:buChar char="•"/>
            </a:pPr>
            <a:r>
              <a:rPr lang="ru-RU" sz="2400" noProof="1">
                <a:latin typeface="Times New Roman" panose="02020603050405020304" pitchFamily="18" charset="0"/>
                <a:cs typeface="Times New Roman" panose="02020603050405020304" pitchFamily="18" charset="0"/>
              </a:rPr>
              <a:t>Умножение обеих частей одного из уравнений на любое отличное от нуля число;</a:t>
            </a:r>
          </a:p>
          <a:p>
            <a:pPr marL="285750" indent="-285750" fontAlgn="auto">
              <a:buFont typeface="Arial" panose="020B0604020202020204" pitchFamily="34" charset="0"/>
              <a:buChar char="•"/>
            </a:pPr>
            <a:r>
              <a:rPr lang="ru-RU" sz="2400" noProof="1">
                <a:latin typeface="Times New Roman" panose="02020603050405020304" pitchFamily="18" charset="0"/>
                <a:cs typeface="Times New Roman" panose="02020603050405020304" pitchFamily="18" charset="0"/>
              </a:rPr>
              <a:t>Прибавление к обеим частям одного и уравнения соответствующих частей другого, умноженных на любое число отличное от нуля;</a:t>
            </a:r>
          </a:p>
          <a:p>
            <a:pPr marL="285750" indent="-285750" fontAlgn="auto">
              <a:buFont typeface="Arial" panose="020B0604020202020204" pitchFamily="34" charset="0"/>
              <a:buChar char="•"/>
            </a:pPr>
            <a:r>
              <a:rPr lang="ru-RU" sz="2400" noProof="1">
                <a:latin typeface="Times New Roman" panose="02020603050405020304" pitchFamily="18" charset="0"/>
                <a:cs typeface="Times New Roman" panose="02020603050405020304" pitchFamily="18" charset="0"/>
              </a:rPr>
              <a:t>Вычеркивание нулевой строки (уравнения с нулевым коэффициентом и своборным членом, равным нулю)</a:t>
            </a:r>
          </a:p>
        </p:txBody>
      </p:sp>
    </p:spTree>
  </p:cSld>
  <p:clrMapOvr>
    <a:masterClrMapping/>
  </p:clrMapOvr>
  <p:transition spd="slow">
    <p:push dir="u"/>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4337" name="Object 3">
            <a:extLst>
              <a:ext uri="{FF2B5EF4-FFF2-40B4-BE49-F238E27FC236}">
                <a16:creationId xmlns:a16="http://schemas.microsoft.com/office/drawing/2014/main" id="{F9F0F99D-EC43-42E4-8114-B4E359737CF6}"/>
              </a:ext>
            </a:extLst>
          </p:cNvPr>
          <p:cNvGraphicFramePr>
            <a:graphicFrameLocks noChangeAspect="1"/>
          </p:cNvGraphicFramePr>
          <p:nvPr/>
        </p:nvGraphicFramePr>
        <p:xfrm>
          <a:off x="185738" y="344488"/>
          <a:ext cx="8774112" cy="6169025"/>
        </p:xfrm>
        <a:graphic>
          <a:graphicData uri="http://schemas.openxmlformats.org/presentationml/2006/ole">
            <mc:AlternateContent xmlns:mc="http://schemas.openxmlformats.org/markup-compatibility/2006">
              <mc:Choice xmlns:v="urn:schemas-microsoft-com:vml" Requires="v">
                <p:oleObj spid="_x0000_s14350" r:id="rId3" imgW="10363680" imgH="7286400" progId="">
                  <p:embed/>
                </p:oleObj>
              </mc:Choice>
              <mc:Fallback>
                <p:oleObj r:id="rId3" imgW="10363680" imgH="7286400" progId="">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5738" y="344488"/>
                        <a:ext cx="8774112" cy="616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 name="Прямоугольник 3">
            <a:extLst>
              <a:ext uri="{FF2B5EF4-FFF2-40B4-BE49-F238E27FC236}">
                <a16:creationId xmlns:a16="http://schemas.microsoft.com/office/drawing/2014/main" id="{12EAC4B2-67B4-4766-AED1-A32A928B3EB3}"/>
              </a:ext>
            </a:extLst>
          </p:cNvPr>
          <p:cNvSpPr/>
          <p:nvPr/>
        </p:nvSpPr>
        <p:spPr>
          <a:xfrm>
            <a:off x="0" y="44450"/>
            <a:ext cx="9144000" cy="1368425"/>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anchor="ctr"/>
          <a:lstStyle/>
          <a:p>
            <a:pPr algn="ctr" fontAlgn="auto"/>
            <a:endParaRPr lang="ru-RU" noProof="1"/>
          </a:p>
        </p:txBody>
      </p:sp>
      <p:sp>
        <p:nvSpPr>
          <p:cNvPr id="14339" name="TextBox 4">
            <a:extLst>
              <a:ext uri="{FF2B5EF4-FFF2-40B4-BE49-F238E27FC236}">
                <a16:creationId xmlns:a16="http://schemas.microsoft.com/office/drawing/2014/main" id="{81B07F2F-CF00-48C4-B40E-A89AF69481FF}"/>
              </a:ext>
            </a:extLst>
          </p:cNvPr>
          <p:cNvSpPr txBox="1">
            <a:spLocks noChangeArrowheads="1"/>
          </p:cNvSpPr>
          <p:nvPr/>
        </p:nvSpPr>
        <p:spPr bwMode="auto">
          <a:xfrm>
            <a:off x="349250" y="188913"/>
            <a:ext cx="8445500" cy="107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ru-RU" altLang="zh-CN" sz="3200" b="1" dirty="0">
                <a:solidFill>
                  <a:srgbClr val="FF0000"/>
                </a:solidFill>
                <a:latin typeface="Century" panose="02040604050505020304" pitchFamily="18" charset="0"/>
              </a:rPr>
              <a:t>Решение системы линейных уравнений методом </a:t>
            </a:r>
            <a:r>
              <a:rPr lang="ru-RU" altLang="zh-CN" sz="3200" b="1" dirty="0" err="1">
                <a:solidFill>
                  <a:srgbClr val="FF0000"/>
                </a:solidFill>
                <a:latin typeface="Century" panose="02040604050505020304" pitchFamily="18" charset="0"/>
              </a:rPr>
              <a:t>Жордана</a:t>
            </a:r>
            <a:r>
              <a:rPr lang="ru-RU" altLang="zh-CN" sz="3200" b="1" dirty="0">
                <a:solidFill>
                  <a:srgbClr val="FF0000"/>
                </a:solidFill>
                <a:latin typeface="Century" panose="02040604050505020304" pitchFamily="18" charset="0"/>
              </a:rPr>
              <a:t>-Гаусса</a:t>
            </a:r>
          </a:p>
        </p:txBody>
      </p:sp>
      <p:sp>
        <p:nvSpPr>
          <p:cNvPr id="6" name="Прямоугольник 5">
            <a:extLst>
              <a:ext uri="{FF2B5EF4-FFF2-40B4-BE49-F238E27FC236}">
                <a16:creationId xmlns:a16="http://schemas.microsoft.com/office/drawing/2014/main" id="{C5E7C25F-7D63-4D6D-9E32-14EAC42FA226}"/>
              </a:ext>
            </a:extLst>
          </p:cNvPr>
          <p:cNvSpPr/>
          <p:nvPr/>
        </p:nvSpPr>
        <p:spPr>
          <a:xfrm>
            <a:off x="0" y="6453188"/>
            <a:ext cx="9144000" cy="2159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ru-RU" noProof="1"/>
          </a:p>
        </p:txBody>
      </p:sp>
    </p:spTree>
  </p:cSld>
  <p:clrMapOvr>
    <a:masterClrMapping/>
  </p:clrMapOvr>
  <p:transition spd="slow">
    <p:push dir="u"/>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Рисунок 4">
            <a:extLst>
              <a:ext uri="{FF2B5EF4-FFF2-40B4-BE49-F238E27FC236}">
                <a16:creationId xmlns:a16="http://schemas.microsoft.com/office/drawing/2014/main" id="{9AC7AFC1-EB5F-4CA1-BAA3-85513E1941F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9634" y="220980"/>
            <a:ext cx="4511040" cy="6416040"/>
          </a:xfrm>
          <a:prstGeom prst="rect">
            <a:avLst/>
          </a:prstGeom>
        </p:spPr>
      </p:pic>
      <p:pic>
        <p:nvPicPr>
          <p:cNvPr id="7" name="Рисунок 6">
            <a:extLst>
              <a:ext uri="{FF2B5EF4-FFF2-40B4-BE49-F238E27FC236}">
                <a16:creationId xmlns:a16="http://schemas.microsoft.com/office/drawing/2014/main" id="{63B7A596-EA84-4B49-BADE-F8CE21CE863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72000" y="220980"/>
            <a:ext cx="4362443" cy="4474492"/>
          </a:xfrm>
          <a:prstGeom prst="rect">
            <a:avLst/>
          </a:prstGeom>
        </p:spPr>
      </p:pic>
    </p:spTree>
    <p:extLst>
      <p:ext uri="{BB962C8B-B14F-4D97-AF65-F5344CB8AC3E}">
        <p14:creationId xmlns:p14="http://schemas.microsoft.com/office/powerpoint/2010/main" val="3480996134"/>
      </p:ext>
    </p:extLst>
  </p:cSld>
  <p:clrMapOvr>
    <a:masterClrMapping/>
  </p:clrMapOvr>
  <p:transition spd="slow">
    <p:push dir="u"/>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5361" name="Object 3">
            <a:extLst>
              <a:ext uri="{FF2B5EF4-FFF2-40B4-BE49-F238E27FC236}">
                <a16:creationId xmlns:a16="http://schemas.microsoft.com/office/drawing/2014/main" id="{B46B6FD9-B363-4CF7-B00A-A7EB157A97A1}"/>
              </a:ext>
            </a:extLst>
          </p:cNvPr>
          <p:cNvGraphicFramePr>
            <a:graphicFrameLocks noChangeAspect="1"/>
          </p:cNvGraphicFramePr>
          <p:nvPr/>
        </p:nvGraphicFramePr>
        <p:xfrm>
          <a:off x="250825" y="260350"/>
          <a:ext cx="8642350" cy="6192838"/>
        </p:xfrm>
        <a:graphic>
          <a:graphicData uri="http://schemas.openxmlformats.org/presentationml/2006/ole">
            <mc:AlternateContent xmlns:mc="http://schemas.openxmlformats.org/markup-compatibility/2006">
              <mc:Choice xmlns:v="urn:schemas-microsoft-com:vml" Requires="v">
                <p:oleObj spid="_x0000_s15374" name="Visio" r:id="rId3" imgW="10346400" imgH="7402680" progId="Visio.Drawing.11">
                  <p:embed/>
                </p:oleObj>
              </mc:Choice>
              <mc:Fallback>
                <p:oleObj name="Visio" r:id="rId3" imgW="10346400" imgH="7402680" progId="Visio.Drawing.11">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0825" y="260350"/>
                        <a:ext cx="8642350" cy="6192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 name="Прямоугольник 3">
            <a:extLst>
              <a:ext uri="{FF2B5EF4-FFF2-40B4-BE49-F238E27FC236}">
                <a16:creationId xmlns:a16="http://schemas.microsoft.com/office/drawing/2014/main" id="{AFD51A42-FF2C-4988-B186-2556D46AA132}"/>
              </a:ext>
            </a:extLst>
          </p:cNvPr>
          <p:cNvSpPr/>
          <p:nvPr/>
        </p:nvSpPr>
        <p:spPr>
          <a:xfrm>
            <a:off x="0" y="44450"/>
            <a:ext cx="9144000" cy="1368425"/>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anchor="ctr"/>
          <a:lstStyle/>
          <a:p>
            <a:pPr algn="ctr" fontAlgn="auto"/>
            <a:endParaRPr lang="ru-RU" noProof="1"/>
          </a:p>
        </p:txBody>
      </p:sp>
      <p:sp>
        <p:nvSpPr>
          <p:cNvPr id="15363" name="TextBox 4">
            <a:extLst>
              <a:ext uri="{FF2B5EF4-FFF2-40B4-BE49-F238E27FC236}">
                <a16:creationId xmlns:a16="http://schemas.microsoft.com/office/drawing/2014/main" id="{2499BEC7-D737-4037-A557-A1EC46F48279}"/>
              </a:ext>
            </a:extLst>
          </p:cNvPr>
          <p:cNvSpPr txBox="1">
            <a:spLocks noChangeArrowheads="1"/>
          </p:cNvSpPr>
          <p:nvPr/>
        </p:nvSpPr>
        <p:spPr bwMode="auto">
          <a:xfrm>
            <a:off x="349250" y="188913"/>
            <a:ext cx="8445500" cy="107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ru-RU" altLang="zh-CN" sz="3200" b="1" dirty="0">
                <a:solidFill>
                  <a:srgbClr val="FF0000"/>
                </a:solidFill>
                <a:latin typeface="Century" panose="02040604050505020304" pitchFamily="18" charset="0"/>
              </a:rPr>
              <a:t>Двойственная задача </a:t>
            </a:r>
          </a:p>
          <a:p>
            <a:pPr algn="ctr"/>
            <a:r>
              <a:rPr lang="ru-RU" altLang="zh-CN" sz="3200" b="1" dirty="0">
                <a:solidFill>
                  <a:srgbClr val="FF0000"/>
                </a:solidFill>
                <a:latin typeface="Century" panose="02040604050505020304" pitchFamily="18" charset="0"/>
              </a:rPr>
              <a:t>линейного программирования</a:t>
            </a:r>
          </a:p>
        </p:txBody>
      </p:sp>
      <p:sp>
        <p:nvSpPr>
          <p:cNvPr id="6" name="Прямоугольник 5">
            <a:extLst>
              <a:ext uri="{FF2B5EF4-FFF2-40B4-BE49-F238E27FC236}">
                <a16:creationId xmlns:a16="http://schemas.microsoft.com/office/drawing/2014/main" id="{AD4BF59E-161F-4BB9-9B12-8DA93ED4B039}"/>
              </a:ext>
            </a:extLst>
          </p:cNvPr>
          <p:cNvSpPr/>
          <p:nvPr/>
        </p:nvSpPr>
        <p:spPr>
          <a:xfrm>
            <a:off x="0" y="6381750"/>
            <a:ext cx="9144000" cy="2159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ru-RU" noProof="1"/>
          </a:p>
        </p:txBody>
      </p:sp>
    </p:spTree>
  </p:cSld>
  <p:clrMapOvr>
    <a:masterClrMapping/>
  </p:clrMapOvr>
  <p:transition spd="slow">
    <p:push dir="u"/>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6385" name="Object 3">
            <a:extLst>
              <a:ext uri="{FF2B5EF4-FFF2-40B4-BE49-F238E27FC236}">
                <a16:creationId xmlns:a16="http://schemas.microsoft.com/office/drawing/2014/main" id="{DB709103-6014-4D33-B8F9-CD89230777F2}"/>
              </a:ext>
            </a:extLst>
          </p:cNvPr>
          <p:cNvGraphicFramePr>
            <a:graphicFrameLocks noChangeAspect="1"/>
          </p:cNvGraphicFramePr>
          <p:nvPr>
            <p:extLst>
              <p:ext uri="{D42A27DB-BD31-4B8C-83A1-F6EECF244321}">
                <p14:modId xmlns:p14="http://schemas.microsoft.com/office/powerpoint/2010/main" val="1449454574"/>
              </p:ext>
            </p:extLst>
          </p:nvPr>
        </p:nvGraphicFramePr>
        <p:xfrm>
          <a:off x="250825" y="188912"/>
          <a:ext cx="8893175" cy="6429375"/>
        </p:xfrm>
        <a:graphic>
          <a:graphicData uri="http://schemas.openxmlformats.org/presentationml/2006/ole">
            <mc:AlternateContent xmlns:mc="http://schemas.openxmlformats.org/markup-compatibility/2006">
              <mc:Choice xmlns:v="urn:schemas-microsoft-com:vml" Requires="v">
                <p:oleObj spid="_x0000_s16399" r:id="rId3" imgW="10255680" imgH="7402680" progId="">
                  <p:embed/>
                </p:oleObj>
              </mc:Choice>
              <mc:Fallback>
                <p:oleObj r:id="rId3" imgW="10255680" imgH="7402680" progId="">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0825" y="188912"/>
                        <a:ext cx="8893175" cy="6429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 name="Прямоугольник 3">
            <a:extLst>
              <a:ext uri="{FF2B5EF4-FFF2-40B4-BE49-F238E27FC236}">
                <a16:creationId xmlns:a16="http://schemas.microsoft.com/office/drawing/2014/main" id="{7D2162B1-9701-4BD2-B7AE-7DA61262DB6E}"/>
              </a:ext>
            </a:extLst>
          </p:cNvPr>
          <p:cNvSpPr/>
          <p:nvPr/>
        </p:nvSpPr>
        <p:spPr>
          <a:xfrm>
            <a:off x="0" y="44450"/>
            <a:ext cx="9144000" cy="1368425"/>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anchor="ctr"/>
          <a:lstStyle/>
          <a:p>
            <a:pPr algn="ctr" fontAlgn="auto"/>
            <a:endParaRPr lang="ru-RU" noProof="1"/>
          </a:p>
        </p:txBody>
      </p:sp>
      <p:sp>
        <p:nvSpPr>
          <p:cNvPr id="16387" name="TextBox 4">
            <a:extLst>
              <a:ext uri="{FF2B5EF4-FFF2-40B4-BE49-F238E27FC236}">
                <a16:creationId xmlns:a16="http://schemas.microsoft.com/office/drawing/2014/main" id="{417DB996-E1FF-49AC-952C-E15DEF5AA690}"/>
              </a:ext>
            </a:extLst>
          </p:cNvPr>
          <p:cNvSpPr txBox="1">
            <a:spLocks noChangeArrowheads="1"/>
          </p:cNvSpPr>
          <p:nvPr/>
        </p:nvSpPr>
        <p:spPr bwMode="auto">
          <a:xfrm>
            <a:off x="349250" y="188913"/>
            <a:ext cx="8445500" cy="107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ru-RU" altLang="zh-CN" sz="3200" b="1" dirty="0">
                <a:solidFill>
                  <a:srgbClr val="FF0000"/>
                </a:solidFill>
                <a:latin typeface="Century" panose="02040604050505020304" pitchFamily="18" charset="0"/>
              </a:rPr>
              <a:t>Двойственная задача </a:t>
            </a:r>
          </a:p>
          <a:p>
            <a:pPr algn="ctr"/>
            <a:r>
              <a:rPr lang="ru-RU" altLang="zh-CN" sz="3200" b="1" dirty="0">
                <a:solidFill>
                  <a:srgbClr val="FF0000"/>
                </a:solidFill>
                <a:latin typeface="Century" panose="02040604050505020304" pitchFamily="18" charset="0"/>
              </a:rPr>
              <a:t>линейного программирования</a:t>
            </a:r>
          </a:p>
        </p:txBody>
      </p:sp>
      <p:sp>
        <p:nvSpPr>
          <p:cNvPr id="6" name="Прямоугольник 5">
            <a:extLst>
              <a:ext uri="{FF2B5EF4-FFF2-40B4-BE49-F238E27FC236}">
                <a16:creationId xmlns:a16="http://schemas.microsoft.com/office/drawing/2014/main" id="{988A0D2A-DA2B-4368-B627-E1711198B271}"/>
              </a:ext>
            </a:extLst>
          </p:cNvPr>
          <p:cNvSpPr/>
          <p:nvPr/>
        </p:nvSpPr>
        <p:spPr>
          <a:xfrm>
            <a:off x="0" y="6453188"/>
            <a:ext cx="9144000" cy="2159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ru-RU" noProof="1"/>
          </a:p>
        </p:txBody>
      </p:sp>
    </p:spTree>
  </p:cSld>
  <p:clrMapOvr>
    <a:masterClrMapping/>
  </p:clrMapOvr>
  <p:transition spd="slow">
    <p:push dir="u"/>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7409" name="Object 3">
            <a:extLst>
              <a:ext uri="{FF2B5EF4-FFF2-40B4-BE49-F238E27FC236}">
                <a16:creationId xmlns:a16="http://schemas.microsoft.com/office/drawing/2014/main" id="{84E33F59-936F-46E2-9482-7D55074084F5}"/>
              </a:ext>
            </a:extLst>
          </p:cNvPr>
          <p:cNvGraphicFramePr>
            <a:graphicFrameLocks noChangeAspect="1"/>
          </p:cNvGraphicFramePr>
          <p:nvPr/>
        </p:nvGraphicFramePr>
        <p:xfrm>
          <a:off x="179388" y="260350"/>
          <a:ext cx="8893175" cy="6254750"/>
        </p:xfrm>
        <a:graphic>
          <a:graphicData uri="http://schemas.openxmlformats.org/presentationml/2006/ole">
            <mc:AlternateContent xmlns:mc="http://schemas.openxmlformats.org/markup-compatibility/2006">
              <mc:Choice xmlns:v="urn:schemas-microsoft-com:vml" Requires="v">
                <p:oleObj spid="_x0000_s17422" r:id="rId3" imgW="10542960" imgH="7402680" progId="">
                  <p:embed/>
                </p:oleObj>
              </mc:Choice>
              <mc:Fallback>
                <p:oleObj r:id="rId3" imgW="10542960" imgH="7402680" progId="">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9388" y="260350"/>
                        <a:ext cx="8893175" cy="6254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 name="Прямоугольник 3">
            <a:extLst>
              <a:ext uri="{FF2B5EF4-FFF2-40B4-BE49-F238E27FC236}">
                <a16:creationId xmlns:a16="http://schemas.microsoft.com/office/drawing/2014/main" id="{912F1FBA-706B-4F82-98B8-7C9DE721640B}"/>
              </a:ext>
            </a:extLst>
          </p:cNvPr>
          <p:cNvSpPr/>
          <p:nvPr/>
        </p:nvSpPr>
        <p:spPr>
          <a:xfrm>
            <a:off x="0" y="44450"/>
            <a:ext cx="9144000" cy="1368425"/>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anchor="ctr"/>
          <a:lstStyle/>
          <a:p>
            <a:pPr algn="ctr" fontAlgn="auto"/>
            <a:endParaRPr lang="ru-RU" noProof="1"/>
          </a:p>
        </p:txBody>
      </p:sp>
      <p:sp>
        <p:nvSpPr>
          <p:cNvPr id="17411" name="TextBox 4">
            <a:extLst>
              <a:ext uri="{FF2B5EF4-FFF2-40B4-BE49-F238E27FC236}">
                <a16:creationId xmlns:a16="http://schemas.microsoft.com/office/drawing/2014/main" id="{D2650D54-06C4-4D85-90C0-1D3FAF0AC458}"/>
              </a:ext>
            </a:extLst>
          </p:cNvPr>
          <p:cNvSpPr txBox="1">
            <a:spLocks noChangeArrowheads="1"/>
          </p:cNvSpPr>
          <p:nvPr/>
        </p:nvSpPr>
        <p:spPr bwMode="auto">
          <a:xfrm>
            <a:off x="349250" y="188913"/>
            <a:ext cx="8445500" cy="107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ru-RU" altLang="zh-CN" sz="3200" b="1" dirty="0">
                <a:solidFill>
                  <a:srgbClr val="FF0000"/>
                </a:solidFill>
                <a:latin typeface="Century" panose="02040604050505020304" pitchFamily="18" charset="0"/>
              </a:rPr>
              <a:t>Двойственная задача </a:t>
            </a:r>
          </a:p>
          <a:p>
            <a:pPr algn="ctr"/>
            <a:r>
              <a:rPr lang="ru-RU" altLang="zh-CN" sz="3200" b="1" dirty="0">
                <a:solidFill>
                  <a:srgbClr val="FF0000"/>
                </a:solidFill>
                <a:latin typeface="Century" panose="02040604050505020304" pitchFamily="18" charset="0"/>
              </a:rPr>
              <a:t>линейного программирования</a:t>
            </a:r>
          </a:p>
        </p:txBody>
      </p:sp>
      <p:sp>
        <p:nvSpPr>
          <p:cNvPr id="6" name="Прямоугольник 5">
            <a:extLst>
              <a:ext uri="{FF2B5EF4-FFF2-40B4-BE49-F238E27FC236}">
                <a16:creationId xmlns:a16="http://schemas.microsoft.com/office/drawing/2014/main" id="{2A8A81EA-4EA8-4BD7-B1C9-AEB1A1E82892}"/>
              </a:ext>
            </a:extLst>
          </p:cNvPr>
          <p:cNvSpPr/>
          <p:nvPr/>
        </p:nvSpPr>
        <p:spPr>
          <a:xfrm>
            <a:off x="0" y="6381750"/>
            <a:ext cx="9144000" cy="2159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ru-RU" noProof="1"/>
          </a:p>
        </p:txBody>
      </p:sp>
    </p:spTree>
  </p:cSld>
  <p:clrMapOvr>
    <a:masterClrMapping/>
  </p:clrMapOvr>
  <p:transition spd="slow">
    <p:push dir="u"/>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8433" name="Object 3">
            <a:extLst>
              <a:ext uri="{FF2B5EF4-FFF2-40B4-BE49-F238E27FC236}">
                <a16:creationId xmlns:a16="http://schemas.microsoft.com/office/drawing/2014/main" id="{6F5F75DA-0D3A-4744-819E-CD4289A23CF2}"/>
              </a:ext>
            </a:extLst>
          </p:cNvPr>
          <p:cNvGraphicFramePr>
            <a:graphicFrameLocks noChangeAspect="1"/>
          </p:cNvGraphicFramePr>
          <p:nvPr/>
        </p:nvGraphicFramePr>
        <p:xfrm>
          <a:off x="250825" y="260350"/>
          <a:ext cx="8642350" cy="6248400"/>
        </p:xfrm>
        <a:graphic>
          <a:graphicData uri="http://schemas.openxmlformats.org/presentationml/2006/ole">
            <mc:AlternateContent xmlns:mc="http://schemas.openxmlformats.org/markup-compatibility/2006">
              <mc:Choice xmlns:v="urn:schemas-microsoft-com:vml" Requires="v">
                <p:oleObj spid="_x0000_s18447" r:id="rId3" imgW="10255680" imgH="7402680" progId="">
                  <p:embed/>
                </p:oleObj>
              </mc:Choice>
              <mc:Fallback>
                <p:oleObj r:id="rId3" imgW="10255680" imgH="7402680" progId="">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0825" y="260350"/>
                        <a:ext cx="8642350" cy="6248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 name="Прямоугольник 3">
            <a:extLst>
              <a:ext uri="{FF2B5EF4-FFF2-40B4-BE49-F238E27FC236}">
                <a16:creationId xmlns:a16="http://schemas.microsoft.com/office/drawing/2014/main" id="{CB176016-5B73-4A3B-8F28-D7F8B7743DE3}"/>
              </a:ext>
            </a:extLst>
          </p:cNvPr>
          <p:cNvSpPr/>
          <p:nvPr/>
        </p:nvSpPr>
        <p:spPr>
          <a:xfrm>
            <a:off x="0" y="44450"/>
            <a:ext cx="9144000" cy="1368425"/>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anchor="ctr"/>
          <a:lstStyle/>
          <a:p>
            <a:pPr algn="ctr" fontAlgn="auto"/>
            <a:endParaRPr lang="ru-RU" noProof="1"/>
          </a:p>
        </p:txBody>
      </p:sp>
      <p:sp>
        <p:nvSpPr>
          <p:cNvPr id="18435" name="TextBox 4">
            <a:extLst>
              <a:ext uri="{FF2B5EF4-FFF2-40B4-BE49-F238E27FC236}">
                <a16:creationId xmlns:a16="http://schemas.microsoft.com/office/drawing/2014/main" id="{27B24AE9-8947-4868-81A3-CD808FB74963}"/>
              </a:ext>
            </a:extLst>
          </p:cNvPr>
          <p:cNvSpPr txBox="1">
            <a:spLocks noChangeArrowheads="1"/>
          </p:cNvSpPr>
          <p:nvPr/>
        </p:nvSpPr>
        <p:spPr bwMode="auto">
          <a:xfrm>
            <a:off x="349250" y="188913"/>
            <a:ext cx="8445500" cy="107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ru-RU" altLang="zh-CN" sz="3200" b="1" dirty="0">
                <a:solidFill>
                  <a:srgbClr val="FF0000"/>
                </a:solidFill>
                <a:latin typeface="Century" panose="02040604050505020304" pitchFamily="18" charset="0"/>
              </a:rPr>
              <a:t>Двойственная задача </a:t>
            </a:r>
          </a:p>
          <a:p>
            <a:pPr algn="ctr"/>
            <a:r>
              <a:rPr lang="ru-RU" altLang="zh-CN" sz="3200" b="1" dirty="0">
                <a:solidFill>
                  <a:srgbClr val="FF0000"/>
                </a:solidFill>
                <a:latin typeface="Century" panose="02040604050505020304" pitchFamily="18" charset="0"/>
              </a:rPr>
              <a:t>линейного программирования</a:t>
            </a:r>
          </a:p>
        </p:txBody>
      </p:sp>
      <p:sp>
        <p:nvSpPr>
          <p:cNvPr id="6" name="Прямоугольник 5">
            <a:extLst>
              <a:ext uri="{FF2B5EF4-FFF2-40B4-BE49-F238E27FC236}">
                <a16:creationId xmlns:a16="http://schemas.microsoft.com/office/drawing/2014/main" id="{9CA4AE16-84A5-42AA-8CD7-78E2A8922C6F}"/>
              </a:ext>
            </a:extLst>
          </p:cNvPr>
          <p:cNvSpPr/>
          <p:nvPr/>
        </p:nvSpPr>
        <p:spPr>
          <a:xfrm>
            <a:off x="0" y="6453188"/>
            <a:ext cx="9144000" cy="2159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ru-RU" noProof="1"/>
          </a:p>
        </p:txBody>
      </p:sp>
      <p:sp>
        <p:nvSpPr>
          <p:cNvPr id="7" name="Прямоугольник 6">
            <a:extLst>
              <a:ext uri="{FF2B5EF4-FFF2-40B4-BE49-F238E27FC236}">
                <a16:creationId xmlns:a16="http://schemas.microsoft.com/office/drawing/2014/main" id="{8A6144D5-DD22-4968-A839-C8DBD85C24DF}"/>
              </a:ext>
            </a:extLst>
          </p:cNvPr>
          <p:cNvSpPr/>
          <p:nvPr/>
        </p:nvSpPr>
        <p:spPr>
          <a:xfrm>
            <a:off x="152400" y="6524625"/>
            <a:ext cx="9144000" cy="21748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ru-RU" noProof="1"/>
          </a:p>
        </p:txBody>
      </p:sp>
    </p:spTree>
  </p:cSld>
  <p:clrMapOvr>
    <a:masterClrMapping/>
  </p:clrMapOvr>
  <p:transition spd="slow">
    <p:push dir="u"/>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9457" name="Object 3">
            <a:extLst>
              <a:ext uri="{FF2B5EF4-FFF2-40B4-BE49-F238E27FC236}">
                <a16:creationId xmlns:a16="http://schemas.microsoft.com/office/drawing/2014/main" id="{31A2C473-69CE-4D0C-882B-CE599BB3AE10}"/>
              </a:ext>
            </a:extLst>
          </p:cNvPr>
          <p:cNvGraphicFramePr>
            <a:graphicFrameLocks noChangeAspect="1"/>
          </p:cNvGraphicFramePr>
          <p:nvPr/>
        </p:nvGraphicFramePr>
        <p:xfrm>
          <a:off x="250825" y="333375"/>
          <a:ext cx="8642350" cy="6167438"/>
        </p:xfrm>
        <a:graphic>
          <a:graphicData uri="http://schemas.openxmlformats.org/presentationml/2006/ole">
            <mc:AlternateContent xmlns:mc="http://schemas.openxmlformats.org/markup-compatibility/2006">
              <mc:Choice xmlns:v="urn:schemas-microsoft-com:vml" Requires="v">
                <p:oleObj spid="_x0000_s19470" r:id="rId3" imgW="10389240" imgH="7402680" progId="">
                  <p:embed/>
                </p:oleObj>
              </mc:Choice>
              <mc:Fallback>
                <p:oleObj r:id="rId3" imgW="10389240" imgH="7402680" progId="">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0825" y="333375"/>
                        <a:ext cx="8642350" cy="6167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 name="Прямоугольник 3">
            <a:extLst>
              <a:ext uri="{FF2B5EF4-FFF2-40B4-BE49-F238E27FC236}">
                <a16:creationId xmlns:a16="http://schemas.microsoft.com/office/drawing/2014/main" id="{175C2201-D15F-40F7-B5A0-55ABB6956F0C}"/>
              </a:ext>
            </a:extLst>
          </p:cNvPr>
          <p:cNvSpPr/>
          <p:nvPr/>
        </p:nvSpPr>
        <p:spPr>
          <a:xfrm>
            <a:off x="0" y="188913"/>
            <a:ext cx="9144000" cy="1368425"/>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anchor="ctr"/>
          <a:lstStyle/>
          <a:p>
            <a:pPr algn="ctr" fontAlgn="auto"/>
            <a:endParaRPr lang="ru-RU" noProof="1"/>
          </a:p>
        </p:txBody>
      </p:sp>
      <p:sp>
        <p:nvSpPr>
          <p:cNvPr id="19459" name="TextBox 4">
            <a:extLst>
              <a:ext uri="{FF2B5EF4-FFF2-40B4-BE49-F238E27FC236}">
                <a16:creationId xmlns:a16="http://schemas.microsoft.com/office/drawing/2014/main" id="{EAF51626-4535-4065-9D86-27AD70D55DA9}"/>
              </a:ext>
            </a:extLst>
          </p:cNvPr>
          <p:cNvSpPr txBox="1">
            <a:spLocks noChangeArrowheads="1"/>
          </p:cNvSpPr>
          <p:nvPr/>
        </p:nvSpPr>
        <p:spPr bwMode="auto">
          <a:xfrm>
            <a:off x="349250" y="333375"/>
            <a:ext cx="8445500" cy="107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ru-RU" altLang="zh-CN" sz="3200" b="1" dirty="0">
                <a:solidFill>
                  <a:srgbClr val="FF0000"/>
                </a:solidFill>
                <a:latin typeface="Century" panose="02040604050505020304" pitchFamily="18" charset="0"/>
              </a:rPr>
              <a:t>Двойственная задача </a:t>
            </a:r>
          </a:p>
          <a:p>
            <a:pPr algn="ctr"/>
            <a:r>
              <a:rPr lang="ru-RU" altLang="zh-CN" sz="3200" b="1" dirty="0">
                <a:solidFill>
                  <a:srgbClr val="FF0000"/>
                </a:solidFill>
                <a:latin typeface="Century" panose="02040604050505020304" pitchFamily="18" charset="0"/>
              </a:rPr>
              <a:t>линейного программирования</a:t>
            </a:r>
          </a:p>
        </p:txBody>
      </p:sp>
      <p:sp>
        <p:nvSpPr>
          <p:cNvPr id="6" name="Прямоугольник 5">
            <a:extLst>
              <a:ext uri="{FF2B5EF4-FFF2-40B4-BE49-F238E27FC236}">
                <a16:creationId xmlns:a16="http://schemas.microsoft.com/office/drawing/2014/main" id="{FACF7869-8D63-4CA2-BC0B-D5F6A4B01D6A}"/>
              </a:ext>
            </a:extLst>
          </p:cNvPr>
          <p:cNvSpPr/>
          <p:nvPr/>
        </p:nvSpPr>
        <p:spPr>
          <a:xfrm>
            <a:off x="0" y="6381750"/>
            <a:ext cx="9144000" cy="2159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ru-RU" noProof="1"/>
          </a:p>
        </p:txBody>
      </p:sp>
    </p:spTree>
  </p:cSld>
  <p:clrMapOvr>
    <a:masterClrMapping/>
  </p:clrMapOvr>
  <p:transition spd="slow">
    <p:push dir="u"/>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0481" name="Object 4">
            <a:extLst>
              <a:ext uri="{FF2B5EF4-FFF2-40B4-BE49-F238E27FC236}">
                <a16:creationId xmlns:a16="http://schemas.microsoft.com/office/drawing/2014/main" id="{1DC63C45-08EA-4A7B-BC1E-F45AA811EE4E}"/>
              </a:ext>
            </a:extLst>
          </p:cNvPr>
          <p:cNvGraphicFramePr>
            <a:graphicFrameLocks noChangeAspect="1"/>
          </p:cNvGraphicFramePr>
          <p:nvPr/>
        </p:nvGraphicFramePr>
        <p:xfrm>
          <a:off x="250825" y="333375"/>
          <a:ext cx="8893175" cy="6429375"/>
        </p:xfrm>
        <a:graphic>
          <a:graphicData uri="http://schemas.openxmlformats.org/presentationml/2006/ole">
            <mc:AlternateContent xmlns:mc="http://schemas.openxmlformats.org/markup-compatibility/2006">
              <mc:Choice xmlns:v="urn:schemas-microsoft-com:vml" Requires="v">
                <p:oleObj spid="_x0000_s20495" r:id="rId3" imgW="10255680" imgH="7402680" progId="">
                  <p:embed/>
                </p:oleObj>
              </mc:Choice>
              <mc:Fallback>
                <p:oleObj r:id="rId3" imgW="10255680" imgH="7402680" progId="">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0825" y="333375"/>
                        <a:ext cx="8893175" cy="6429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 name="Прямоугольник 3">
            <a:extLst>
              <a:ext uri="{FF2B5EF4-FFF2-40B4-BE49-F238E27FC236}">
                <a16:creationId xmlns:a16="http://schemas.microsoft.com/office/drawing/2014/main" id="{7928F617-1034-49A6-BFE1-493F0A48A572}"/>
              </a:ext>
            </a:extLst>
          </p:cNvPr>
          <p:cNvSpPr/>
          <p:nvPr/>
        </p:nvSpPr>
        <p:spPr>
          <a:xfrm>
            <a:off x="0" y="188913"/>
            <a:ext cx="9144000" cy="1368425"/>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anchor="ctr"/>
          <a:lstStyle/>
          <a:p>
            <a:pPr algn="ctr" fontAlgn="auto"/>
            <a:endParaRPr lang="ru-RU" noProof="1"/>
          </a:p>
        </p:txBody>
      </p:sp>
      <p:sp>
        <p:nvSpPr>
          <p:cNvPr id="20483" name="TextBox 4">
            <a:extLst>
              <a:ext uri="{FF2B5EF4-FFF2-40B4-BE49-F238E27FC236}">
                <a16:creationId xmlns:a16="http://schemas.microsoft.com/office/drawing/2014/main" id="{4DD28548-9955-4E6F-BF04-73AF70ADBD25}"/>
              </a:ext>
            </a:extLst>
          </p:cNvPr>
          <p:cNvSpPr txBox="1">
            <a:spLocks noChangeArrowheads="1"/>
          </p:cNvSpPr>
          <p:nvPr/>
        </p:nvSpPr>
        <p:spPr bwMode="auto">
          <a:xfrm>
            <a:off x="349250" y="333375"/>
            <a:ext cx="8445500" cy="107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ru-RU" altLang="zh-CN" sz="3200" b="1" dirty="0">
                <a:solidFill>
                  <a:srgbClr val="FF0000"/>
                </a:solidFill>
                <a:latin typeface="Century" panose="02040604050505020304" pitchFamily="18" charset="0"/>
              </a:rPr>
              <a:t>Двойственная задача </a:t>
            </a:r>
          </a:p>
          <a:p>
            <a:pPr algn="ctr"/>
            <a:r>
              <a:rPr lang="ru-RU" altLang="zh-CN" sz="3200" b="1" dirty="0">
                <a:solidFill>
                  <a:srgbClr val="FF0000"/>
                </a:solidFill>
                <a:latin typeface="Century" panose="02040604050505020304" pitchFamily="18" charset="0"/>
              </a:rPr>
              <a:t>линейного программирования</a:t>
            </a:r>
          </a:p>
        </p:txBody>
      </p:sp>
      <p:sp>
        <p:nvSpPr>
          <p:cNvPr id="6" name="Прямоугольник 5">
            <a:extLst>
              <a:ext uri="{FF2B5EF4-FFF2-40B4-BE49-F238E27FC236}">
                <a16:creationId xmlns:a16="http://schemas.microsoft.com/office/drawing/2014/main" id="{2BDE3836-841C-4C86-8ED4-F1C58FE8D6F0}"/>
              </a:ext>
            </a:extLst>
          </p:cNvPr>
          <p:cNvSpPr/>
          <p:nvPr/>
        </p:nvSpPr>
        <p:spPr>
          <a:xfrm>
            <a:off x="0" y="6597650"/>
            <a:ext cx="9144000" cy="2159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ru-RU" noProof="1"/>
          </a:p>
        </p:txBody>
      </p:sp>
    </p:spTree>
  </p:cSld>
  <p:clrMapOvr>
    <a:masterClrMapping/>
  </p:clrMapOvr>
  <p:transition spd="slow">
    <p:push dir="u"/>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1505" name="Object 3">
            <a:extLst>
              <a:ext uri="{FF2B5EF4-FFF2-40B4-BE49-F238E27FC236}">
                <a16:creationId xmlns:a16="http://schemas.microsoft.com/office/drawing/2014/main" id="{F4734A49-14BD-4B09-8A9C-8D0359A48FE9}"/>
              </a:ext>
            </a:extLst>
          </p:cNvPr>
          <p:cNvGraphicFramePr>
            <a:graphicFrameLocks noChangeAspect="1"/>
          </p:cNvGraphicFramePr>
          <p:nvPr/>
        </p:nvGraphicFramePr>
        <p:xfrm>
          <a:off x="179388" y="260350"/>
          <a:ext cx="8893175" cy="6284913"/>
        </p:xfrm>
        <a:graphic>
          <a:graphicData uri="http://schemas.openxmlformats.org/presentationml/2006/ole">
            <mc:AlternateContent xmlns:mc="http://schemas.openxmlformats.org/markup-compatibility/2006">
              <mc:Choice xmlns:v="urn:schemas-microsoft-com:vml" Requires="v">
                <p:oleObj spid="_x0000_s21518" r:id="rId3" imgW="10488240" imgH="7402680" progId="">
                  <p:embed/>
                </p:oleObj>
              </mc:Choice>
              <mc:Fallback>
                <p:oleObj r:id="rId3" imgW="10488240" imgH="7402680" progId="">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9388" y="260350"/>
                        <a:ext cx="8893175" cy="6284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 name="Прямоугольник 3">
            <a:extLst>
              <a:ext uri="{FF2B5EF4-FFF2-40B4-BE49-F238E27FC236}">
                <a16:creationId xmlns:a16="http://schemas.microsoft.com/office/drawing/2014/main" id="{EF8DC50B-CAA1-4D6A-AC99-8AB6437E5A0F}"/>
              </a:ext>
            </a:extLst>
          </p:cNvPr>
          <p:cNvSpPr/>
          <p:nvPr/>
        </p:nvSpPr>
        <p:spPr>
          <a:xfrm>
            <a:off x="0" y="188913"/>
            <a:ext cx="9144000" cy="1368425"/>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anchor="ctr"/>
          <a:lstStyle/>
          <a:p>
            <a:pPr algn="ctr" fontAlgn="auto"/>
            <a:endParaRPr lang="ru-RU" noProof="1"/>
          </a:p>
        </p:txBody>
      </p:sp>
      <p:sp>
        <p:nvSpPr>
          <p:cNvPr id="21507" name="TextBox 4">
            <a:extLst>
              <a:ext uri="{FF2B5EF4-FFF2-40B4-BE49-F238E27FC236}">
                <a16:creationId xmlns:a16="http://schemas.microsoft.com/office/drawing/2014/main" id="{D7195BAA-4E17-437D-B6D3-04C0DA7301C8}"/>
              </a:ext>
            </a:extLst>
          </p:cNvPr>
          <p:cNvSpPr txBox="1">
            <a:spLocks noChangeArrowheads="1"/>
          </p:cNvSpPr>
          <p:nvPr/>
        </p:nvSpPr>
        <p:spPr bwMode="auto">
          <a:xfrm>
            <a:off x="349250" y="333375"/>
            <a:ext cx="8445500" cy="107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ru-RU" altLang="zh-CN" sz="3200" b="1" dirty="0">
                <a:solidFill>
                  <a:srgbClr val="FF0000"/>
                </a:solidFill>
                <a:latin typeface="Century" panose="02040604050505020304" pitchFamily="18" charset="0"/>
              </a:rPr>
              <a:t>Двойственная задача </a:t>
            </a:r>
          </a:p>
          <a:p>
            <a:pPr algn="ctr"/>
            <a:r>
              <a:rPr lang="ru-RU" altLang="zh-CN" sz="3200" b="1" dirty="0">
                <a:solidFill>
                  <a:srgbClr val="FF0000"/>
                </a:solidFill>
                <a:latin typeface="Century" panose="02040604050505020304" pitchFamily="18" charset="0"/>
              </a:rPr>
              <a:t>линейного программирования</a:t>
            </a:r>
          </a:p>
        </p:txBody>
      </p:sp>
      <p:sp>
        <p:nvSpPr>
          <p:cNvPr id="6" name="Прямоугольник 5">
            <a:extLst>
              <a:ext uri="{FF2B5EF4-FFF2-40B4-BE49-F238E27FC236}">
                <a16:creationId xmlns:a16="http://schemas.microsoft.com/office/drawing/2014/main" id="{245D499B-4974-4D93-889B-ADDC465765CB}"/>
              </a:ext>
            </a:extLst>
          </p:cNvPr>
          <p:cNvSpPr/>
          <p:nvPr/>
        </p:nvSpPr>
        <p:spPr>
          <a:xfrm>
            <a:off x="0" y="6453188"/>
            <a:ext cx="9144000" cy="2159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ru-RU" noProof="1"/>
          </a:p>
        </p:txBody>
      </p:sp>
    </p:spTree>
  </p:cSld>
  <p:clrMapOvr>
    <a:masterClrMapping/>
  </p:clrMapOvr>
  <p:transition spd="slow">
    <p:push dir="u"/>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a:extLst>
              <a:ext uri="{FF2B5EF4-FFF2-40B4-BE49-F238E27FC236}">
                <a16:creationId xmlns:a16="http://schemas.microsoft.com/office/drawing/2014/main" id="{CCC993DF-FCD5-4647-B871-86FA96043353}"/>
              </a:ext>
            </a:extLst>
          </p:cNvPr>
          <p:cNvSpPr/>
          <p:nvPr/>
        </p:nvSpPr>
        <p:spPr>
          <a:xfrm>
            <a:off x="842963" y="0"/>
            <a:ext cx="7561262" cy="579438"/>
          </a:xfrm>
          <a:prstGeom prst="rect">
            <a:avLst/>
          </a:prstGeom>
        </p:spPr>
        <p:txBody>
          <a:bodyPr>
            <a:spAutoFit/>
          </a:bodyPr>
          <a:lstStyle/>
          <a:p>
            <a:pPr algn="ctr">
              <a:lnSpc>
                <a:spcPct val="150000"/>
              </a:lnSpc>
            </a:pPr>
            <a:r>
              <a:rPr lang="ru-RU" altLang="zh-CN" sz="2400" b="1" dirty="0">
                <a:solidFill>
                  <a:srgbClr val="FF0000"/>
                </a:solidFill>
                <a:latin typeface="Century" panose="02040604050505020304" pitchFamily="18" charset="0"/>
                <a:cs typeface="Times New Roman" panose="02020603050405020304" pitchFamily="18" charset="0"/>
              </a:rPr>
              <a:t>Графическое решение ЗАДАЧИ ЛП</a:t>
            </a:r>
            <a:endParaRPr lang="en-US" altLang="ru-RU" sz="2400" dirty="0">
              <a:solidFill>
                <a:srgbClr val="FF0000"/>
              </a:solidFill>
              <a:latin typeface="Century" panose="02040604050505020304" pitchFamily="18" charset="0"/>
              <a:cs typeface="Times New Roman" panose="02020603050405020304" pitchFamily="18" charset="0"/>
            </a:endParaRPr>
          </a:p>
        </p:txBody>
      </p:sp>
      <p:sp>
        <p:nvSpPr>
          <p:cNvPr id="5" name="Прямоугольник 4">
            <a:extLst>
              <a:ext uri="{FF2B5EF4-FFF2-40B4-BE49-F238E27FC236}">
                <a16:creationId xmlns:a16="http://schemas.microsoft.com/office/drawing/2014/main" id="{C9ABB3B0-76B0-4D51-965C-7060C0DD3905}"/>
              </a:ext>
            </a:extLst>
          </p:cNvPr>
          <p:cNvSpPr/>
          <p:nvPr/>
        </p:nvSpPr>
        <p:spPr>
          <a:xfrm>
            <a:off x="374650" y="899776"/>
            <a:ext cx="8497888" cy="1785937"/>
          </a:xfrm>
          <a:prstGeom prst="rect">
            <a:avLst/>
          </a:prstGeom>
        </p:spPr>
        <p:txBody>
          <a:bodyPr>
            <a:spAutoFit/>
          </a:bodyPr>
          <a:lstStyle/>
          <a:p>
            <a:pPr algn="just" fontAlgn="auto"/>
            <a:r>
              <a:rPr lang="ru-RU" sz="2200" noProof="1">
                <a:latin typeface="Times New Roman" panose="02020603050405020304" pitchFamily="18" charset="0"/>
                <a:cs typeface="Times New Roman" panose="02020603050405020304" pitchFamily="18" charset="0"/>
              </a:rPr>
              <a:t>Графический метод решения задачи ЛП состоит из 2 этапов:</a:t>
            </a:r>
          </a:p>
          <a:p>
            <a:pPr marL="457200" indent="-457200" algn="just" fontAlgn="auto">
              <a:buFont typeface="+mj-lt"/>
              <a:buAutoNum type="arabicParenR"/>
            </a:pPr>
            <a:r>
              <a:rPr lang="ru-RU" sz="2200" noProof="1">
                <a:latin typeface="Times New Roman" panose="02020603050405020304" pitchFamily="18" charset="0"/>
                <a:cs typeface="Times New Roman" panose="02020603050405020304" pitchFamily="18" charset="0"/>
              </a:rPr>
              <a:t>построение пространства допустимых решений, удовлетворяющих всем ограничениям модели;</a:t>
            </a:r>
          </a:p>
          <a:p>
            <a:pPr marL="457200" indent="-457200" algn="just" fontAlgn="auto">
              <a:buFont typeface="+mj-lt"/>
              <a:buAutoNum type="arabicParenR"/>
            </a:pPr>
            <a:r>
              <a:rPr lang="ru-RU" sz="2200" noProof="1">
                <a:latin typeface="Times New Roman" panose="02020603050405020304" pitchFamily="18" charset="0"/>
                <a:cs typeface="Times New Roman" panose="02020603050405020304" pitchFamily="18" charset="0"/>
              </a:rPr>
              <a:t>нахождение оптимального решения среди всех точек пространства допустимых решений.</a:t>
            </a:r>
            <a:endParaRPr lang="en-US" sz="2200" noProof="1">
              <a:latin typeface="Times New Roman" panose="02020603050405020304" pitchFamily="18" charset="0"/>
              <a:cs typeface="Times New Roman" panose="02020603050405020304" pitchFamily="18" charset="0"/>
            </a:endParaRPr>
          </a:p>
        </p:txBody>
      </p:sp>
      <p:graphicFrame>
        <p:nvGraphicFramePr>
          <p:cNvPr id="2" name="Таблица 1">
            <a:extLst>
              <a:ext uri="{FF2B5EF4-FFF2-40B4-BE49-F238E27FC236}">
                <a16:creationId xmlns:a16="http://schemas.microsoft.com/office/drawing/2014/main" id="{B6F227D9-7BCD-415B-BC72-988992AAC0D1}"/>
              </a:ext>
            </a:extLst>
          </p:cNvPr>
          <p:cNvGraphicFramePr>
            <a:graphicFrameLocks noGrp="1"/>
          </p:cNvGraphicFramePr>
          <p:nvPr>
            <p:extLst>
              <p:ext uri="{D42A27DB-BD31-4B8C-83A1-F6EECF244321}">
                <p14:modId xmlns:p14="http://schemas.microsoft.com/office/powerpoint/2010/main" val="549724091"/>
              </p:ext>
            </p:extLst>
          </p:nvPr>
        </p:nvGraphicFramePr>
        <p:xfrm>
          <a:off x="711994" y="2996964"/>
          <a:ext cx="7720012" cy="3108888"/>
        </p:xfrm>
        <a:graphic>
          <a:graphicData uri="http://schemas.openxmlformats.org/drawingml/2006/table">
            <a:tbl>
              <a:tblPr firstRow="1" bandRow="1">
                <a:tableStyleId>{5940675A-B579-460E-94D1-54222C63F5DA}</a:tableStyleId>
              </a:tblPr>
              <a:tblGrid>
                <a:gridCol w="1930003">
                  <a:extLst>
                    <a:ext uri="{9D8B030D-6E8A-4147-A177-3AD203B41FA5}">
                      <a16:colId xmlns:a16="http://schemas.microsoft.com/office/drawing/2014/main" val="20000"/>
                    </a:ext>
                  </a:extLst>
                </a:gridCol>
                <a:gridCol w="1930003">
                  <a:extLst>
                    <a:ext uri="{9D8B030D-6E8A-4147-A177-3AD203B41FA5}">
                      <a16:colId xmlns:a16="http://schemas.microsoft.com/office/drawing/2014/main" val="20001"/>
                    </a:ext>
                  </a:extLst>
                </a:gridCol>
                <a:gridCol w="1930003">
                  <a:extLst>
                    <a:ext uri="{9D8B030D-6E8A-4147-A177-3AD203B41FA5}">
                      <a16:colId xmlns:a16="http://schemas.microsoft.com/office/drawing/2014/main" val="20002"/>
                    </a:ext>
                  </a:extLst>
                </a:gridCol>
                <a:gridCol w="1930003">
                  <a:extLst>
                    <a:ext uri="{9D8B030D-6E8A-4147-A177-3AD203B41FA5}">
                      <a16:colId xmlns:a16="http://schemas.microsoft.com/office/drawing/2014/main" val="20003"/>
                    </a:ext>
                  </a:extLst>
                </a:gridCol>
              </a:tblGrid>
              <a:tr h="700897">
                <a:tc rowSpan="2">
                  <a:txBody>
                    <a:bodyPr/>
                    <a:lstStyle/>
                    <a:p>
                      <a:endParaRPr lang="ru-RU" sz="2000" dirty="0">
                        <a:latin typeface="Century" panose="02040604050505020304" pitchFamily="18" charset="0"/>
                      </a:endParaRPr>
                    </a:p>
                  </a:txBody>
                  <a:tcPr marL="91433" marR="91433" marT="45711" marB="45711"/>
                </a:tc>
                <a:tc gridSpan="2">
                  <a:txBody>
                    <a:bodyPr/>
                    <a:lstStyle/>
                    <a:p>
                      <a:r>
                        <a:rPr lang="ru-RU" sz="2000" dirty="0">
                          <a:latin typeface="Century" panose="02040604050505020304" pitchFamily="18" charset="0"/>
                        </a:rPr>
                        <a:t>Расход сырья (в тоннах) на тонну краски</a:t>
                      </a:r>
                    </a:p>
                  </a:txBody>
                  <a:tcPr marL="91433" marR="91433" marT="45711" marB="45711"/>
                </a:tc>
                <a:tc hMerge="1">
                  <a:txBody>
                    <a:bodyPr/>
                    <a:lstStyle/>
                    <a:p>
                      <a:endParaRPr lang="ru-RU"/>
                    </a:p>
                  </a:txBody>
                  <a:tcPr/>
                </a:tc>
                <a:tc rowSpan="2">
                  <a:txBody>
                    <a:bodyPr/>
                    <a:lstStyle/>
                    <a:p>
                      <a:r>
                        <a:rPr lang="ru-RU" sz="2000" dirty="0">
                          <a:latin typeface="Century" panose="02040604050505020304" pitchFamily="18" charset="0"/>
                        </a:rPr>
                        <a:t>Максимально</a:t>
                      </a:r>
                      <a:r>
                        <a:rPr lang="ru-RU" sz="2000" baseline="0" dirty="0">
                          <a:latin typeface="Century" panose="02040604050505020304" pitchFamily="18" charset="0"/>
                        </a:rPr>
                        <a:t> возможный ежедневный расход сырья</a:t>
                      </a:r>
                      <a:endParaRPr lang="ru-RU" sz="2000" dirty="0">
                        <a:latin typeface="Century" panose="02040604050505020304" pitchFamily="18" charset="0"/>
                      </a:endParaRPr>
                    </a:p>
                  </a:txBody>
                  <a:tcPr marL="91433" marR="91433" marT="45711" marB="45711"/>
                </a:tc>
                <a:extLst>
                  <a:ext uri="{0D108BD9-81ED-4DB2-BD59-A6C34878D82A}">
                    <a16:rowId xmlns:a16="http://schemas.microsoft.com/office/drawing/2014/main" val="10000"/>
                  </a:ext>
                </a:extLst>
              </a:tr>
              <a:tr h="609475">
                <a:tc vMerge="1">
                  <a:txBody>
                    <a:bodyPr/>
                    <a:lstStyle/>
                    <a:p>
                      <a:endParaRPr lang="ru-RU"/>
                    </a:p>
                  </a:txBody>
                  <a:tcPr/>
                </a:tc>
                <a:tc>
                  <a:txBody>
                    <a:bodyPr/>
                    <a:lstStyle/>
                    <a:p>
                      <a:r>
                        <a:rPr lang="ru-RU" sz="2000" dirty="0">
                          <a:latin typeface="Century" panose="02040604050505020304" pitchFamily="18" charset="0"/>
                        </a:rPr>
                        <a:t>Черная</a:t>
                      </a:r>
                    </a:p>
                  </a:txBody>
                  <a:tcPr marL="91433" marR="91433" marT="45711" marB="45711"/>
                </a:tc>
                <a:tc>
                  <a:txBody>
                    <a:bodyPr/>
                    <a:lstStyle/>
                    <a:p>
                      <a:r>
                        <a:rPr lang="ru-RU" sz="2000" dirty="0">
                          <a:latin typeface="Century" panose="02040604050505020304" pitchFamily="18" charset="0"/>
                        </a:rPr>
                        <a:t>Синяя</a:t>
                      </a:r>
                    </a:p>
                  </a:txBody>
                  <a:tcPr marL="91433" marR="91433" marT="45711" marB="45711"/>
                </a:tc>
                <a:tc vMerge="1">
                  <a:txBody>
                    <a:bodyPr/>
                    <a:lstStyle/>
                    <a:p>
                      <a:endParaRPr lang="ru-RU"/>
                    </a:p>
                  </a:txBody>
                  <a:tcPr/>
                </a:tc>
                <a:extLst>
                  <a:ext uri="{0D108BD9-81ED-4DB2-BD59-A6C34878D82A}">
                    <a16:rowId xmlns:a16="http://schemas.microsoft.com/office/drawing/2014/main" val="10001"/>
                  </a:ext>
                </a:extLst>
              </a:tr>
              <a:tr h="396159">
                <a:tc>
                  <a:txBody>
                    <a:bodyPr/>
                    <a:lstStyle/>
                    <a:p>
                      <a:r>
                        <a:rPr lang="ru-RU" sz="2000" dirty="0">
                          <a:latin typeface="Century" panose="02040604050505020304" pitchFamily="18" charset="0"/>
                        </a:rPr>
                        <a:t>Сырье М1</a:t>
                      </a:r>
                    </a:p>
                  </a:txBody>
                  <a:tcPr marL="91433" marR="91433" marT="45711" marB="45711"/>
                </a:tc>
                <a:tc>
                  <a:txBody>
                    <a:bodyPr/>
                    <a:lstStyle/>
                    <a:p>
                      <a:r>
                        <a:rPr lang="ru-RU" sz="2000" dirty="0">
                          <a:latin typeface="Century" panose="02040604050505020304" pitchFamily="18" charset="0"/>
                        </a:rPr>
                        <a:t>6</a:t>
                      </a:r>
                    </a:p>
                  </a:txBody>
                  <a:tcPr marL="91433" marR="91433" marT="45711" marB="45711"/>
                </a:tc>
                <a:tc>
                  <a:txBody>
                    <a:bodyPr/>
                    <a:lstStyle/>
                    <a:p>
                      <a:r>
                        <a:rPr lang="ru-RU" sz="2000" dirty="0">
                          <a:latin typeface="Century" panose="02040604050505020304" pitchFamily="18" charset="0"/>
                        </a:rPr>
                        <a:t>4</a:t>
                      </a:r>
                    </a:p>
                  </a:txBody>
                  <a:tcPr marL="91433" marR="91433" marT="45711" marB="45711"/>
                </a:tc>
                <a:tc>
                  <a:txBody>
                    <a:bodyPr/>
                    <a:lstStyle/>
                    <a:p>
                      <a:r>
                        <a:rPr lang="ru-RU" sz="2000" dirty="0">
                          <a:latin typeface="Century" panose="02040604050505020304" pitchFamily="18" charset="0"/>
                        </a:rPr>
                        <a:t>24</a:t>
                      </a:r>
                    </a:p>
                  </a:txBody>
                  <a:tcPr marL="91433" marR="91433" marT="45711" marB="45711"/>
                </a:tc>
                <a:extLst>
                  <a:ext uri="{0D108BD9-81ED-4DB2-BD59-A6C34878D82A}">
                    <a16:rowId xmlns:a16="http://schemas.microsoft.com/office/drawing/2014/main" val="10002"/>
                  </a:ext>
                </a:extLst>
              </a:tr>
              <a:tr h="396159">
                <a:tc>
                  <a:txBody>
                    <a:bodyPr/>
                    <a:lstStyle/>
                    <a:p>
                      <a:r>
                        <a:rPr lang="ru-RU" sz="2000" dirty="0">
                          <a:latin typeface="Century" panose="02040604050505020304" pitchFamily="18" charset="0"/>
                        </a:rPr>
                        <a:t>Сырье М2</a:t>
                      </a:r>
                    </a:p>
                  </a:txBody>
                  <a:tcPr marL="91433" marR="91433" marT="45711" marB="45711"/>
                </a:tc>
                <a:tc>
                  <a:txBody>
                    <a:bodyPr/>
                    <a:lstStyle/>
                    <a:p>
                      <a:r>
                        <a:rPr lang="ru-RU" sz="2000" dirty="0">
                          <a:latin typeface="Century" panose="02040604050505020304" pitchFamily="18" charset="0"/>
                        </a:rPr>
                        <a:t>1</a:t>
                      </a:r>
                    </a:p>
                  </a:txBody>
                  <a:tcPr marL="91433" marR="91433" marT="45711" marB="45711"/>
                </a:tc>
                <a:tc>
                  <a:txBody>
                    <a:bodyPr/>
                    <a:lstStyle/>
                    <a:p>
                      <a:r>
                        <a:rPr lang="ru-RU" sz="2000" dirty="0">
                          <a:latin typeface="Century" panose="02040604050505020304" pitchFamily="18" charset="0"/>
                        </a:rPr>
                        <a:t>2</a:t>
                      </a:r>
                    </a:p>
                  </a:txBody>
                  <a:tcPr marL="91433" marR="91433" marT="45711" marB="45711"/>
                </a:tc>
                <a:tc>
                  <a:txBody>
                    <a:bodyPr/>
                    <a:lstStyle/>
                    <a:p>
                      <a:r>
                        <a:rPr lang="ru-RU" sz="2000" dirty="0">
                          <a:latin typeface="Century" panose="02040604050505020304" pitchFamily="18" charset="0"/>
                        </a:rPr>
                        <a:t>6</a:t>
                      </a:r>
                    </a:p>
                  </a:txBody>
                  <a:tcPr marL="91433" marR="91433" marT="45711" marB="45711"/>
                </a:tc>
                <a:extLst>
                  <a:ext uri="{0D108BD9-81ED-4DB2-BD59-A6C34878D82A}">
                    <a16:rowId xmlns:a16="http://schemas.microsoft.com/office/drawing/2014/main" val="10003"/>
                  </a:ext>
                </a:extLst>
              </a:tr>
              <a:tr h="1005635">
                <a:tc>
                  <a:txBody>
                    <a:bodyPr/>
                    <a:lstStyle/>
                    <a:p>
                      <a:r>
                        <a:rPr lang="ru-RU" sz="2000" dirty="0">
                          <a:latin typeface="Century" panose="02040604050505020304" pitchFamily="18" charset="0"/>
                        </a:rPr>
                        <a:t>Доход (в 1000</a:t>
                      </a:r>
                      <a:r>
                        <a:rPr lang="en-US" sz="2000" dirty="0">
                          <a:latin typeface="Century" panose="02040604050505020304" pitchFamily="18" charset="0"/>
                        </a:rPr>
                        <a:t>$</a:t>
                      </a:r>
                      <a:r>
                        <a:rPr lang="ru-RU" sz="2000" dirty="0">
                          <a:latin typeface="Century" panose="02040604050505020304" pitchFamily="18" charset="0"/>
                        </a:rPr>
                        <a:t>) на тонну краски</a:t>
                      </a:r>
                    </a:p>
                  </a:txBody>
                  <a:tcPr marL="91433" marR="91433" marT="45711" marB="45711"/>
                </a:tc>
                <a:tc>
                  <a:txBody>
                    <a:bodyPr/>
                    <a:lstStyle/>
                    <a:p>
                      <a:r>
                        <a:rPr lang="ru-RU" sz="2000" dirty="0">
                          <a:latin typeface="Century" panose="02040604050505020304" pitchFamily="18" charset="0"/>
                        </a:rPr>
                        <a:t>5</a:t>
                      </a:r>
                    </a:p>
                  </a:txBody>
                  <a:tcPr marL="91433" marR="91433" marT="45711" marB="45711"/>
                </a:tc>
                <a:tc>
                  <a:txBody>
                    <a:bodyPr/>
                    <a:lstStyle/>
                    <a:p>
                      <a:r>
                        <a:rPr lang="ru-RU" sz="2000" dirty="0">
                          <a:latin typeface="Century" panose="02040604050505020304" pitchFamily="18" charset="0"/>
                        </a:rPr>
                        <a:t>4</a:t>
                      </a:r>
                    </a:p>
                  </a:txBody>
                  <a:tcPr marL="91433" marR="91433" marT="45711" marB="45711"/>
                </a:tc>
                <a:tc>
                  <a:txBody>
                    <a:bodyPr/>
                    <a:lstStyle/>
                    <a:p>
                      <a:endParaRPr lang="ru-RU" sz="2000" dirty="0">
                        <a:latin typeface="Century" panose="02040604050505020304" pitchFamily="18" charset="0"/>
                      </a:endParaRPr>
                    </a:p>
                  </a:txBody>
                  <a:tcPr marL="91433" marR="91433" marT="45711" marB="45711"/>
                </a:tc>
                <a:extLst>
                  <a:ext uri="{0D108BD9-81ED-4DB2-BD59-A6C34878D82A}">
                    <a16:rowId xmlns:a16="http://schemas.microsoft.com/office/drawing/2014/main" val="10004"/>
                  </a:ext>
                </a:extLst>
              </a:tr>
            </a:tbl>
          </a:graphicData>
        </a:graphic>
      </p:graphicFrame>
    </p:spTree>
  </p:cSld>
  <p:clrMapOvr>
    <a:masterClrMapping/>
  </p:clrMapOvr>
  <p:transition spd="slow">
    <p:push dir="u"/>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a:extLst>
              <a:ext uri="{FF2B5EF4-FFF2-40B4-BE49-F238E27FC236}">
                <a16:creationId xmlns:a16="http://schemas.microsoft.com/office/drawing/2014/main" id="{90789347-509F-4F59-865B-DDFC42EB5318}"/>
              </a:ext>
            </a:extLst>
          </p:cNvPr>
          <p:cNvSpPr/>
          <p:nvPr/>
        </p:nvSpPr>
        <p:spPr>
          <a:xfrm>
            <a:off x="842963" y="325438"/>
            <a:ext cx="7561262" cy="577850"/>
          </a:xfrm>
          <a:prstGeom prst="rect">
            <a:avLst/>
          </a:prstGeom>
        </p:spPr>
        <p:txBody>
          <a:bodyPr>
            <a:spAutoFit/>
          </a:bodyPr>
          <a:lstStyle/>
          <a:p>
            <a:pPr algn="ctr">
              <a:lnSpc>
                <a:spcPct val="150000"/>
              </a:lnSpc>
            </a:pPr>
            <a:r>
              <a:rPr lang="ru-RU" altLang="zh-CN" sz="2400" b="1" dirty="0">
                <a:solidFill>
                  <a:srgbClr val="FF0000"/>
                </a:solidFill>
                <a:latin typeface="Century" panose="02040604050505020304" pitchFamily="18" charset="0"/>
                <a:cs typeface="Times New Roman" panose="02020603050405020304" pitchFamily="18" charset="0"/>
              </a:rPr>
              <a:t>МАТЕМАТИЧЕСКАЯ МОДЕЛЬ</a:t>
            </a:r>
            <a:endParaRPr lang="en-US" altLang="ru-RU" sz="2400" dirty="0">
              <a:solidFill>
                <a:srgbClr val="FF0000"/>
              </a:solidFill>
              <a:latin typeface="Century" panose="02040604050505020304" pitchFamily="18" charset="0"/>
              <a:cs typeface="Times New Roman" panose="02020603050405020304" pitchFamily="18" charset="0"/>
            </a:endParaRPr>
          </a:p>
        </p:txBody>
      </p:sp>
      <p:sp>
        <p:nvSpPr>
          <p:cNvPr id="23554" name="Прямоугольник 4">
            <a:extLst>
              <a:ext uri="{FF2B5EF4-FFF2-40B4-BE49-F238E27FC236}">
                <a16:creationId xmlns:a16="http://schemas.microsoft.com/office/drawing/2014/main" id="{250B9F9A-5C04-4549-822B-8642ABB67659}"/>
              </a:ext>
            </a:extLst>
          </p:cNvPr>
          <p:cNvSpPr>
            <a:spLocks noChangeArrowheads="1"/>
          </p:cNvSpPr>
          <p:nvPr/>
        </p:nvSpPr>
        <p:spPr bwMode="auto">
          <a:xfrm>
            <a:off x="374650" y="979488"/>
            <a:ext cx="8497888" cy="181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r>
              <a:rPr lang="ru-RU" altLang="zh-CN" sz="2400" dirty="0">
                <a:latin typeface="Times New Roman" panose="02020603050405020304" pitchFamily="18" charset="0"/>
                <a:cs typeface="Times New Roman" panose="02020603050405020304" pitchFamily="18" charset="0"/>
              </a:rPr>
              <a:t>Х</a:t>
            </a:r>
            <a:r>
              <a:rPr lang="ru-RU" altLang="zh-CN" sz="2400" baseline="-25000" dirty="0">
                <a:latin typeface="Times New Roman" panose="02020603050405020304" pitchFamily="18" charset="0"/>
                <a:cs typeface="Times New Roman" panose="02020603050405020304" pitchFamily="18" charset="0"/>
              </a:rPr>
              <a:t>1</a:t>
            </a:r>
            <a:r>
              <a:rPr lang="ru-RU" altLang="zh-CN" sz="2400" dirty="0">
                <a:latin typeface="Times New Roman" panose="02020603050405020304" pitchFamily="18" charset="0"/>
                <a:cs typeface="Times New Roman" panose="02020603050405020304" pitchFamily="18" charset="0"/>
              </a:rPr>
              <a:t> – ежедневный объем производства черной краски</a:t>
            </a:r>
          </a:p>
          <a:p>
            <a:pPr algn="just"/>
            <a:r>
              <a:rPr lang="ru-RU" altLang="zh-CN" sz="2400" dirty="0">
                <a:latin typeface="Times New Roman" panose="02020603050405020304" pitchFamily="18" charset="0"/>
                <a:cs typeface="Times New Roman" panose="02020603050405020304" pitchFamily="18" charset="0"/>
              </a:rPr>
              <a:t>Х</a:t>
            </a:r>
            <a:r>
              <a:rPr lang="ru-RU" altLang="zh-CN" sz="2400" baseline="-25000" dirty="0">
                <a:latin typeface="Times New Roman" panose="02020603050405020304" pitchFamily="18" charset="0"/>
                <a:cs typeface="Times New Roman" panose="02020603050405020304" pitchFamily="18" charset="0"/>
              </a:rPr>
              <a:t>2</a:t>
            </a:r>
            <a:r>
              <a:rPr lang="ru-RU" altLang="zh-CN" sz="2400" dirty="0">
                <a:latin typeface="Times New Roman" panose="02020603050405020304" pitchFamily="18" charset="0"/>
                <a:cs typeface="Times New Roman" panose="02020603050405020304" pitchFamily="18" charset="0"/>
              </a:rPr>
              <a:t> – ежедневный объем производства синей краски</a:t>
            </a:r>
            <a:endParaRPr lang="en-US" altLang="ru-RU" sz="2400" dirty="0">
              <a:latin typeface="Times New Roman" panose="02020603050405020304" pitchFamily="18" charset="0"/>
              <a:cs typeface="Times New Roman" panose="02020603050405020304" pitchFamily="18" charset="0"/>
            </a:endParaRPr>
          </a:p>
          <a:p>
            <a:pPr algn="just"/>
            <a:endParaRPr lang="en-US" altLang="ru-RU" sz="2400" dirty="0">
              <a:latin typeface="Century" panose="02040604050505020304" pitchFamily="18" charset="0"/>
            </a:endParaRPr>
          </a:p>
          <a:p>
            <a:pPr algn="ctr"/>
            <a:r>
              <a:rPr lang="en-US" altLang="ru-RU" sz="4000" dirty="0">
                <a:latin typeface="Century" panose="02040604050505020304" pitchFamily="18" charset="0"/>
              </a:rPr>
              <a:t>Z = 5x</a:t>
            </a:r>
            <a:r>
              <a:rPr lang="en-US" altLang="ru-RU" sz="4000" baseline="-25000" dirty="0">
                <a:latin typeface="Century" panose="02040604050505020304" pitchFamily="18" charset="0"/>
              </a:rPr>
              <a:t>1 </a:t>
            </a:r>
            <a:r>
              <a:rPr lang="en-US" altLang="ru-RU" sz="4000" dirty="0">
                <a:latin typeface="Century" panose="02040604050505020304" pitchFamily="18" charset="0"/>
              </a:rPr>
              <a:t>+ 4x</a:t>
            </a:r>
            <a:r>
              <a:rPr lang="en-US" altLang="ru-RU" sz="4000" baseline="-25000" dirty="0">
                <a:latin typeface="Century" panose="02040604050505020304" pitchFamily="18" charset="0"/>
              </a:rPr>
              <a:t>2 </a:t>
            </a:r>
            <a:r>
              <a:rPr lang="en-US" altLang="ru-RU" sz="4000" dirty="0">
                <a:latin typeface="Century" panose="02040604050505020304" pitchFamily="18" charset="0"/>
              </a:rPr>
              <a:t>→ max.</a:t>
            </a:r>
          </a:p>
        </p:txBody>
      </p:sp>
      <p:graphicFrame>
        <p:nvGraphicFramePr>
          <p:cNvPr id="23555" name="Объект 6">
            <a:extLst>
              <a:ext uri="{FF2B5EF4-FFF2-40B4-BE49-F238E27FC236}">
                <a16:creationId xmlns:a16="http://schemas.microsoft.com/office/drawing/2014/main" id="{DF4DC102-87DC-4BF0-B65F-EAF195868EAB}"/>
              </a:ext>
            </a:extLst>
          </p:cNvPr>
          <p:cNvGraphicFramePr>
            <a:graphicFrameLocks noChangeAspect="1"/>
          </p:cNvGraphicFramePr>
          <p:nvPr/>
        </p:nvGraphicFramePr>
        <p:xfrm>
          <a:off x="2700338" y="2997200"/>
          <a:ext cx="2949575" cy="3378200"/>
        </p:xfrm>
        <a:graphic>
          <a:graphicData uri="http://schemas.openxmlformats.org/presentationml/2006/ole">
            <mc:AlternateContent xmlns:mc="http://schemas.openxmlformats.org/markup-compatibility/2006">
              <mc:Choice xmlns:v="urn:schemas-microsoft-com:vml" Requires="v">
                <p:oleObj spid="_x0000_s23566" r:id="rId3" imgW="939800" imgH="1079500" progId="Equation.3">
                  <p:embed/>
                </p:oleObj>
              </mc:Choice>
              <mc:Fallback>
                <p:oleObj r:id="rId3" imgW="939800" imgH="1079500" progId="Equation.3">
                  <p:embed/>
                  <p:pic>
                    <p:nvPicPr>
                      <p:cNvPr id="0" name="Объект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00338" y="2997200"/>
                        <a:ext cx="2949575" cy="337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 name="Прямоугольник 4">
            <a:extLst>
              <a:ext uri="{FF2B5EF4-FFF2-40B4-BE49-F238E27FC236}">
                <a16:creationId xmlns:a16="http://schemas.microsoft.com/office/drawing/2014/main" id="{011ECAB2-6B73-4EA2-9B1B-3F5638369345}"/>
              </a:ext>
            </a:extLst>
          </p:cNvPr>
          <p:cNvSpPr/>
          <p:nvPr/>
        </p:nvSpPr>
        <p:spPr>
          <a:xfrm>
            <a:off x="6084126" y="3255139"/>
            <a:ext cx="2949575" cy="2862322"/>
          </a:xfrm>
          <a:prstGeom prst="rect">
            <a:avLst/>
          </a:prstGeom>
        </p:spPr>
        <p:txBody>
          <a:bodyPr wrap="square">
            <a:spAutoFit/>
          </a:bodyPr>
          <a:lstStyle/>
          <a:p>
            <a:r>
              <a:rPr lang="ru-RU" dirty="0">
                <a:solidFill>
                  <a:srgbClr val="FF0000"/>
                </a:solidFill>
              </a:rPr>
              <a:t>Изучение рынка сбыта показало, что суточный спрос на </a:t>
            </a:r>
            <a:r>
              <a:rPr lang="ru-RU" dirty="0">
                <a:solidFill>
                  <a:schemeClr val="accent1"/>
                </a:solidFill>
              </a:rPr>
              <a:t>синюю</a:t>
            </a:r>
            <a:r>
              <a:rPr lang="ru-RU" dirty="0">
                <a:solidFill>
                  <a:srgbClr val="FF0000"/>
                </a:solidFill>
              </a:rPr>
              <a:t> краску никогда не превышает спроса на </a:t>
            </a:r>
            <a:r>
              <a:rPr lang="ru-RU" dirty="0"/>
              <a:t>черную</a:t>
            </a:r>
            <a:r>
              <a:rPr lang="ru-RU" dirty="0">
                <a:solidFill>
                  <a:srgbClr val="FF0000"/>
                </a:solidFill>
              </a:rPr>
              <a:t> краску более, чем на 1 т. Кроме того, установлено, что спрос на </a:t>
            </a:r>
            <a:r>
              <a:rPr lang="ru-RU" dirty="0">
                <a:solidFill>
                  <a:schemeClr val="accent1"/>
                </a:solidFill>
              </a:rPr>
              <a:t>синюю</a:t>
            </a:r>
            <a:r>
              <a:rPr lang="ru-RU" dirty="0">
                <a:solidFill>
                  <a:srgbClr val="FF0000"/>
                </a:solidFill>
              </a:rPr>
              <a:t> краску никогда не превышает 2 т в сутки.</a:t>
            </a:r>
          </a:p>
        </p:txBody>
      </p:sp>
    </p:spTree>
  </p:cSld>
  <p:clrMapOvr>
    <a:masterClrMapping/>
  </p:clrMapOvr>
  <p:transition spd="slow">
    <p:push dir="u"/>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2">
            <a:extLst>
              <a:ext uri="{FF2B5EF4-FFF2-40B4-BE49-F238E27FC236}">
                <a16:creationId xmlns:a16="http://schemas.microsoft.com/office/drawing/2014/main" id="{6320B540-43B8-4BD6-A622-F352CA05F943}"/>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US" altLang="ru-RU"/>
          </a:p>
        </p:txBody>
      </p:sp>
      <p:cxnSp>
        <p:nvCxnSpPr>
          <p:cNvPr id="7" name="Прямая соединительная линия 6">
            <a:extLst>
              <a:ext uri="{FF2B5EF4-FFF2-40B4-BE49-F238E27FC236}">
                <a16:creationId xmlns:a16="http://schemas.microsoft.com/office/drawing/2014/main" id="{FA773713-B176-4E91-AEC5-362904233902}"/>
              </a:ext>
            </a:extLst>
          </p:cNvPr>
          <p:cNvCxnSpPr/>
          <p:nvPr/>
        </p:nvCxnSpPr>
        <p:spPr>
          <a:xfrm>
            <a:off x="468313" y="260350"/>
            <a:ext cx="0" cy="6334125"/>
          </a:xfrm>
          <a:prstGeom prst="line">
            <a:avLst/>
          </a:prstGeom>
          <a:ln w="38100">
            <a:solidFill>
              <a:schemeClr val="tx1"/>
            </a:solidFill>
            <a:headEnd type="stealth"/>
            <a:tailEnd type="none"/>
          </a:ln>
        </p:spPr>
        <p:style>
          <a:lnRef idx="1">
            <a:schemeClr val="accent1"/>
          </a:lnRef>
          <a:fillRef idx="0">
            <a:schemeClr val="accent1"/>
          </a:fillRef>
          <a:effectRef idx="0">
            <a:schemeClr val="accent1"/>
          </a:effectRef>
          <a:fontRef idx="minor">
            <a:schemeClr val="tx1"/>
          </a:fontRef>
        </p:style>
      </p:cxnSp>
      <p:cxnSp>
        <p:nvCxnSpPr>
          <p:cNvPr id="9" name="Прямая соединительная линия 8">
            <a:extLst>
              <a:ext uri="{FF2B5EF4-FFF2-40B4-BE49-F238E27FC236}">
                <a16:creationId xmlns:a16="http://schemas.microsoft.com/office/drawing/2014/main" id="{40EEF6F0-701D-44BB-857A-561C49F29620}"/>
              </a:ext>
            </a:extLst>
          </p:cNvPr>
          <p:cNvCxnSpPr/>
          <p:nvPr/>
        </p:nvCxnSpPr>
        <p:spPr>
          <a:xfrm>
            <a:off x="198438" y="6308725"/>
            <a:ext cx="8334375" cy="0"/>
          </a:xfrm>
          <a:prstGeom prst="line">
            <a:avLst/>
          </a:prstGeom>
          <a:ln w="38100">
            <a:solidFill>
              <a:schemeClr val="tx1"/>
            </a:solidFill>
            <a:tailEnd type="stealth"/>
          </a:ln>
        </p:spPr>
        <p:style>
          <a:lnRef idx="1">
            <a:schemeClr val="accent1"/>
          </a:lnRef>
          <a:fillRef idx="0">
            <a:schemeClr val="accent1"/>
          </a:fillRef>
          <a:effectRef idx="0">
            <a:schemeClr val="accent1"/>
          </a:effectRef>
          <a:fontRef idx="minor">
            <a:schemeClr val="tx1"/>
          </a:fontRef>
        </p:style>
      </p:cxnSp>
      <p:cxnSp>
        <p:nvCxnSpPr>
          <p:cNvPr id="11" name="Прямая соединительная линия 10">
            <a:extLst>
              <a:ext uri="{FF2B5EF4-FFF2-40B4-BE49-F238E27FC236}">
                <a16:creationId xmlns:a16="http://schemas.microsoft.com/office/drawing/2014/main" id="{AF263AF7-ABB3-417B-88A3-43C9AED2C4AD}"/>
              </a:ext>
            </a:extLst>
          </p:cNvPr>
          <p:cNvCxnSpPr/>
          <p:nvPr/>
        </p:nvCxnSpPr>
        <p:spPr>
          <a:xfrm>
            <a:off x="1331913" y="6237288"/>
            <a:ext cx="0" cy="144462"/>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Прямая соединительная линия 11">
            <a:extLst>
              <a:ext uri="{FF2B5EF4-FFF2-40B4-BE49-F238E27FC236}">
                <a16:creationId xmlns:a16="http://schemas.microsoft.com/office/drawing/2014/main" id="{3B4872D9-AB36-43AA-AE35-36862D1DBD23}"/>
              </a:ext>
            </a:extLst>
          </p:cNvPr>
          <p:cNvCxnSpPr/>
          <p:nvPr/>
        </p:nvCxnSpPr>
        <p:spPr>
          <a:xfrm>
            <a:off x="2195513" y="6237288"/>
            <a:ext cx="0" cy="144462"/>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Прямая соединительная линия 12">
            <a:extLst>
              <a:ext uri="{FF2B5EF4-FFF2-40B4-BE49-F238E27FC236}">
                <a16:creationId xmlns:a16="http://schemas.microsoft.com/office/drawing/2014/main" id="{9678209E-ECEC-4CAC-8BC1-9462F8DEC923}"/>
              </a:ext>
            </a:extLst>
          </p:cNvPr>
          <p:cNvCxnSpPr/>
          <p:nvPr/>
        </p:nvCxnSpPr>
        <p:spPr>
          <a:xfrm>
            <a:off x="3059113" y="6237288"/>
            <a:ext cx="0" cy="144462"/>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Прямая соединительная линия 13">
            <a:extLst>
              <a:ext uri="{FF2B5EF4-FFF2-40B4-BE49-F238E27FC236}">
                <a16:creationId xmlns:a16="http://schemas.microsoft.com/office/drawing/2014/main" id="{366E45AF-6B41-4C06-83AA-51C3F2E1784C}"/>
              </a:ext>
            </a:extLst>
          </p:cNvPr>
          <p:cNvCxnSpPr/>
          <p:nvPr/>
        </p:nvCxnSpPr>
        <p:spPr>
          <a:xfrm>
            <a:off x="3924300" y="6237288"/>
            <a:ext cx="0" cy="144462"/>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Прямая соединительная линия 14">
            <a:extLst>
              <a:ext uri="{FF2B5EF4-FFF2-40B4-BE49-F238E27FC236}">
                <a16:creationId xmlns:a16="http://schemas.microsoft.com/office/drawing/2014/main" id="{18C43E34-7F80-483B-9EF1-1DB19DE94A3E}"/>
              </a:ext>
            </a:extLst>
          </p:cNvPr>
          <p:cNvCxnSpPr/>
          <p:nvPr/>
        </p:nvCxnSpPr>
        <p:spPr>
          <a:xfrm>
            <a:off x="4787900" y="6237288"/>
            <a:ext cx="0" cy="144462"/>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Прямая соединительная линия 15">
            <a:extLst>
              <a:ext uri="{FF2B5EF4-FFF2-40B4-BE49-F238E27FC236}">
                <a16:creationId xmlns:a16="http://schemas.microsoft.com/office/drawing/2014/main" id="{BFA23EC7-7AC2-471E-9489-AD659C12A6A3}"/>
              </a:ext>
            </a:extLst>
          </p:cNvPr>
          <p:cNvCxnSpPr/>
          <p:nvPr/>
        </p:nvCxnSpPr>
        <p:spPr>
          <a:xfrm>
            <a:off x="5651500" y="6237288"/>
            <a:ext cx="0" cy="144462"/>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Прямая соединительная линия 16">
            <a:extLst>
              <a:ext uri="{FF2B5EF4-FFF2-40B4-BE49-F238E27FC236}">
                <a16:creationId xmlns:a16="http://schemas.microsoft.com/office/drawing/2014/main" id="{6ADD5789-F3AB-410E-A041-5CA284F9C667}"/>
              </a:ext>
            </a:extLst>
          </p:cNvPr>
          <p:cNvCxnSpPr/>
          <p:nvPr/>
        </p:nvCxnSpPr>
        <p:spPr>
          <a:xfrm>
            <a:off x="6516688" y="6237288"/>
            <a:ext cx="0" cy="144462"/>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Прямая соединительная линия 18">
            <a:extLst>
              <a:ext uri="{FF2B5EF4-FFF2-40B4-BE49-F238E27FC236}">
                <a16:creationId xmlns:a16="http://schemas.microsoft.com/office/drawing/2014/main" id="{FBF6C774-0336-4F49-9186-B20E235969E5}"/>
              </a:ext>
            </a:extLst>
          </p:cNvPr>
          <p:cNvCxnSpPr/>
          <p:nvPr/>
        </p:nvCxnSpPr>
        <p:spPr>
          <a:xfrm>
            <a:off x="395288" y="5445125"/>
            <a:ext cx="144462" cy="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0" name="Прямая соединительная линия 19">
            <a:extLst>
              <a:ext uri="{FF2B5EF4-FFF2-40B4-BE49-F238E27FC236}">
                <a16:creationId xmlns:a16="http://schemas.microsoft.com/office/drawing/2014/main" id="{CBD31240-01B0-4B7D-A85D-B782906A1F1C}"/>
              </a:ext>
            </a:extLst>
          </p:cNvPr>
          <p:cNvCxnSpPr/>
          <p:nvPr/>
        </p:nvCxnSpPr>
        <p:spPr>
          <a:xfrm>
            <a:off x="395288" y="4581525"/>
            <a:ext cx="144462" cy="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1" name="Прямая соединительная линия 20">
            <a:extLst>
              <a:ext uri="{FF2B5EF4-FFF2-40B4-BE49-F238E27FC236}">
                <a16:creationId xmlns:a16="http://schemas.microsoft.com/office/drawing/2014/main" id="{BAF0DF43-6F6B-4745-BCCE-3EACB6E2D792}"/>
              </a:ext>
            </a:extLst>
          </p:cNvPr>
          <p:cNvCxnSpPr/>
          <p:nvPr/>
        </p:nvCxnSpPr>
        <p:spPr>
          <a:xfrm>
            <a:off x="395288" y="3789363"/>
            <a:ext cx="144462" cy="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2" name="Прямая соединительная линия 21">
            <a:extLst>
              <a:ext uri="{FF2B5EF4-FFF2-40B4-BE49-F238E27FC236}">
                <a16:creationId xmlns:a16="http://schemas.microsoft.com/office/drawing/2014/main" id="{83BEE649-6A23-497D-BF14-651F20C0A7EE}"/>
              </a:ext>
            </a:extLst>
          </p:cNvPr>
          <p:cNvCxnSpPr/>
          <p:nvPr/>
        </p:nvCxnSpPr>
        <p:spPr>
          <a:xfrm>
            <a:off x="395288" y="2997200"/>
            <a:ext cx="144462" cy="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3" name="Прямая соединительная линия 22">
            <a:extLst>
              <a:ext uri="{FF2B5EF4-FFF2-40B4-BE49-F238E27FC236}">
                <a16:creationId xmlns:a16="http://schemas.microsoft.com/office/drawing/2014/main" id="{83FB84E0-14DA-46D9-8F1C-03FB66C76076}"/>
              </a:ext>
            </a:extLst>
          </p:cNvPr>
          <p:cNvCxnSpPr/>
          <p:nvPr/>
        </p:nvCxnSpPr>
        <p:spPr>
          <a:xfrm>
            <a:off x="395288" y="2205038"/>
            <a:ext cx="144462" cy="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4" name="Прямая соединительная линия 23">
            <a:extLst>
              <a:ext uri="{FF2B5EF4-FFF2-40B4-BE49-F238E27FC236}">
                <a16:creationId xmlns:a16="http://schemas.microsoft.com/office/drawing/2014/main" id="{0571BAA9-DFBC-4A4C-BF90-437077ACE451}"/>
              </a:ext>
            </a:extLst>
          </p:cNvPr>
          <p:cNvCxnSpPr/>
          <p:nvPr/>
        </p:nvCxnSpPr>
        <p:spPr>
          <a:xfrm>
            <a:off x="395288" y="1412875"/>
            <a:ext cx="144462" cy="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
        <p:nvSpPr>
          <p:cNvPr id="24593" name="TextBox 24">
            <a:extLst>
              <a:ext uri="{FF2B5EF4-FFF2-40B4-BE49-F238E27FC236}">
                <a16:creationId xmlns:a16="http://schemas.microsoft.com/office/drawing/2014/main" id="{73CE1041-9655-4D41-80A3-3ACFEA441521}"/>
              </a:ext>
            </a:extLst>
          </p:cNvPr>
          <p:cNvSpPr txBox="1">
            <a:spLocks noChangeArrowheads="1"/>
          </p:cNvSpPr>
          <p:nvPr/>
        </p:nvSpPr>
        <p:spPr bwMode="auto">
          <a:xfrm>
            <a:off x="1258888" y="6381750"/>
            <a:ext cx="30797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ru-RU" altLang="zh-CN"/>
              <a:t>1</a:t>
            </a:r>
            <a:endParaRPr lang="en-US" altLang="ru-RU"/>
          </a:p>
        </p:txBody>
      </p:sp>
      <p:sp>
        <p:nvSpPr>
          <p:cNvPr id="24594" name="TextBox 25">
            <a:extLst>
              <a:ext uri="{FF2B5EF4-FFF2-40B4-BE49-F238E27FC236}">
                <a16:creationId xmlns:a16="http://schemas.microsoft.com/office/drawing/2014/main" id="{83A992B5-92D7-4A46-8365-853E38056DE4}"/>
              </a:ext>
            </a:extLst>
          </p:cNvPr>
          <p:cNvSpPr txBox="1">
            <a:spLocks noChangeArrowheads="1"/>
          </p:cNvSpPr>
          <p:nvPr/>
        </p:nvSpPr>
        <p:spPr bwMode="auto">
          <a:xfrm>
            <a:off x="44450" y="5260975"/>
            <a:ext cx="306388"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ru-RU" altLang="zh-CN"/>
              <a:t>1</a:t>
            </a:r>
            <a:endParaRPr lang="en-US" altLang="ru-RU"/>
          </a:p>
        </p:txBody>
      </p:sp>
      <p:sp>
        <p:nvSpPr>
          <p:cNvPr id="24595" name="TextBox 26">
            <a:extLst>
              <a:ext uri="{FF2B5EF4-FFF2-40B4-BE49-F238E27FC236}">
                <a16:creationId xmlns:a16="http://schemas.microsoft.com/office/drawing/2014/main" id="{D100B021-1C63-4CAC-ACC3-28561489208E}"/>
              </a:ext>
            </a:extLst>
          </p:cNvPr>
          <p:cNvSpPr txBox="1">
            <a:spLocks noChangeArrowheads="1"/>
          </p:cNvSpPr>
          <p:nvPr/>
        </p:nvSpPr>
        <p:spPr bwMode="auto">
          <a:xfrm>
            <a:off x="2146300" y="6381750"/>
            <a:ext cx="30797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ru-RU" altLang="zh-CN"/>
              <a:t>2</a:t>
            </a:r>
            <a:endParaRPr lang="en-US" altLang="ru-RU"/>
          </a:p>
        </p:txBody>
      </p:sp>
      <p:sp>
        <p:nvSpPr>
          <p:cNvPr id="24596" name="TextBox 27">
            <a:extLst>
              <a:ext uri="{FF2B5EF4-FFF2-40B4-BE49-F238E27FC236}">
                <a16:creationId xmlns:a16="http://schemas.microsoft.com/office/drawing/2014/main" id="{D4D1A030-4FD3-4BCF-89E7-F3A80BBE6851}"/>
              </a:ext>
            </a:extLst>
          </p:cNvPr>
          <p:cNvSpPr txBox="1">
            <a:spLocks noChangeArrowheads="1"/>
          </p:cNvSpPr>
          <p:nvPr/>
        </p:nvSpPr>
        <p:spPr bwMode="auto">
          <a:xfrm>
            <a:off x="44450" y="4395788"/>
            <a:ext cx="306388"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ru-RU" altLang="zh-CN"/>
              <a:t>2</a:t>
            </a:r>
            <a:endParaRPr lang="en-US" altLang="ru-RU"/>
          </a:p>
        </p:txBody>
      </p:sp>
      <p:sp>
        <p:nvSpPr>
          <p:cNvPr id="24597" name="TextBox 28">
            <a:extLst>
              <a:ext uri="{FF2B5EF4-FFF2-40B4-BE49-F238E27FC236}">
                <a16:creationId xmlns:a16="http://schemas.microsoft.com/office/drawing/2014/main" id="{E356C259-161B-4C81-B022-FF30ADF479EF}"/>
              </a:ext>
            </a:extLst>
          </p:cNvPr>
          <p:cNvSpPr txBox="1">
            <a:spLocks noChangeArrowheads="1"/>
          </p:cNvSpPr>
          <p:nvPr/>
        </p:nvSpPr>
        <p:spPr bwMode="auto">
          <a:xfrm>
            <a:off x="3059113" y="6381750"/>
            <a:ext cx="30797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ru-RU" altLang="zh-CN"/>
              <a:t>3</a:t>
            </a:r>
            <a:endParaRPr lang="en-US" altLang="ru-RU"/>
          </a:p>
        </p:txBody>
      </p:sp>
      <p:sp>
        <p:nvSpPr>
          <p:cNvPr id="24598" name="TextBox 29">
            <a:extLst>
              <a:ext uri="{FF2B5EF4-FFF2-40B4-BE49-F238E27FC236}">
                <a16:creationId xmlns:a16="http://schemas.microsoft.com/office/drawing/2014/main" id="{74A5D068-3B6F-46F1-9F74-F983D4D3415F}"/>
              </a:ext>
            </a:extLst>
          </p:cNvPr>
          <p:cNvSpPr txBox="1">
            <a:spLocks noChangeArrowheads="1"/>
          </p:cNvSpPr>
          <p:nvPr/>
        </p:nvSpPr>
        <p:spPr bwMode="auto">
          <a:xfrm>
            <a:off x="44450" y="3603625"/>
            <a:ext cx="30638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ru-RU" altLang="zh-CN"/>
              <a:t>3</a:t>
            </a:r>
            <a:endParaRPr lang="en-US" altLang="ru-RU"/>
          </a:p>
        </p:txBody>
      </p:sp>
      <p:sp>
        <p:nvSpPr>
          <p:cNvPr id="24599" name="TextBox 30">
            <a:extLst>
              <a:ext uri="{FF2B5EF4-FFF2-40B4-BE49-F238E27FC236}">
                <a16:creationId xmlns:a16="http://schemas.microsoft.com/office/drawing/2014/main" id="{09D39A8A-6DF2-451E-AAAF-9B9F8D2B9E8F}"/>
              </a:ext>
            </a:extLst>
          </p:cNvPr>
          <p:cNvSpPr txBox="1">
            <a:spLocks noChangeArrowheads="1"/>
          </p:cNvSpPr>
          <p:nvPr/>
        </p:nvSpPr>
        <p:spPr bwMode="auto">
          <a:xfrm>
            <a:off x="3924300" y="6381750"/>
            <a:ext cx="306388"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ru-RU" altLang="zh-CN"/>
              <a:t>4</a:t>
            </a:r>
            <a:endParaRPr lang="en-US" altLang="ru-RU"/>
          </a:p>
        </p:txBody>
      </p:sp>
      <p:sp>
        <p:nvSpPr>
          <p:cNvPr id="24600" name="TextBox 31">
            <a:extLst>
              <a:ext uri="{FF2B5EF4-FFF2-40B4-BE49-F238E27FC236}">
                <a16:creationId xmlns:a16="http://schemas.microsoft.com/office/drawing/2014/main" id="{01FC7B93-AFCC-4446-B9F5-F7D8662237CA}"/>
              </a:ext>
            </a:extLst>
          </p:cNvPr>
          <p:cNvSpPr txBox="1">
            <a:spLocks noChangeArrowheads="1"/>
          </p:cNvSpPr>
          <p:nvPr/>
        </p:nvSpPr>
        <p:spPr bwMode="auto">
          <a:xfrm>
            <a:off x="44450" y="2813050"/>
            <a:ext cx="306388"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ru-RU" altLang="zh-CN"/>
              <a:t>4</a:t>
            </a:r>
            <a:endParaRPr lang="en-US" altLang="ru-RU"/>
          </a:p>
        </p:txBody>
      </p:sp>
      <p:sp>
        <p:nvSpPr>
          <p:cNvPr id="24601" name="TextBox 32">
            <a:extLst>
              <a:ext uri="{FF2B5EF4-FFF2-40B4-BE49-F238E27FC236}">
                <a16:creationId xmlns:a16="http://schemas.microsoft.com/office/drawing/2014/main" id="{2B79C697-F937-4E48-8D22-A14254084701}"/>
              </a:ext>
            </a:extLst>
          </p:cNvPr>
          <p:cNvSpPr txBox="1">
            <a:spLocks noChangeArrowheads="1"/>
          </p:cNvSpPr>
          <p:nvPr/>
        </p:nvSpPr>
        <p:spPr bwMode="auto">
          <a:xfrm>
            <a:off x="4735513" y="6391275"/>
            <a:ext cx="30638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ru-RU" altLang="zh-CN"/>
              <a:t>5</a:t>
            </a:r>
            <a:endParaRPr lang="en-US" altLang="ru-RU"/>
          </a:p>
        </p:txBody>
      </p:sp>
      <p:sp>
        <p:nvSpPr>
          <p:cNvPr id="24602" name="TextBox 33">
            <a:extLst>
              <a:ext uri="{FF2B5EF4-FFF2-40B4-BE49-F238E27FC236}">
                <a16:creationId xmlns:a16="http://schemas.microsoft.com/office/drawing/2014/main" id="{43509254-2425-4A72-AF9B-82BEA85AE4D2}"/>
              </a:ext>
            </a:extLst>
          </p:cNvPr>
          <p:cNvSpPr txBox="1">
            <a:spLocks noChangeArrowheads="1"/>
          </p:cNvSpPr>
          <p:nvPr/>
        </p:nvSpPr>
        <p:spPr bwMode="auto">
          <a:xfrm>
            <a:off x="5610225" y="6400800"/>
            <a:ext cx="30638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ru-RU" altLang="zh-CN"/>
              <a:t>6</a:t>
            </a:r>
            <a:endParaRPr lang="en-US" altLang="ru-RU"/>
          </a:p>
        </p:txBody>
      </p:sp>
      <p:sp>
        <p:nvSpPr>
          <p:cNvPr id="24603" name="TextBox 34">
            <a:extLst>
              <a:ext uri="{FF2B5EF4-FFF2-40B4-BE49-F238E27FC236}">
                <a16:creationId xmlns:a16="http://schemas.microsoft.com/office/drawing/2014/main" id="{4F9AE62B-DC01-4D08-B157-D297FED88EA1}"/>
              </a:ext>
            </a:extLst>
          </p:cNvPr>
          <p:cNvSpPr txBox="1">
            <a:spLocks noChangeArrowheads="1"/>
          </p:cNvSpPr>
          <p:nvPr/>
        </p:nvSpPr>
        <p:spPr bwMode="auto">
          <a:xfrm>
            <a:off x="6496050" y="6410325"/>
            <a:ext cx="30638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ru-RU" altLang="zh-CN"/>
              <a:t>7</a:t>
            </a:r>
            <a:endParaRPr lang="en-US" altLang="ru-RU"/>
          </a:p>
        </p:txBody>
      </p:sp>
      <p:sp>
        <p:nvSpPr>
          <p:cNvPr id="24604" name="TextBox 35">
            <a:extLst>
              <a:ext uri="{FF2B5EF4-FFF2-40B4-BE49-F238E27FC236}">
                <a16:creationId xmlns:a16="http://schemas.microsoft.com/office/drawing/2014/main" id="{CA1D3A75-B852-4715-BC91-0160B5D2615B}"/>
              </a:ext>
            </a:extLst>
          </p:cNvPr>
          <p:cNvSpPr txBox="1">
            <a:spLocks noChangeArrowheads="1"/>
          </p:cNvSpPr>
          <p:nvPr/>
        </p:nvSpPr>
        <p:spPr bwMode="auto">
          <a:xfrm>
            <a:off x="44450" y="2020888"/>
            <a:ext cx="306388"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ru-RU" altLang="zh-CN"/>
              <a:t>5</a:t>
            </a:r>
            <a:endParaRPr lang="en-US" altLang="ru-RU"/>
          </a:p>
        </p:txBody>
      </p:sp>
      <p:sp>
        <p:nvSpPr>
          <p:cNvPr id="24605" name="TextBox 36">
            <a:extLst>
              <a:ext uri="{FF2B5EF4-FFF2-40B4-BE49-F238E27FC236}">
                <a16:creationId xmlns:a16="http://schemas.microsoft.com/office/drawing/2014/main" id="{7E5E596D-BF05-4003-B862-5CE313EDE89E}"/>
              </a:ext>
            </a:extLst>
          </p:cNvPr>
          <p:cNvSpPr txBox="1">
            <a:spLocks noChangeArrowheads="1"/>
          </p:cNvSpPr>
          <p:nvPr/>
        </p:nvSpPr>
        <p:spPr bwMode="auto">
          <a:xfrm>
            <a:off x="44450" y="1228725"/>
            <a:ext cx="306388"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ru-RU" altLang="zh-CN"/>
              <a:t>6</a:t>
            </a:r>
            <a:endParaRPr lang="en-US" altLang="ru-RU"/>
          </a:p>
        </p:txBody>
      </p:sp>
      <p:cxnSp>
        <p:nvCxnSpPr>
          <p:cNvPr id="38" name="Прямая соединительная линия 37">
            <a:extLst>
              <a:ext uri="{FF2B5EF4-FFF2-40B4-BE49-F238E27FC236}">
                <a16:creationId xmlns:a16="http://schemas.microsoft.com/office/drawing/2014/main" id="{CC438455-D12C-485B-988D-31AD4B5D5E9C}"/>
              </a:ext>
            </a:extLst>
          </p:cNvPr>
          <p:cNvCxnSpPr/>
          <p:nvPr/>
        </p:nvCxnSpPr>
        <p:spPr>
          <a:xfrm>
            <a:off x="395288" y="620713"/>
            <a:ext cx="144462" cy="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
        <p:nvSpPr>
          <p:cNvPr id="24607" name="TextBox 38">
            <a:extLst>
              <a:ext uri="{FF2B5EF4-FFF2-40B4-BE49-F238E27FC236}">
                <a16:creationId xmlns:a16="http://schemas.microsoft.com/office/drawing/2014/main" id="{D9E2F8E2-BC36-4A29-86EC-D53850F07FDF}"/>
              </a:ext>
            </a:extLst>
          </p:cNvPr>
          <p:cNvSpPr txBox="1">
            <a:spLocks noChangeArrowheads="1"/>
          </p:cNvSpPr>
          <p:nvPr/>
        </p:nvSpPr>
        <p:spPr bwMode="auto">
          <a:xfrm>
            <a:off x="44450" y="436563"/>
            <a:ext cx="306388"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ru-RU" altLang="zh-CN"/>
              <a:t>7</a:t>
            </a:r>
            <a:endParaRPr lang="en-US" altLang="ru-RU"/>
          </a:p>
        </p:txBody>
      </p:sp>
      <p:sp>
        <p:nvSpPr>
          <p:cNvPr id="24608" name="TextBox 39">
            <a:extLst>
              <a:ext uri="{FF2B5EF4-FFF2-40B4-BE49-F238E27FC236}">
                <a16:creationId xmlns:a16="http://schemas.microsoft.com/office/drawing/2014/main" id="{27873F3B-B9E0-4292-901C-96E3DFC48379}"/>
              </a:ext>
            </a:extLst>
          </p:cNvPr>
          <p:cNvSpPr txBox="1">
            <a:spLocks noChangeArrowheads="1"/>
          </p:cNvSpPr>
          <p:nvPr/>
        </p:nvSpPr>
        <p:spPr bwMode="auto">
          <a:xfrm>
            <a:off x="8040688" y="6318250"/>
            <a:ext cx="4921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ru-RU" altLang="zh-CN" sz="2800" i="1"/>
              <a:t>х</a:t>
            </a:r>
            <a:r>
              <a:rPr lang="ru-RU" altLang="zh-CN" sz="2800" baseline="-25000"/>
              <a:t>1</a:t>
            </a:r>
            <a:endParaRPr lang="en-US" altLang="ru-RU" sz="2800" baseline="-25000"/>
          </a:p>
        </p:txBody>
      </p:sp>
      <p:sp>
        <p:nvSpPr>
          <p:cNvPr id="24609" name="TextBox 40">
            <a:extLst>
              <a:ext uri="{FF2B5EF4-FFF2-40B4-BE49-F238E27FC236}">
                <a16:creationId xmlns:a16="http://schemas.microsoft.com/office/drawing/2014/main" id="{4E0FA811-F238-4315-BE4E-32759AC424E6}"/>
              </a:ext>
            </a:extLst>
          </p:cNvPr>
          <p:cNvSpPr txBox="1">
            <a:spLocks noChangeArrowheads="1"/>
          </p:cNvSpPr>
          <p:nvPr/>
        </p:nvSpPr>
        <p:spPr bwMode="auto">
          <a:xfrm>
            <a:off x="0" y="-20638"/>
            <a:ext cx="493713"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ru-RU" altLang="zh-CN" sz="2800" i="1"/>
              <a:t>х</a:t>
            </a:r>
            <a:r>
              <a:rPr lang="ru-RU" altLang="zh-CN" sz="2800" i="1" baseline="-25000"/>
              <a:t>2</a:t>
            </a:r>
            <a:endParaRPr lang="en-US" altLang="ru-RU" sz="2800" baseline="-25000"/>
          </a:p>
        </p:txBody>
      </p:sp>
      <p:cxnSp>
        <p:nvCxnSpPr>
          <p:cNvPr id="46" name="Прямая соединительная линия 45">
            <a:extLst>
              <a:ext uri="{FF2B5EF4-FFF2-40B4-BE49-F238E27FC236}">
                <a16:creationId xmlns:a16="http://schemas.microsoft.com/office/drawing/2014/main" id="{C0C7C785-F67A-400F-AEDD-946AED3D9875}"/>
              </a:ext>
            </a:extLst>
          </p:cNvPr>
          <p:cNvCxnSpPr>
            <a:stCxn id="24596" idx="1"/>
          </p:cNvCxnSpPr>
          <p:nvPr/>
        </p:nvCxnSpPr>
        <p:spPr>
          <a:xfrm>
            <a:off x="44450" y="4581525"/>
            <a:ext cx="6605588" cy="0"/>
          </a:xfrm>
          <a:prstGeom prst="line">
            <a:avLst/>
          </a:prstGeom>
          <a:ln w="38100">
            <a:solidFill>
              <a:schemeClr val="accent6"/>
            </a:solidFill>
          </a:ln>
        </p:spPr>
        <p:style>
          <a:lnRef idx="1">
            <a:schemeClr val="accent1"/>
          </a:lnRef>
          <a:fillRef idx="0">
            <a:schemeClr val="accent1"/>
          </a:fillRef>
          <a:effectRef idx="0">
            <a:schemeClr val="accent1"/>
          </a:effectRef>
          <a:fontRef idx="minor">
            <a:schemeClr val="tx1"/>
          </a:fontRef>
        </p:style>
      </p:cxnSp>
      <p:graphicFrame>
        <p:nvGraphicFramePr>
          <p:cNvPr id="47" name="Объект 46">
            <a:extLst>
              <a:ext uri="{FF2B5EF4-FFF2-40B4-BE49-F238E27FC236}">
                <a16:creationId xmlns:a16="http://schemas.microsoft.com/office/drawing/2014/main" id="{9C8D6F40-3F55-4251-B3AB-9B86DDC23BE9}"/>
              </a:ext>
            </a:extLst>
          </p:cNvPr>
          <p:cNvGraphicFramePr>
            <a:graphicFrameLocks noChangeAspect="1"/>
          </p:cNvGraphicFramePr>
          <p:nvPr/>
        </p:nvGraphicFramePr>
        <p:xfrm>
          <a:off x="5526088" y="4581525"/>
          <a:ext cx="1079500" cy="576263"/>
        </p:xfrm>
        <a:graphic>
          <a:graphicData uri="http://schemas.openxmlformats.org/presentationml/2006/ole">
            <mc:AlternateContent xmlns:mc="http://schemas.openxmlformats.org/markup-compatibility/2006">
              <mc:Choice xmlns:v="urn:schemas-microsoft-com:vml" Requires="v">
                <p:oleObj spid="_x0000_s24676" r:id="rId3" imgW="380835" imgH="203112" progId="Equation.3">
                  <p:embed/>
                </p:oleObj>
              </mc:Choice>
              <mc:Fallback>
                <p:oleObj r:id="rId3" imgW="380835" imgH="203112" progId="Equation.3">
                  <p:embed/>
                  <p:pic>
                    <p:nvPicPr>
                      <p:cNvPr id="0" name="Объект 4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26088" y="4581525"/>
                        <a:ext cx="1079500" cy="576263"/>
                      </a:xfrm>
                      <a:prstGeom prst="rect">
                        <a:avLst/>
                      </a:prstGeom>
                      <a:noFill/>
                      <a:ln w="9525">
                        <a:solidFill>
                          <a:srgbClr val="F14124"/>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cxnSp>
        <p:nvCxnSpPr>
          <p:cNvPr id="49" name="Прямая со стрелкой 48">
            <a:extLst>
              <a:ext uri="{FF2B5EF4-FFF2-40B4-BE49-F238E27FC236}">
                <a16:creationId xmlns:a16="http://schemas.microsoft.com/office/drawing/2014/main" id="{A0330E72-8006-4F1C-B3BE-7B4559E67AC5}"/>
              </a:ext>
            </a:extLst>
          </p:cNvPr>
          <p:cNvCxnSpPr>
            <a:stCxn id="24596" idx="1"/>
          </p:cNvCxnSpPr>
          <p:nvPr/>
        </p:nvCxnSpPr>
        <p:spPr>
          <a:xfrm flipV="1">
            <a:off x="7524750" y="5805488"/>
            <a:ext cx="0" cy="503237"/>
          </a:xfrm>
          <a:prstGeom prst="straightConnector1">
            <a:avLst/>
          </a:prstGeom>
          <a:ln w="19050">
            <a:solidFill>
              <a:schemeClr val="tx2"/>
            </a:solidFill>
            <a:tailEnd type="arrow"/>
          </a:ln>
        </p:spPr>
        <p:style>
          <a:lnRef idx="1">
            <a:schemeClr val="accent1"/>
          </a:lnRef>
          <a:fillRef idx="0">
            <a:schemeClr val="accent1"/>
          </a:fillRef>
          <a:effectRef idx="0">
            <a:schemeClr val="accent1"/>
          </a:effectRef>
          <a:fontRef idx="minor">
            <a:schemeClr val="tx1"/>
          </a:fontRef>
        </p:style>
      </p:cxnSp>
      <p:cxnSp>
        <p:nvCxnSpPr>
          <p:cNvPr id="50" name="Прямая со стрелкой 49">
            <a:extLst>
              <a:ext uri="{FF2B5EF4-FFF2-40B4-BE49-F238E27FC236}">
                <a16:creationId xmlns:a16="http://schemas.microsoft.com/office/drawing/2014/main" id="{99EF0691-9541-4B4A-9161-C5E78AAC9D8F}"/>
              </a:ext>
            </a:extLst>
          </p:cNvPr>
          <p:cNvCxnSpPr>
            <a:stCxn id="24596" idx="1"/>
          </p:cNvCxnSpPr>
          <p:nvPr/>
        </p:nvCxnSpPr>
        <p:spPr>
          <a:xfrm>
            <a:off x="468313" y="804863"/>
            <a:ext cx="503237" cy="0"/>
          </a:xfrm>
          <a:prstGeom prst="straightConnector1">
            <a:avLst/>
          </a:prstGeom>
          <a:ln w="19050">
            <a:solidFill>
              <a:schemeClr val="tx2"/>
            </a:solidFill>
            <a:tailEnd type="arrow"/>
          </a:ln>
        </p:spPr>
        <p:style>
          <a:lnRef idx="1">
            <a:schemeClr val="accent1"/>
          </a:lnRef>
          <a:fillRef idx="0">
            <a:schemeClr val="accent1"/>
          </a:fillRef>
          <a:effectRef idx="0">
            <a:schemeClr val="accent1"/>
          </a:effectRef>
          <a:fontRef idx="minor">
            <a:schemeClr val="tx1"/>
          </a:fontRef>
        </p:style>
      </p:cxnSp>
      <p:cxnSp>
        <p:nvCxnSpPr>
          <p:cNvPr id="53" name="Прямая со стрелкой 52">
            <a:extLst>
              <a:ext uri="{FF2B5EF4-FFF2-40B4-BE49-F238E27FC236}">
                <a16:creationId xmlns:a16="http://schemas.microsoft.com/office/drawing/2014/main" id="{6A26CE4C-52B4-42B7-AAB4-24223401E80D}"/>
              </a:ext>
            </a:extLst>
          </p:cNvPr>
          <p:cNvCxnSpPr>
            <a:stCxn id="24596" idx="1"/>
          </p:cNvCxnSpPr>
          <p:nvPr/>
        </p:nvCxnSpPr>
        <p:spPr>
          <a:xfrm>
            <a:off x="5292725" y="4581525"/>
            <a:ext cx="0" cy="431800"/>
          </a:xfrm>
          <a:prstGeom prst="straightConnector1">
            <a:avLst/>
          </a:prstGeom>
          <a:ln w="19050">
            <a:solidFill>
              <a:schemeClr val="tx2"/>
            </a:solidFill>
            <a:tailEnd type="arrow"/>
          </a:ln>
        </p:spPr>
        <p:style>
          <a:lnRef idx="1">
            <a:schemeClr val="accent1"/>
          </a:lnRef>
          <a:fillRef idx="0">
            <a:schemeClr val="accent1"/>
          </a:fillRef>
          <a:effectRef idx="0">
            <a:schemeClr val="accent1"/>
          </a:effectRef>
          <a:fontRef idx="minor">
            <a:schemeClr val="tx1"/>
          </a:fontRef>
        </p:style>
      </p:cxnSp>
      <p:cxnSp>
        <p:nvCxnSpPr>
          <p:cNvPr id="56" name="Прямая соединительная линия 55">
            <a:extLst>
              <a:ext uri="{FF2B5EF4-FFF2-40B4-BE49-F238E27FC236}">
                <a16:creationId xmlns:a16="http://schemas.microsoft.com/office/drawing/2014/main" id="{803E87A8-5FD9-4E3C-B8E2-E2478825ABC6}"/>
              </a:ext>
            </a:extLst>
          </p:cNvPr>
          <p:cNvCxnSpPr>
            <a:stCxn id="24596" idx="1"/>
          </p:cNvCxnSpPr>
          <p:nvPr/>
        </p:nvCxnSpPr>
        <p:spPr>
          <a:xfrm flipV="1">
            <a:off x="107950" y="2205038"/>
            <a:ext cx="3816350" cy="3600450"/>
          </a:xfrm>
          <a:prstGeom prst="line">
            <a:avLst/>
          </a:prstGeom>
          <a:ln w="381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57" name="Прямая со стрелкой 56">
            <a:extLst>
              <a:ext uri="{FF2B5EF4-FFF2-40B4-BE49-F238E27FC236}">
                <a16:creationId xmlns:a16="http://schemas.microsoft.com/office/drawing/2014/main" id="{9F9051E7-387E-4CB7-9E50-55A82225D927}"/>
              </a:ext>
            </a:extLst>
          </p:cNvPr>
          <p:cNvCxnSpPr>
            <a:stCxn id="24596" idx="1"/>
          </p:cNvCxnSpPr>
          <p:nvPr/>
        </p:nvCxnSpPr>
        <p:spPr>
          <a:xfrm>
            <a:off x="3101975" y="2997200"/>
            <a:ext cx="317500" cy="360363"/>
          </a:xfrm>
          <a:prstGeom prst="straightConnector1">
            <a:avLst/>
          </a:prstGeom>
          <a:ln w="19050">
            <a:solidFill>
              <a:schemeClr val="tx2"/>
            </a:solidFill>
            <a:tailEnd type="arrow"/>
          </a:ln>
        </p:spPr>
        <p:style>
          <a:lnRef idx="1">
            <a:schemeClr val="accent1"/>
          </a:lnRef>
          <a:fillRef idx="0">
            <a:schemeClr val="accent1"/>
          </a:fillRef>
          <a:effectRef idx="0">
            <a:schemeClr val="accent1"/>
          </a:effectRef>
          <a:fontRef idx="minor">
            <a:schemeClr val="tx1"/>
          </a:fontRef>
        </p:style>
      </p:cxnSp>
      <p:graphicFrame>
        <p:nvGraphicFramePr>
          <p:cNvPr id="60" name="Объект 59">
            <a:extLst>
              <a:ext uri="{FF2B5EF4-FFF2-40B4-BE49-F238E27FC236}">
                <a16:creationId xmlns:a16="http://schemas.microsoft.com/office/drawing/2014/main" id="{FA8D45A0-7227-4DA8-B6E9-A33B558198CA}"/>
              </a:ext>
            </a:extLst>
          </p:cNvPr>
          <p:cNvGraphicFramePr>
            <a:graphicFrameLocks noChangeAspect="1"/>
          </p:cNvGraphicFramePr>
          <p:nvPr/>
        </p:nvGraphicFramePr>
        <p:xfrm>
          <a:off x="3924300" y="1773238"/>
          <a:ext cx="1971675" cy="563562"/>
        </p:xfrm>
        <a:graphic>
          <a:graphicData uri="http://schemas.openxmlformats.org/presentationml/2006/ole">
            <mc:AlternateContent xmlns:mc="http://schemas.openxmlformats.org/markup-compatibility/2006">
              <mc:Choice xmlns:v="urn:schemas-microsoft-com:vml" Requires="v">
                <p:oleObj spid="_x0000_s24677" r:id="rId5" imgW="710891" imgH="203112" progId="Equation.3">
                  <p:embed/>
                </p:oleObj>
              </mc:Choice>
              <mc:Fallback>
                <p:oleObj r:id="rId5" imgW="710891" imgH="203112" progId="Equation.3">
                  <p:embed/>
                  <p:pic>
                    <p:nvPicPr>
                      <p:cNvPr id="0" name="Объект 5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924300" y="1773238"/>
                        <a:ext cx="1971675" cy="563562"/>
                      </a:xfrm>
                      <a:prstGeom prst="rect">
                        <a:avLst/>
                      </a:prstGeom>
                      <a:noFill/>
                      <a:ln w="9525">
                        <a:solidFill>
                          <a:srgbClr val="F14124"/>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cxnSp>
        <p:nvCxnSpPr>
          <p:cNvPr id="63" name="Прямая соединительная линия 62">
            <a:extLst>
              <a:ext uri="{FF2B5EF4-FFF2-40B4-BE49-F238E27FC236}">
                <a16:creationId xmlns:a16="http://schemas.microsoft.com/office/drawing/2014/main" id="{00CE92C3-68A0-419C-BB5F-76D35FEEDCC9}"/>
              </a:ext>
            </a:extLst>
          </p:cNvPr>
          <p:cNvCxnSpPr>
            <a:stCxn id="24596" idx="1"/>
          </p:cNvCxnSpPr>
          <p:nvPr/>
        </p:nvCxnSpPr>
        <p:spPr>
          <a:xfrm>
            <a:off x="107950" y="3603625"/>
            <a:ext cx="6388100" cy="3146425"/>
          </a:xfrm>
          <a:prstGeom prst="line">
            <a:avLst/>
          </a:prstGeom>
          <a:ln w="381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67" name="Прямая со стрелкой 66">
            <a:extLst>
              <a:ext uri="{FF2B5EF4-FFF2-40B4-BE49-F238E27FC236}">
                <a16:creationId xmlns:a16="http://schemas.microsoft.com/office/drawing/2014/main" id="{8F947B25-7520-4542-A979-43265A03F3CD}"/>
              </a:ext>
            </a:extLst>
          </p:cNvPr>
          <p:cNvCxnSpPr>
            <a:stCxn id="24596" idx="1"/>
          </p:cNvCxnSpPr>
          <p:nvPr/>
        </p:nvCxnSpPr>
        <p:spPr>
          <a:xfrm flipH="1">
            <a:off x="4572000" y="5929313"/>
            <a:ext cx="215900" cy="307975"/>
          </a:xfrm>
          <a:prstGeom prst="straightConnector1">
            <a:avLst/>
          </a:prstGeom>
          <a:ln w="19050">
            <a:solidFill>
              <a:schemeClr val="tx2"/>
            </a:solidFill>
            <a:tailEnd type="arrow"/>
          </a:ln>
        </p:spPr>
        <p:style>
          <a:lnRef idx="1">
            <a:schemeClr val="accent1"/>
          </a:lnRef>
          <a:fillRef idx="0">
            <a:schemeClr val="accent1"/>
          </a:fillRef>
          <a:effectRef idx="0">
            <a:schemeClr val="accent1"/>
          </a:effectRef>
          <a:fontRef idx="minor">
            <a:schemeClr val="tx1"/>
          </a:fontRef>
        </p:style>
      </p:cxnSp>
      <p:graphicFrame>
        <p:nvGraphicFramePr>
          <p:cNvPr id="69" name="Объект 68">
            <a:extLst>
              <a:ext uri="{FF2B5EF4-FFF2-40B4-BE49-F238E27FC236}">
                <a16:creationId xmlns:a16="http://schemas.microsoft.com/office/drawing/2014/main" id="{79973AEA-185B-48E9-A447-11F9D8ED624F}"/>
              </a:ext>
            </a:extLst>
          </p:cNvPr>
          <p:cNvGraphicFramePr>
            <a:graphicFrameLocks noChangeAspect="1"/>
          </p:cNvGraphicFramePr>
          <p:nvPr/>
        </p:nvGraphicFramePr>
        <p:xfrm>
          <a:off x="5310188" y="5516563"/>
          <a:ext cx="2033587" cy="592137"/>
        </p:xfrm>
        <a:graphic>
          <a:graphicData uri="http://schemas.openxmlformats.org/presentationml/2006/ole">
            <mc:AlternateContent xmlns:mc="http://schemas.openxmlformats.org/markup-compatibility/2006">
              <mc:Choice xmlns:v="urn:schemas-microsoft-com:vml" Requires="v">
                <p:oleObj spid="_x0000_s24678" r:id="rId7" imgW="698197" imgH="203112" progId="Equation.3">
                  <p:embed/>
                </p:oleObj>
              </mc:Choice>
              <mc:Fallback>
                <p:oleObj r:id="rId7" imgW="698197" imgH="203112" progId="Equation.3">
                  <p:embed/>
                  <p:pic>
                    <p:nvPicPr>
                      <p:cNvPr id="0" name="Объект 6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310188" y="5516563"/>
                        <a:ext cx="2033587" cy="592137"/>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cxnSp>
        <p:nvCxnSpPr>
          <p:cNvPr id="70" name="Прямая соединительная линия 69">
            <a:extLst>
              <a:ext uri="{FF2B5EF4-FFF2-40B4-BE49-F238E27FC236}">
                <a16:creationId xmlns:a16="http://schemas.microsoft.com/office/drawing/2014/main" id="{B583CA37-673E-4C26-A7AB-9032E0B19B40}"/>
              </a:ext>
            </a:extLst>
          </p:cNvPr>
          <p:cNvCxnSpPr>
            <a:stCxn id="24596" idx="1"/>
          </p:cNvCxnSpPr>
          <p:nvPr/>
        </p:nvCxnSpPr>
        <p:spPr>
          <a:xfrm>
            <a:off x="157163" y="976313"/>
            <a:ext cx="3983037" cy="5626100"/>
          </a:xfrm>
          <a:prstGeom prst="line">
            <a:avLst/>
          </a:prstGeom>
          <a:ln w="381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76" name="Прямая со стрелкой 75">
            <a:extLst>
              <a:ext uri="{FF2B5EF4-FFF2-40B4-BE49-F238E27FC236}">
                <a16:creationId xmlns:a16="http://schemas.microsoft.com/office/drawing/2014/main" id="{5C116405-719B-47E9-B1C0-BA64B89E45EA}"/>
              </a:ext>
            </a:extLst>
          </p:cNvPr>
          <p:cNvCxnSpPr>
            <a:stCxn id="24596" idx="1"/>
          </p:cNvCxnSpPr>
          <p:nvPr/>
        </p:nvCxnSpPr>
        <p:spPr>
          <a:xfrm flipH="1">
            <a:off x="3101975" y="5662613"/>
            <a:ext cx="401638" cy="307975"/>
          </a:xfrm>
          <a:prstGeom prst="straightConnector1">
            <a:avLst/>
          </a:prstGeom>
          <a:ln w="19050">
            <a:solidFill>
              <a:schemeClr val="tx2"/>
            </a:solidFill>
            <a:tailEnd type="arrow"/>
          </a:ln>
        </p:spPr>
        <p:style>
          <a:lnRef idx="1">
            <a:schemeClr val="accent1"/>
          </a:lnRef>
          <a:fillRef idx="0">
            <a:schemeClr val="accent1"/>
          </a:fillRef>
          <a:effectRef idx="0">
            <a:schemeClr val="accent1"/>
          </a:effectRef>
          <a:fontRef idx="minor">
            <a:schemeClr val="tx1"/>
          </a:fontRef>
        </p:style>
      </p:cxnSp>
      <p:graphicFrame>
        <p:nvGraphicFramePr>
          <p:cNvPr id="78" name="Объект 77">
            <a:extLst>
              <a:ext uri="{FF2B5EF4-FFF2-40B4-BE49-F238E27FC236}">
                <a16:creationId xmlns:a16="http://schemas.microsoft.com/office/drawing/2014/main" id="{45FF01D6-BC75-4074-8A10-57E08E1AA8C4}"/>
              </a:ext>
            </a:extLst>
          </p:cNvPr>
          <p:cNvGraphicFramePr>
            <a:graphicFrameLocks noChangeAspect="1"/>
          </p:cNvGraphicFramePr>
          <p:nvPr/>
        </p:nvGraphicFramePr>
        <p:xfrm>
          <a:off x="793750" y="1346200"/>
          <a:ext cx="2079625" cy="503238"/>
        </p:xfrm>
        <a:graphic>
          <a:graphicData uri="http://schemas.openxmlformats.org/presentationml/2006/ole">
            <mc:AlternateContent xmlns:mc="http://schemas.openxmlformats.org/markup-compatibility/2006">
              <mc:Choice xmlns:v="urn:schemas-microsoft-com:vml" Requires="v">
                <p:oleObj spid="_x0000_s24679" r:id="rId9" imgW="837836" imgH="203112" progId="Equation.3">
                  <p:embed/>
                </p:oleObj>
              </mc:Choice>
              <mc:Fallback>
                <p:oleObj r:id="rId9" imgW="837836" imgH="203112" progId="Equation.3">
                  <p:embed/>
                  <p:pic>
                    <p:nvPicPr>
                      <p:cNvPr id="0" name="Объект 7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93750" y="1346200"/>
                        <a:ext cx="2079625" cy="503238"/>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cxnSp>
        <p:nvCxnSpPr>
          <p:cNvPr id="80" name="Прямая соединительная линия 79">
            <a:extLst>
              <a:ext uri="{FF2B5EF4-FFF2-40B4-BE49-F238E27FC236}">
                <a16:creationId xmlns:a16="http://schemas.microsoft.com/office/drawing/2014/main" id="{B19268C6-7A53-4624-AFC0-F893664F0761}"/>
              </a:ext>
            </a:extLst>
          </p:cNvPr>
          <p:cNvCxnSpPr>
            <a:stCxn id="24596" idx="1"/>
          </p:cNvCxnSpPr>
          <p:nvPr/>
        </p:nvCxnSpPr>
        <p:spPr>
          <a:xfrm>
            <a:off x="719138" y="5260975"/>
            <a:ext cx="0" cy="1047750"/>
          </a:xfrm>
          <a:prstGeom prst="line">
            <a:avLst/>
          </a:prstGeom>
          <a:ln w="76200" cmpd="tri">
            <a:solidFill>
              <a:schemeClr val="accent4">
                <a:lumMod val="50000"/>
              </a:schemeClr>
            </a:solidFill>
          </a:ln>
        </p:spPr>
        <p:style>
          <a:lnRef idx="1">
            <a:schemeClr val="accent1"/>
          </a:lnRef>
          <a:fillRef idx="0">
            <a:schemeClr val="accent1"/>
          </a:fillRef>
          <a:effectRef idx="0">
            <a:schemeClr val="accent1"/>
          </a:effectRef>
          <a:fontRef idx="minor">
            <a:schemeClr val="tx1"/>
          </a:fontRef>
        </p:style>
      </p:cxnSp>
      <p:cxnSp>
        <p:nvCxnSpPr>
          <p:cNvPr id="89" name="Прямая соединительная линия 88">
            <a:extLst>
              <a:ext uri="{FF2B5EF4-FFF2-40B4-BE49-F238E27FC236}">
                <a16:creationId xmlns:a16="http://schemas.microsoft.com/office/drawing/2014/main" id="{0EA7758D-36D9-43AC-A1FA-3054A057E694}"/>
              </a:ext>
            </a:extLst>
          </p:cNvPr>
          <p:cNvCxnSpPr>
            <a:stCxn id="24596" idx="1"/>
          </p:cNvCxnSpPr>
          <p:nvPr/>
        </p:nvCxnSpPr>
        <p:spPr>
          <a:xfrm>
            <a:off x="971550" y="4994275"/>
            <a:ext cx="0" cy="1311275"/>
          </a:xfrm>
          <a:prstGeom prst="line">
            <a:avLst/>
          </a:prstGeom>
          <a:ln w="76200" cmpd="tri">
            <a:solidFill>
              <a:schemeClr val="accent4">
                <a:lumMod val="50000"/>
              </a:schemeClr>
            </a:solidFill>
          </a:ln>
        </p:spPr>
        <p:style>
          <a:lnRef idx="1">
            <a:schemeClr val="accent1"/>
          </a:lnRef>
          <a:fillRef idx="0">
            <a:schemeClr val="accent1"/>
          </a:fillRef>
          <a:effectRef idx="0">
            <a:schemeClr val="accent1"/>
          </a:effectRef>
          <a:fontRef idx="minor">
            <a:schemeClr val="tx1"/>
          </a:fontRef>
        </p:style>
      </p:cxnSp>
      <p:cxnSp>
        <p:nvCxnSpPr>
          <p:cNvPr id="91" name="Прямая соединительная линия 90">
            <a:extLst>
              <a:ext uri="{FF2B5EF4-FFF2-40B4-BE49-F238E27FC236}">
                <a16:creationId xmlns:a16="http://schemas.microsoft.com/office/drawing/2014/main" id="{BCF31254-1CFB-4687-97FE-9AAA770B2BDC}"/>
              </a:ext>
            </a:extLst>
          </p:cNvPr>
          <p:cNvCxnSpPr>
            <a:stCxn id="24596" idx="1"/>
          </p:cNvCxnSpPr>
          <p:nvPr/>
        </p:nvCxnSpPr>
        <p:spPr>
          <a:xfrm>
            <a:off x="1258888" y="4765675"/>
            <a:ext cx="0" cy="1539875"/>
          </a:xfrm>
          <a:prstGeom prst="line">
            <a:avLst/>
          </a:prstGeom>
          <a:ln w="76200" cmpd="tri">
            <a:solidFill>
              <a:schemeClr val="accent4">
                <a:lumMod val="50000"/>
              </a:schemeClr>
            </a:solidFill>
          </a:ln>
        </p:spPr>
        <p:style>
          <a:lnRef idx="1">
            <a:schemeClr val="accent1"/>
          </a:lnRef>
          <a:fillRef idx="0">
            <a:schemeClr val="accent1"/>
          </a:fillRef>
          <a:effectRef idx="0">
            <a:schemeClr val="accent1"/>
          </a:effectRef>
          <a:fontRef idx="minor">
            <a:schemeClr val="tx1"/>
          </a:fontRef>
        </p:style>
      </p:cxnSp>
      <p:cxnSp>
        <p:nvCxnSpPr>
          <p:cNvPr id="93" name="Прямая соединительная линия 92">
            <a:extLst>
              <a:ext uri="{FF2B5EF4-FFF2-40B4-BE49-F238E27FC236}">
                <a16:creationId xmlns:a16="http://schemas.microsoft.com/office/drawing/2014/main" id="{738C5C2B-FE41-43BA-BC3E-704DFCD3FF4C}"/>
              </a:ext>
            </a:extLst>
          </p:cNvPr>
          <p:cNvCxnSpPr>
            <a:stCxn id="24596" idx="1"/>
          </p:cNvCxnSpPr>
          <p:nvPr/>
        </p:nvCxnSpPr>
        <p:spPr>
          <a:xfrm>
            <a:off x="1566863" y="4581525"/>
            <a:ext cx="0" cy="1724025"/>
          </a:xfrm>
          <a:prstGeom prst="line">
            <a:avLst/>
          </a:prstGeom>
          <a:ln w="76200" cmpd="tri">
            <a:solidFill>
              <a:schemeClr val="accent4">
                <a:lumMod val="50000"/>
              </a:schemeClr>
            </a:solidFill>
          </a:ln>
        </p:spPr>
        <p:style>
          <a:lnRef idx="1">
            <a:schemeClr val="accent1"/>
          </a:lnRef>
          <a:fillRef idx="0">
            <a:schemeClr val="accent1"/>
          </a:fillRef>
          <a:effectRef idx="0">
            <a:schemeClr val="accent1"/>
          </a:effectRef>
          <a:fontRef idx="minor">
            <a:schemeClr val="tx1"/>
          </a:fontRef>
        </p:style>
      </p:cxnSp>
      <p:cxnSp>
        <p:nvCxnSpPr>
          <p:cNvPr id="95" name="Прямая соединительная линия 94">
            <a:extLst>
              <a:ext uri="{FF2B5EF4-FFF2-40B4-BE49-F238E27FC236}">
                <a16:creationId xmlns:a16="http://schemas.microsoft.com/office/drawing/2014/main" id="{E149140C-350A-41D4-A330-66F319987A66}"/>
              </a:ext>
            </a:extLst>
          </p:cNvPr>
          <p:cNvCxnSpPr>
            <a:stCxn id="24596" idx="1"/>
          </p:cNvCxnSpPr>
          <p:nvPr/>
        </p:nvCxnSpPr>
        <p:spPr>
          <a:xfrm>
            <a:off x="1908175" y="4581525"/>
            <a:ext cx="0" cy="1736725"/>
          </a:xfrm>
          <a:prstGeom prst="line">
            <a:avLst/>
          </a:prstGeom>
          <a:ln w="76200" cmpd="tri">
            <a:solidFill>
              <a:schemeClr val="accent4">
                <a:lumMod val="50000"/>
              </a:schemeClr>
            </a:solidFill>
          </a:ln>
        </p:spPr>
        <p:style>
          <a:lnRef idx="1">
            <a:schemeClr val="accent1"/>
          </a:lnRef>
          <a:fillRef idx="0">
            <a:schemeClr val="accent1"/>
          </a:fillRef>
          <a:effectRef idx="0">
            <a:schemeClr val="accent1"/>
          </a:effectRef>
          <a:fontRef idx="minor">
            <a:schemeClr val="tx1"/>
          </a:fontRef>
        </p:style>
      </p:cxnSp>
      <p:cxnSp>
        <p:nvCxnSpPr>
          <p:cNvPr id="97" name="Прямая соединительная линия 96">
            <a:extLst>
              <a:ext uri="{FF2B5EF4-FFF2-40B4-BE49-F238E27FC236}">
                <a16:creationId xmlns:a16="http://schemas.microsoft.com/office/drawing/2014/main" id="{B0277259-6301-4A75-B172-0D068876963F}"/>
              </a:ext>
            </a:extLst>
          </p:cNvPr>
          <p:cNvCxnSpPr>
            <a:stCxn id="24596" idx="1"/>
          </p:cNvCxnSpPr>
          <p:nvPr/>
        </p:nvCxnSpPr>
        <p:spPr>
          <a:xfrm>
            <a:off x="2225675" y="4652963"/>
            <a:ext cx="0" cy="1652587"/>
          </a:xfrm>
          <a:prstGeom prst="line">
            <a:avLst/>
          </a:prstGeom>
          <a:ln w="76200" cmpd="tri">
            <a:solidFill>
              <a:schemeClr val="accent4">
                <a:lumMod val="50000"/>
              </a:schemeClr>
            </a:solidFill>
          </a:ln>
        </p:spPr>
        <p:style>
          <a:lnRef idx="1">
            <a:schemeClr val="accent1"/>
          </a:lnRef>
          <a:fillRef idx="0">
            <a:schemeClr val="accent1"/>
          </a:fillRef>
          <a:effectRef idx="0">
            <a:schemeClr val="accent1"/>
          </a:effectRef>
          <a:fontRef idx="minor">
            <a:schemeClr val="tx1"/>
          </a:fontRef>
        </p:style>
      </p:cxnSp>
      <p:cxnSp>
        <p:nvCxnSpPr>
          <p:cNvPr id="99" name="Прямая соединительная линия 98">
            <a:extLst>
              <a:ext uri="{FF2B5EF4-FFF2-40B4-BE49-F238E27FC236}">
                <a16:creationId xmlns:a16="http://schemas.microsoft.com/office/drawing/2014/main" id="{0A8F3757-BD5B-44CB-B3B6-35D5E5809A18}"/>
              </a:ext>
            </a:extLst>
          </p:cNvPr>
          <p:cNvCxnSpPr>
            <a:stCxn id="24596" idx="1"/>
          </p:cNvCxnSpPr>
          <p:nvPr/>
        </p:nvCxnSpPr>
        <p:spPr>
          <a:xfrm>
            <a:off x="2555875" y="4797425"/>
            <a:ext cx="0" cy="1508125"/>
          </a:xfrm>
          <a:prstGeom prst="line">
            <a:avLst/>
          </a:prstGeom>
          <a:ln w="76200" cmpd="tri">
            <a:solidFill>
              <a:schemeClr val="accent4">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1" name="Прямая соединительная линия 100">
            <a:extLst>
              <a:ext uri="{FF2B5EF4-FFF2-40B4-BE49-F238E27FC236}">
                <a16:creationId xmlns:a16="http://schemas.microsoft.com/office/drawing/2014/main" id="{87AF10B1-62B1-4910-B7DD-ABD238A223D2}"/>
              </a:ext>
            </a:extLst>
          </p:cNvPr>
          <p:cNvCxnSpPr>
            <a:stCxn id="24596" idx="1"/>
          </p:cNvCxnSpPr>
          <p:nvPr/>
        </p:nvCxnSpPr>
        <p:spPr>
          <a:xfrm>
            <a:off x="2843213" y="4994275"/>
            <a:ext cx="0" cy="1311275"/>
          </a:xfrm>
          <a:prstGeom prst="line">
            <a:avLst/>
          </a:prstGeom>
          <a:ln w="76200" cmpd="tri">
            <a:solidFill>
              <a:schemeClr val="accent4">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4" name="Прямая соединительная линия 103">
            <a:extLst>
              <a:ext uri="{FF2B5EF4-FFF2-40B4-BE49-F238E27FC236}">
                <a16:creationId xmlns:a16="http://schemas.microsoft.com/office/drawing/2014/main" id="{C3FE4610-CC11-437B-A184-B83BDBDFDADE}"/>
              </a:ext>
            </a:extLst>
          </p:cNvPr>
          <p:cNvCxnSpPr>
            <a:stCxn id="24596" idx="1"/>
          </p:cNvCxnSpPr>
          <p:nvPr/>
        </p:nvCxnSpPr>
        <p:spPr>
          <a:xfrm>
            <a:off x="3111500" y="5176838"/>
            <a:ext cx="0" cy="1128712"/>
          </a:xfrm>
          <a:prstGeom prst="line">
            <a:avLst/>
          </a:prstGeom>
          <a:ln w="76200" cmpd="tri">
            <a:solidFill>
              <a:schemeClr val="accent4">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6" name="Прямая соединительная линия 105">
            <a:extLst>
              <a:ext uri="{FF2B5EF4-FFF2-40B4-BE49-F238E27FC236}">
                <a16:creationId xmlns:a16="http://schemas.microsoft.com/office/drawing/2014/main" id="{ABA9FAB9-2304-44F7-B1E2-040C8151F9D7}"/>
              </a:ext>
            </a:extLst>
          </p:cNvPr>
          <p:cNvCxnSpPr>
            <a:stCxn id="24596" idx="1"/>
          </p:cNvCxnSpPr>
          <p:nvPr/>
        </p:nvCxnSpPr>
        <p:spPr>
          <a:xfrm>
            <a:off x="3419475" y="5618163"/>
            <a:ext cx="0" cy="690562"/>
          </a:xfrm>
          <a:prstGeom prst="line">
            <a:avLst/>
          </a:prstGeom>
          <a:ln w="76200" cmpd="tri">
            <a:solidFill>
              <a:schemeClr val="accent4">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8" name="Прямая соединительная линия 107">
            <a:extLst>
              <a:ext uri="{FF2B5EF4-FFF2-40B4-BE49-F238E27FC236}">
                <a16:creationId xmlns:a16="http://schemas.microsoft.com/office/drawing/2014/main" id="{7658DC45-D2ED-4B6D-85CE-67404F602D31}"/>
              </a:ext>
            </a:extLst>
          </p:cNvPr>
          <p:cNvCxnSpPr>
            <a:stCxn id="24596" idx="1"/>
          </p:cNvCxnSpPr>
          <p:nvPr/>
        </p:nvCxnSpPr>
        <p:spPr>
          <a:xfrm>
            <a:off x="3708400" y="6057900"/>
            <a:ext cx="0" cy="247650"/>
          </a:xfrm>
          <a:prstGeom prst="line">
            <a:avLst/>
          </a:prstGeom>
          <a:ln w="76200" cmpd="tri">
            <a:solidFill>
              <a:schemeClr val="accent4">
                <a:lumMod val="50000"/>
              </a:schemeClr>
            </a:solidFill>
          </a:ln>
        </p:spPr>
        <p:style>
          <a:lnRef idx="1">
            <a:schemeClr val="accent1"/>
          </a:lnRef>
          <a:fillRef idx="0">
            <a:schemeClr val="accent1"/>
          </a:fillRef>
          <a:effectRef idx="0">
            <a:schemeClr val="accent1"/>
          </a:effectRef>
          <a:fontRef idx="minor">
            <a:schemeClr val="tx1"/>
          </a:fontRef>
        </p:style>
      </p:cxnSp>
      <p:graphicFrame>
        <p:nvGraphicFramePr>
          <p:cNvPr id="24635" name="Объект 1">
            <a:extLst>
              <a:ext uri="{FF2B5EF4-FFF2-40B4-BE49-F238E27FC236}">
                <a16:creationId xmlns:a16="http://schemas.microsoft.com/office/drawing/2014/main" id="{F7F04F40-F06B-403D-A4CF-ECD43962B74D}"/>
              </a:ext>
            </a:extLst>
          </p:cNvPr>
          <p:cNvGraphicFramePr>
            <a:graphicFrameLocks noChangeAspect="1"/>
          </p:cNvGraphicFramePr>
          <p:nvPr/>
        </p:nvGraphicFramePr>
        <p:xfrm>
          <a:off x="6159500" y="-20638"/>
          <a:ext cx="2949575" cy="3378201"/>
        </p:xfrm>
        <a:graphic>
          <a:graphicData uri="http://schemas.openxmlformats.org/presentationml/2006/ole">
            <mc:AlternateContent xmlns:mc="http://schemas.openxmlformats.org/markup-compatibility/2006">
              <mc:Choice xmlns:v="urn:schemas-microsoft-com:vml" Requires="v">
                <p:oleObj spid="_x0000_s24680" r:id="rId11" imgW="939800" imgH="1079500" progId="Equation.3">
                  <p:embed/>
                </p:oleObj>
              </mc:Choice>
              <mc:Fallback>
                <p:oleObj r:id="rId11" imgW="939800" imgH="1079500" progId="Equation.3">
                  <p:embed/>
                  <p:pic>
                    <p:nvPicPr>
                      <p:cNvPr id="0" name="Объект 1"/>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159500" y="-20638"/>
                        <a:ext cx="2949575" cy="33782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nodeType="clickEffect">
                                  <p:stCondLst>
                                    <p:cond delay="0"/>
                                  </p:stCondLst>
                                  <p:childTnLst>
                                    <p:set>
                                      <p:cBhvr>
                                        <p:cTn id="6" dur="1" fill="hold">
                                          <p:stCondLst>
                                            <p:cond delay="0"/>
                                          </p:stCondLst>
                                        </p:cTn>
                                        <p:tgtEl>
                                          <p:spTgt spid="46"/>
                                        </p:tgtEl>
                                        <p:attrNameLst>
                                          <p:attrName>style.visibility</p:attrName>
                                        </p:attrNameLst>
                                      </p:cBhvr>
                                      <p:to>
                                        <p:strVal val="visible"/>
                                      </p:to>
                                    </p:set>
                                    <p:animEffect transition="in" filter="wipe(down)">
                                      <p:cBhvr>
                                        <p:cTn id="7" dur="500"/>
                                        <p:tgtEl>
                                          <p:spTgt spid="46"/>
                                        </p:tgtEl>
                                      </p:cBhvr>
                                    </p:animEffect>
                                  </p:childTnLst>
                                </p:cTn>
                              </p:par>
                              <p:par>
                                <p:cTn id="8" presetID="22" presetClass="entr" presetSubtype="4" fill="hold" nodeType="withEffect">
                                  <p:stCondLst>
                                    <p:cond delay="0"/>
                                  </p:stCondLst>
                                  <p:childTnLst>
                                    <p:set>
                                      <p:cBhvr>
                                        <p:cTn id="9" dur="1" fill="hold">
                                          <p:stCondLst>
                                            <p:cond delay="0"/>
                                          </p:stCondLst>
                                        </p:cTn>
                                        <p:tgtEl>
                                          <p:spTgt spid="47"/>
                                        </p:tgtEl>
                                        <p:attrNameLst>
                                          <p:attrName>style.visibility</p:attrName>
                                        </p:attrNameLst>
                                      </p:cBhvr>
                                      <p:to>
                                        <p:strVal val="visible"/>
                                      </p:to>
                                    </p:set>
                                    <p:animEffect transition="in" filter="wipe(down)">
                                      <p:cBhvr>
                                        <p:cTn id="10" dur="500"/>
                                        <p:tgtEl>
                                          <p:spTgt spid="47"/>
                                        </p:tgtEl>
                                      </p:cBhvr>
                                    </p:animEffect>
                                  </p:childTnLst>
                                </p:cTn>
                              </p:par>
                              <p:par>
                                <p:cTn id="11" presetID="22" presetClass="entr" presetSubtype="4" fill="hold" nodeType="withEffect">
                                  <p:stCondLst>
                                    <p:cond delay="0"/>
                                  </p:stCondLst>
                                  <p:childTnLst>
                                    <p:set>
                                      <p:cBhvr>
                                        <p:cTn id="12" dur="1" fill="hold">
                                          <p:stCondLst>
                                            <p:cond delay="0"/>
                                          </p:stCondLst>
                                        </p:cTn>
                                        <p:tgtEl>
                                          <p:spTgt spid="53"/>
                                        </p:tgtEl>
                                        <p:attrNameLst>
                                          <p:attrName>style.visibility</p:attrName>
                                        </p:attrNameLst>
                                      </p:cBhvr>
                                      <p:to>
                                        <p:strVal val="visible"/>
                                      </p:to>
                                    </p:set>
                                    <p:animEffect transition="in" filter="wipe(down)">
                                      <p:cBhvr>
                                        <p:cTn id="13" dur="500"/>
                                        <p:tgtEl>
                                          <p:spTgt spid="53"/>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4" fill="hold" nodeType="clickEffect">
                                  <p:stCondLst>
                                    <p:cond delay="0"/>
                                  </p:stCondLst>
                                  <p:childTnLst>
                                    <p:set>
                                      <p:cBhvr>
                                        <p:cTn id="17" dur="1" fill="hold">
                                          <p:stCondLst>
                                            <p:cond delay="0"/>
                                          </p:stCondLst>
                                        </p:cTn>
                                        <p:tgtEl>
                                          <p:spTgt spid="56"/>
                                        </p:tgtEl>
                                        <p:attrNameLst>
                                          <p:attrName>style.visibility</p:attrName>
                                        </p:attrNameLst>
                                      </p:cBhvr>
                                      <p:to>
                                        <p:strVal val="visible"/>
                                      </p:to>
                                    </p:set>
                                    <p:animEffect transition="in" filter="wipe(down)">
                                      <p:cBhvr>
                                        <p:cTn id="18" dur="500"/>
                                        <p:tgtEl>
                                          <p:spTgt spid="56"/>
                                        </p:tgtEl>
                                      </p:cBhvr>
                                    </p:animEffect>
                                  </p:childTnLst>
                                </p:cTn>
                              </p:par>
                              <p:par>
                                <p:cTn id="19" presetID="22" presetClass="entr" presetSubtype="4" fill="hold" nodeType="withEffect">
                                  <p:stCondLst>
                                    <p:cond delay="0"/>
                                  </p:stCondLst>
                                  <p:childTnLst>
                                    <p:set>
                                      <p:cBhvr>
                                        <p:cTn id="20" dur="1" fill="hold">
                                          <p:stCondLst>
                                            <p:cond delay="0"/>
                                          </p:stCondLst>
                                        </p:cTn>
                                        <p:tgtEl>
                                          <p:spTgt spid="57"/>
                                        </p:tgtEl>
                                        <p:attrNameLst>
                                          <p:attrName>style.visibility</p:attrName>
                                        </p:attrNameLst>
                                      </p:cBhvr>
                                      <p:to>
                                        <p:strVal val="visible"/>
                                      </p:to>
                                    </p:set>
                                    <p:animEffect transition="in" filter="wipe(down)">
                                      <p:cBhvr>
                                        <p:cTn id="21" dur="500"/>
                                        <p:tgtEl>
                                          <p:spTgt spid="57"/>
                                        </p:tgtEl>
                                      </p:cBhvr>
                                    </p:animEffect>
                                  </p:childTnLst>
                                </p:cTn>
                              </p:par>
                              <p:par>
                                <p:cTn id="22" presetID="22" presetClass="entr" presetSubtype="4" fill="hold" nodeType="withEffect">
                                  <p:stCondLst>
                                    <p:cond delay="0"/>
                                  </p:stCondLst>
                                  <p:childTnLst>
                                    <p:set>
                                      <p:cBhvr>
                                        <p:cTn id="23" dur="1" fill="hold">
                                          <p:stCondLst>
                                            <p:cond delay="0"/>
                                          </p:stCondLst>
                                        </p:cTn>
                                        <p:tgtEl>
                                          <p:spTgt spid="60"/>
                                        </p:tgtEl>
                                        <p:attrNameLst>
                                          <p:attrName>style.visibility</p:attrName>
                                        </p:attrNameLst>
                                      </p:cBhvr>
                                      <p:to>
                                        <p:strVal val="visible"/>
                                      </p:to>
                                    </p:set>
                                    <p:animEffect transition="in" filter="wipe(down)">
                                      <p:cBhvr>
                                        <p:cTn id="24" dur="500"/>
                                        <p:tgtEl>
                                          <p:spTgt spid="60"/>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22" presetClass="entr" presetSubtype="4" fill="hold" nodeType="clickEffect">
                                  <p:stCondLst>
                                    <p:cond delay="0"/>
                                  </p:stCondLst>
                                  <p:childTnLst>
                                    <p:set>
                                      <p:cBhvr>
                                        <p:cTn id="28" dur="1" fill="hold">
                                          <p:stCondLst>
                                            <p:cond delay="0"/>
                                          </p:stCondLst>
                                        </p:cTn>
                                        <p:tgtEl>
                                          <p:spTgt spid="63"/>
                                        </p:tgtEl>
                                        <p:attrNameLst>
                                          <p:attrName>style.visibility</p:attrName>
                                        </p:attrNameLst>
                                      </p:cBhvr>
                                      <p:to>
                                        <p:strVal val="visible"/>
                                      </p:to>
                                    </p:set>
                                    <p:animEffect transition="in" filter="wipe(down)">
                                      <p:cBhvr>
                                        <p:cTn id="29" dur="500"/>
                                        <p:tgtEl>
                                          <p:spTgt spid="63"/>
                                        </p:tgtEl>
                                      </p:cBhvr>
                                    </p:animEffect>
                                  </p:childTnLst>
                                </p:cTn>
                              </p:par>
                              <p:par>
                                <p:cTn id="30" presetID="22" presetClass="entr" presetSubtype="4" fill="hold" nodeType="withEffect">
                                  <p:stCondLst>
                                    <p:cond delay="0"/>
                                  </p:stCondLst>
                                  <p:childTnLst>
                                    <p:set>
                                      <p:cBhvr>
                                        <p:cTn id="31" dur="1" fill="hold">
                                          <p:stCondLst>
                                            <p:cond delay="0"/>
                                          </p:stCondLst>
                                        </p:cTn>
                                        <p:tgtEl>
                                          <p:spTgt spid="67"/>
                                        </p:tgtEl>
                                        <p:attrNameLst>
                                          <p:attrName>style.visibility</p:attrName>
                                        </p:attrNameLst>
                                      </p:cBhvr>
                                      <p:to>
                                        <p:strVal val="visible"/>
                                      </p:to>
                                    </p:set>
                                    <p:animEffect transition="in" filter="wipe(down)">
                                      <p:cBhvr>
                                        <p:cTn id="32" dur="500"/>
                                        <p:tgtEl>
                                          <p:spTgt spid="67"/>
                                        </p:tgtEl>
                                      </p:cBhvr>
                                    </p:animEffect>
                                  </p:childTnLst>
                                </p:cTn>
                              </p:par>
                              <p:par>
                                <p:cTn id="33" presetID="22" presetClass="entr" presetSubtype="4" fill="hold" nodeType="withEffect">
                                  <p:stCondLst>
                                    <p:cond delay="0"/>
                                  </p:stCondLst>
                                  <p:childTnLst>
                                    <p:set>
                                      <p:cBhvr>
                                        <p:cTn id="34" dur="1" fill="hold">
                                          <p:stCondLst>
                                            <p:cond delay="0"/>
                                          </p:stCondLst>
                                        </p:cTn>
                                        <p:tgtEl>
                                          <p:spTgt spid="69"/>
                                        </p:tgtEl>
                                        <p:attrNameLst>
                                          <p:attrName>style.visibility</p:attrName>
                                        </p:attrNameLst>
                                      </p:cBhvr>
                                      <p:to>
                                        <p:strVal val="visible"/>
                                      </p:to>
                                    </p:set>
                                    <p:animEffect transition="in" filter="wipe(down)">
                                      <p:cBhvr>
                                        <p:cTn id="35" dur="500"/>
                                        <p:tgtEl>
                                          <p:spTgt spid="69"/>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22" presetClass="entr" presetSubtype="4" fill="hold" nodeType="clickEffect">
                                  <p:stCondLst>
                                    <p:cond delay="0"/>
                                  </p:stCondLst>
                                  <p:childTnLst>
                                    <p:set>
                                      <p:cBhvr>
                                        <p:cTn id="39" dur="1" fill="hold">
                                          <p:stCondLst>
                                            <p:cond delay="0"/>
                                          </p:stCondLst>
                                        </p:cTn>
                                        <p:tgtEl>
                                          <p:spTgt spid="70"/>
                                        </p:tgtEl>
                                        <p:attrNameLst>
                                          <p:attrName>style.visibility</p:attrName>
                                        </p:attrNameLst>
                                      </p:cBhvr>
                                      <p:to>
                                        <p:strVal val="visible"/>
                                      </p:to>
                                    </p:set>
                                    <p:animEffect transition="in" filter="wipe(down)">
                                      <p:cBhvr>
                                        <p:cTn id="40" dur="500"/>
                                        <p:tgtEl>
                                          <p:spTgt spid="70"/>
                                        </p:tgtEl>
                                      </p:cBhvr>
                                    </p:animEffect>
                                  </p:childTnLst>
                                </p:cTn>
                              </p:par>
                              <p:par>
                                <p:cTn id="41" presetID="22" presetClass="entr" presetSubtype="4" fill="hold" nodeType="withEffect">
                                  <p:stCondLst>
                                    <p:cond delay="0"/>
                                  </p:stCondLst>
                                  <p:childTnLst>
                                    <p:set>
                                      <p:cBhvr>
                                        <p:cTn id="42" dur="1" fill="hold">
                                          <p:stCondLst>
                                            <p:cond delay="0"/>
                                          </p:stCondLst>
                                        </p:cTn>
                                        <p:tgtEl>
                                          <p:spTgt spid="76"/>
                                        </p:tgtEl>
                                        <p:attrNameLst>
                                          <p:attrName>style.visibility</p:attrName>
                                        </p:attrNameLst>
                                      </p:cBhvr>
                                      <p:to>
                                        <p:strVal val="visible"/>
                                      </p:to>
                                    </p:set>
                                    <p:animEffect transition="in" filter="wipe(down)">
                                      <p:cBhvr>
                                        <p:cTn id="43" dur="500"/>
                                        <p:tgtEl>
                                          <p:spTgt spid="76"/>
                                        </p:tgtEl>
                                      </p:cBhvr>
                                    </p:animEffect>
                                  </p:childTnLst>
                                </p:cTn>
                              </p:par>
                              <p:par>
                                <p:cTn id="44" presetID="22" presetClass="entr" presetSubtype="4" fill="hold" nodeType="withEffect">
                                  <p:stCondLst>
                                    <p:cond delay="0"/>
                                  </p:stCondLst>
                                  <p:childTnLst>
                                    <p:set>
                                      <p:cBhvr>
                                        <p:cTn id="45" dur="1" fill="hold">
                                          <p:stCondLst>
                                            <p:cond delay="0"/>
                                          </p:stCondLst>
                                        </p:cTn>
                                        <p:tgtEl>
                                          <p:spTgt spid="78"/>
                                        </p:tgtEl>
                                        <p:attrNameLst>
                                          <p:attrName>style.visibility</p:attrName>
                                        </p:attrNameLst>
                                      </p:cBhvr>
                                      <p:to>
                                        <p:strVal val="visible"/>
                                      </p:to>
                                    </p:set>
                                    <p:animEffect transition="in" filter="wipe(down)">
                                      <p:cBhvr>
                                        <p:cTn id="46" dur="500"/>
                                        <p:tgtEl>
                                          <p:spTgt spid="78"/>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22" presetClass="entr" presetSubtype="4" fill="hold" nodeType="clickEffect">
                                  <p:stCondLst>
                                    <p:cond delay="0"/>
                                  </p:stCondLst>
                                  <p:childTnLst>
                                    <p:set>
                                      <p:cBhvr>
                                        <p:cTn id="50" dur="1" fill="hold">
                                          <p:stCondLst>
                                            <p:cond delay="0"/>
                                          </p:stCondLst>
                                        </p:cTn>
                                        <p:tgtEl>
                                          <p:spTgt spid="80"/>
                                        </p:tgtEl>
                                        <p:attrNameLst>
                                          <p:attrName>style.visibility</p:attrName>
                                        </p:attrNameLst>
                                      </p:cBhvr>
                                      <p:to>
                                        <p:strVal val="visible"/>
                                      </p:to>
                                    </p:set>
                                    <p:animEffect transition="in" filter="wipe(down)">
                                      <p:cBhvr>
                                        <p:cTn id="51" dur="500"/>
                                        <p:tgtEl>
                                          <p:spTgt spid="80"/>
                                        </p:tgtEl>
                                      </p:cBhvr>
                                    </p:animEffect>
                                  </p:childTnLst>
                                </p:cTn>
                              </p:par>
                              <p:par>
                                <p:cTn id="52" presetID="22" presetClass="entr" presetSubtype="4" fill="hold" nodeType="withEffect">
                                  <p:stCondLst>
                                    <p:cond delay="0"/>
                                  </p:stCondLst>
                                  <p:childTnLst>
                                    <p:set>
                                      <p:cBhvr>
                                        <p:cTn id="53" dur="1" fill="hold">
                                          <p:stCondLst>
                                            <p:cond delay="0"/>
                                          </p:stCondLst>
                                        </p:cTn>
                                        <p:tgtEl>
                                          <p:spTgt spid="89"/>
                                        </p:tgtEl>
                                        <p:attrNameLst>
                                          <p:attrName>style.visibility</p:attrName>
                                        </p:attrNameLst>
                                      </p:cBhvr>
                                      <p:to>
                                        <p:strVal val="visible"/>
                                      </p:to>
                                    </p:set>
                                    <p:animEffect transition="in" filter="wipe(down)">
                                      <p:cBhvr>
                                        <p:cTn id="54" dur="500"/>
                                        <p:tgtEl>
                                          <p:spTgt spid="89"/>
                                        </p:tgtEl>
                                      </p:cBhvr>
                                    </p:animEffect>
                                  </p:childTnLst>
                                </p:cTn>
                              </p:par>
                              <p:par>
                                <p:cTn id="55" presetID="22" presetClass="entr" presetSubtype="4" fill="hold" nodeType="withEffect">
                                  <p:stCondLst>
                                    <p:cond delay="0"/>
                                  </p:stCondLst>
                                  <p:childTnLst>
                                    <p:set>
                                      <p:cBhvr>
                                        <p:cTn id="56" dur="1" fill="hold">
                                          <p:stCondLst>
                                            <p:cond delay="0"/>
                                          </p:stCondLst>
                                        </p:cTn>
                                        <p:tgtEl>
                                          <p:spTgt spid="91"/>
                                        </p:tgtEl>
                                        <p:attrNameLst>
                                          <p:attrName>style.visibility</p:attrName>
                                        </p:attrNameLst>
                                      </p:cBhvr>
                                      <p:to>
                                        <p:strVal val="visible"/>
                                      </p:to>
                                    </p:set>
                                    <p:animEffect transition="in" filter="wipe(down)">
                                      <p:cBhvr>
                                        <p:cTn id="57" dur="500"/>
                                        <p:tgtEl>
                                          <p:spTgt spid="91"/>
                                        </p:tgtEl>
                                      </p:cBhvr>
                                    </p:animEffect>
                                  </p:childTnLst>
                                </p:cTn>
                              </p:par>
                              <p:par>
                                <p:cTn id="58" presetID="22" presetClass="entr" presetSubtype="4" fill="hold" nodeType="withEffect">
                                  <p:stCondLst>
                                    <p:cond delay="0"/>
                                  </p:stCondLst>
                                  <p:childTnLst>
                                    <p:set>
                                      <p:cBhvr>
                                        <p:cTn id="59" dur="1" fill="hold">
                                          <p:stCondLst>
                                            <p:cond delay="0"/>
                                          </p:stCondLst>
                                        </p:cTn>
                                        <p:tgtEl>
                                          <p:spTgt spid="93"/>
                                        </p:tgtEl>
                                        <p:attrNameLst>
                                          <p:attrName>style.visibility</p:attrName>
                                        </p:attrNameLst>
                                      </p:cBhvr>
                                      <p:to>
                                        <p:strVal val="visible"/>
                                      </p:to>
                                    </p:set>
                                    <p:animEffect transition="in" filter="wipe(down)">
                                      <p:cBhvr>
                                        <p:cTn id="60" dur="500"/>
                                        <p:tgtEl>
                                          <p:spTgt spid="93"/>
                                        </p:tgtEl>
                                      </p:cBhvr>
                                    </p:animEffect>
                                  </p:childTnLst>
                                </p:cTn>
                              </p:par>
                              <p:par>
                                <p:cTn id="61" presetID="22" presetClass="entr" presetSubtype="4" fill="hold" nodeType="withEffect">
                                  <p:stCondLst>
                                    <p:cond delay="0"/>
                                  </p:stCondLst>
                                  <p:childTnLst>
                                    <p:set>
                                      <p:cBhvr>
                                        <p:cTn id="62" dur="1" fill="hold">
                                          <p:stCondLst>
                                            <p:cond delay="0"/>
                                          </p:stCondLst>
                                        </p:cTn>
                                        <p:tgtEl>
                                          <p:spTgt spid="95"/>
                                        </p:tgtEl>
                                        <p:attrNameLst>
                                          <p:attrName>style.visibility</p:attrName>
                                        </p:attrNameLst>
                                      </p:cBhvr>
                                      <p:to>
                                        <p:strVal val="visible"/>
                                      </p:to>
                                    </p:set>
                                    <p:animEffect transition="in" filter="wipe(down)">
                                      <p:cBhvr>
                                        <p:cTn id="63" dur="500"/>
                                        <p:tgtEl>
                                          <p:spTgt spid="95"/>
                                        </p:tgtEl>
                                      </p:cBhvr>
                                    </p:animEffect>
                                  </p:childTnLst>
                                </p:cTn>
                              </p:par>
                              <p:par>
                                <p:cTn id="64" presetID="22" presetClass="entr" presetSubtype="4" fill="hold" nodeType="withEffect">
                                  <p:stCondLst>
                                    <p:cond delay="0"/>
                                  </p:stCondLst>
                                  <p:childTnLst>
                                    <p:set>
                                      <p:cBhvr>
                                        <p:cTn id="65" dur="1" fill="hold">
                                          <p:stCondLst>
                                            <p:cond delay="0"/>
                                          </p:stCondLst>
                                        </p:cTn>
                                        <p:tgtEl>
                                          <p:spTgt spid="97"/>
                                        </p:tgtEl>
                                        <p:attrNameLst>
                                          <p:attrName>style.visibility</p:attrName>
                                        </p:attrNameLst>
                                      </p:cBhvr>
                                      <p:to>
                                        <p:strVal val="visible"/>
                                      </p:to>
                                    </p:set>
                                    <p:animEffect transition="in" filter="wipe(down)">
                                      <p:cBhvr>
                                        <p:cTn id="66" dur="500"/>
                                        <p:tgtEl>
                                          <p:spTgt spid="97"/>
                                        </p:tgtEl>
                                      </p:cBhvr>
                                    </p:animEffect>
                                  </p:childTnLst>
                                </p:cTn>
                              </p:par>
                              <p:par>
                                <p:cTn id="67" presetID="22" presetClass="entr" presetSubtype="4" fill="hold" nodeType="withEffect">
                                  <p:stCondLst>
                                    <p:cond delay="0"/>
                                  </p:stCondLst>
                                  <p:childTnLst>
                                    <p:set>
                                      <p:cBhvr>
                                        <p:cTn id="68" dur="1" fill="hold">
                                          <p:stCondLst>
                                            <p:cond delay="0"/>
                                          </p:stCondLst>
                                        </p:cTn>
                                        <p:tgtEl>
                                          <p:spTgt spid="99"/>
                                        </p:tgtEl>
                                        <p:attrNameLst>
                                          <p:attrName>style.visibility</p:attrName>
                                        </p:attrNameLst>
                                      </p:cBhvr>
                                      <p:to>
                                        <p:strVal val="visible"/>
                                      </p:to>
                                    </p:set>
                                    <p:animEffect transition="in" filter="wipe(down)">
                                      <p:cBhvr>
                                        <p:cTn id="69" dur="500"/>
                                        <p:tgtEl>
                                          <p:spTgt spid="99"/>
                                        </p:tgtEl>
                                      </p:cBhvr>
                                    </p:animEffect>
                                  </p:childTnLst>
                                </p:cTn>
                              </p:par>
                              <p:par>
                                <p:cTn id="70" presetID="22" presetClass="entr" presetSubtype="4" fill="hold" nodeType="withEffect">
                                  <p:stCondLst>
                                    <p:cond delay="0"/>
                                  </p:stCondLst>
                                  <p:childTnLst>
                                    <p:set>
                                      <p:cBhvr>
                                        <p:cTn id="71" dur="1" fill="hold">
                                          <p:stCondLst>
                                            <p:cond delay="0"/>
                                          </p:stCondLst>
                                        </p:cTn>
                                        <p:tgtEl>
                                          <p:spTgt spid="101"/>
                                        </p:tgtEl>
                                        <p:attrNameLst>
                                          <p:attrName>style.visibility</p:attrName>
                                        </p:attrNameLst>
                                      </p:cBhvr>
                                      <p:to>
                                        <p:strVal val="visible"/>
                                      </p:to>
                                    </p:set>
                                    <p:animEffect transition="in" filter="wipe(down)">
                                      <p:cBhvr>
                                        <p:cTn id="72" dur="500"/>
                                        <p:tgtEl>
                                          <p:spTgt spid="101"/>
                                        </p:tgtEl>
                                      </p:cBhvr>
                                    </p:animEffect>
                                  </p:childTnLst>
                                </p:cTn>
                              </p:par>
                              <p:par>
                                <p:cTn id="73" presetID="22" presetClass="entr" presetSubtype="4" fill="hold" nodeType="withEffect">
                                  <p:stCondLst>
                                    <p:cond delay="0"/>
                                  </p:stCondLst>
                                  <p:childTnLst>
                                    <p:set>
                                      <p:cBhvr>
                                        <p:cTn id="74" dur="1" fill="hold">
                                          <p:stCondLst>
                                            <p:cond delay="0"/>
                                          </p:stCondLst>
                                        </p:cTn>
                                        <p:tgtEl>
                                          <p:spTgt spid="104"/>
                                        </p:tgtEl>
                                        <p:attrNameLst>
                                          <p:attrName>style.visibility</p:attrName>
                                        </p:attrNameLst>
                                      </p:cBhvr>
                                      <p:to>
                                        <p:strVal val="visible"/>
                                      </p:to>
                                    </p:set>
                                    <p:animEffect transition="in" filter="wipe(down)">
                                      <p:cBhvr>
                                        <p:cTn id="75" dur="500"/>
                                        <p:tgtEl>
                                          <p:spTgt spid="104"/>
                                        </p:tgtEl>
                                      </p:cBhvr>
                                    </p:animEffect>
                                  </p:childTnLst>
                                </p:cTn>
                              </p:par>
                              <p:par>
                                <p:cTn id="76" presetID="22" presetClass="entr" presetSubtype="4" fill="hold" nodeType="withEffect">
                                  <p:stCondLst>
                                    <p:cond delay="0"/>
                                  </p:stCondLst>
                                  <p:childTnLst>
                                    <p:set>
                                      <p:cBhvr>
                                        <p:cTn id="77" dur="1" fill="hold">
                                          <p:stCondLst>
                                            <p:cond delay="0"/>
                                          </p:stCondLst>
                                        </p:cTn>
                                        <p:tgtEl>
                                          <p:spTgt spid="106"/>
                                        </p:tgtEl>
                                        <p:attrNameLst>
                                          <p:attrName>style.visibility</p:attrName>
                                        </p:attrNameLst>
                                      </p:cBhvr>
                                      <p:to>
                                        <p:strVal val="visible"/>
                                      </p:to>
                                    </p:set>
                                    <p:animEffect transition="in" filter="wipe(down)">
                                      <p:cBhvr>
                                        <p:cTn id="78" dur="500"/>
                                        <p:tgtEl>
                                          <p:spTgt spid="106"/>
                                        </p:tgtEl>
                                      </p:cBhvr>
                                    </p:animEffect>
                                  </p:childTnLst>
                                </p:cTn>
                              </p:par>
                              <p:par>
                                <p:cTn id="79" presetID="22" presetClass="entr" presetSubtype="4" fill="hold" nodeType="withEffect">
                                  <p:stCondLst>
                                    <p:cond delay="0"/>
                                  </p:stCondLst>
                                  <p:childTnLst>
                                    <p:set>
                                      <p:cBhvr>
                                        <p:cTn id="80" dur="1" fill="hold">
                                          <p:stCondLst>
                                            <p:cond delay="0"/>
                                          </p:stCondLst>
                                        </p:cTn>
                                        <p:tgtEl>
                                          <p:spTgt spid="108"/>
                                        </p:tgtEl>
                                        <p:attrNameLst>
                                          <p:attrName>style.visibility</p:attrName>
                                        </p:attrNameLst>
                                      </p:cBhvr>
                                      <p:to>
                                        <p:strVal val="visible"/>
                                      </p:to>
                                    </p:set>
                                    <p:animEffect transition="in" filter="wipe(down)">
                                      <p:cBhvr>
                                        <p:cTn id="81" dur="500"/>
                                        <p:tgtEl>
                                          <p:spTgt spid="1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0458C35-B6B3-4230-8F5B-894EA3C05EC7}"/>
              </a:ext>
            </a:extLst>
          </p:cNvPr>
          <p:cNvSpPr txBox="1"/>
          <p:nvPr/>
        </p:nvSpPr>
        <p:spPr>
          <a:xfrm>
            <a:off x="251640" y="332742"/>
            <a:ext cx="8712726" cy="5632311"/>
          </a:xfrm>
          <a:prstGeom prst="rect">
            <a:avLst/>
          </a:prstGeom>
          <a:noFill/>
        </p:spPr>
        <p:txBody>
          <a:bodyPr wrap="square" rtlCol="0">
            <a:spAutoFit/>
          </a:bodyPr>
          <a:lstStyle/>
          <a:p>
            <a:pPr algn="just">
              <a:spcAft>
                <a:spcPts val="0"/>
              </a:spcAft>
            </a:pPr>
            <a:r>
              <a:rPr lang="ru-RU" sz="2400" dirty="0">
                <a:latin typeface="Times New Roman" panose="02020603050405020304" pitchFamily="18" charset="0"/>
                <a:ea typeface="Times New Roman" panose="02020603050405020304" pitchFamily="18" charset="0"/>
              </a:rPr>
              <a:t>	Пространство допустимых решений ограничено отрезками прямых, которые соединяются в угловых точках А, В, С, D, Е и F. Любая точка, расположенная внутри или на границе области, ограниченной ломаной ABCDEF, является допустимым решением, т.е. удовлетворяет всем ограничениям. Поскольку пространство допустимых решений содержит бесконечное число точек, необходима некая процедура поиска оптимального решения.</a:t>
            </a:r>
          </a:p>
          <a:p>
            <a:pPr algn="just">
              <a:spcAft>
                <a:spcPts val="0"/>
              </a:spcAft>
            </a:pPr>
            <a:r>
              <a:rPr lang="ru-RU" sz="2400" dirty="0">
                <a:latin typeface="Times New Roman" panose="02020603050405020304" pitchFamily="18" charset="0"/>
                <a:ea typeface="Times New Roman" panose="02020603050405020304" pitchFamily="18" charset="0"/>
              </a:rPr>
              <a:t>	Для того чтобы найти оптимальное решение, необходимо определить направление возрастания целевой функции </a:t>
            </a:r>
            <a:r>
              <a:rPr lang="ru-RU" sz="2400" i="1" dirty="0">
                <a:latin typeface="Times New Roman" panose="02020603050405020304" pitchFamily="18" charset="0"/>
                <a:ea typeface="Times New Roman" panose="02020603050405020304" pitchFamily="18" charset="0"/>
              </a:rPr>
              <a:t>z</a:t>
            </a:r>
            <a:r>
              <a:rPr lang="ru-RU" sz="2400" dirty="0">
                <a:latin typeface="Times New Roman" panose="02020603050405020304" pitchFamily="18" charset="0"/>
                <a:ea typeface="Times New Roman" panose="02020603050405020304" pitchFamily="18" charset="0"/>
              </a:rPr>
              <a:t> = 5</a:t>
            </a:r>
            <a:r>
              <a:rPr lang="ru-RU" sz="2400" i="1" dirty="0">
                <a:latin typeface="Times New Roman" panose="02020603050405020304" pitchFamily="18" charset="0"/>
                <a:ea typeface="Times New Roman" panose="02020603050405020304" pitchFamily="18" charset="0"/>
              </a:rPr>
              <a:t>х</a:t>
            </a:r>
            <a:r>
              <a:rPr lang="ru-RU" sz="2400" baseline="-25000" dirty="0">
                <a:latin typeface="Times New Roman" panose="02020603050405020304" pitchFamily="18" charset="0"/>
                <a:ea typeface="Times New Roman" panose="02020603050405020304" pitchFamily="18" charset="0"/>
              </a:rPr>
              <a:t>1</a:t>
            </a:r>
            <a:r>
              <a:rPr lang="ru-RU" sz="2400" dirty="0">
                <a:latin typeface="Times New Roman" panose="02020603050405020304" pitchFamily="18" charset="0"/>
                <a:ea typeface="Times New Roman" panose="02020603050405020304" pitchFamily="18" charset="0"/>
              </a:rPr>
              <a:t> + 4</a:t>
            </a:r>
            <a:r>
              <a:rPr lang="ru-RU" sz="2400" i="1" dirty="0">
                <a:latin typeface="Times New Roman" panose="02020603050405020304" pitchFamily="18" charset="0"/>
                <a:ea typeface="Times New Roman" panose="02020603050405020304" pitchFamily="18" charset="0"/>
              </a:rPr>
              <a:t>х</a:t>
            </a:r>
            <a:r>
              <a:rPr lang="ru-RU" sz="2400" baseline="-25000" dirty="0">
                <a:latin typeface="Times New Roman" panose="02020603050405020304" pitchFamily="18" charset="0"/>
                <a:ea typeface="Times New Roman" panose="02020603050405020304" pitchFamily="18" charset="0"/>
              </a:rPr>
              <a:t>2</a:t>
            </a:r>
            <a:r>
              <a:rPr lang="ru-RU" sz="2400" dirty="0">
                <a:latin typeface="Times New Roman" panose="02020603050405020304" pitchFamily="18" charset="0"/>
                <a:ea typeface="Times New Roman" panose="02020603050405020304" pitchFamily="18" charset="0"/>
              </a:rPr>
              <a:t>. Мы можем приравнять z к нескольким возрастающим значениям, например 10 и 15. Эти значения, подставленные вместо </a:t>
            </a:r>
            <a:r>
              <a:rPr lang="ru-RU" sz="2400" i="1" dirty="0">
                <a:latin typeface="Times New Roman" panose="02020603050405020304" pitchFamily="18" charset="0"/>
                <a:ea typeface="Times New Roman" panose="02020603050405020304" pitchFamily="18" charset="0"/>
              </a:rPr>
              <a:t>z</a:t>
            </a:r>
            <a:r>
              <a:rPr lang="ru-RU" sz="2400" dirty="0">
                <a:latin typeface="Times New Roman" panose="02020603050405020304" pitchFamily="18" charset="0"/>
                <a:ea typeface="Times New Roman" panose="02020603050405020304" pitchFamily="18" charset="0"/>
              </a:rPr>
              <a:t> в выражение целевой функции, порождают уравнения прямых; для значений 10 и 15 получаем уравнения прямых       5</a:t>
            </a:r>
            <a:r>
              <a:rPr lang="ru-RU" sz="2400" i="1" dirty="0">
                <a:latin typeface="Times New Roman" panose="02020603050405020304" pitchFamily="18" charset="0"/>
                <a:ea typeface="Times New Roman" panose="02020603050405020304" pitchFamily="18" charset="0"/>
              </a:rPr>
              <a:t>х</a:t>
            </a:r>
            <a:r>
              <a:rPr lang="ru-RU" sz="2400" baseline="-25000" dirty="0">
                <a:latin typeface="Times New Roman" panose="02020603050405020304" pitchFamily="18" charset="0"/>
                <a:ea typeface="Times New Roman" panose="02020603050405020304" pitchFamily="18" charset="0"/>
              </a:rPr>
              <a:t>1</a:t>
            </a:r>
            <a:r>
              <a:rPr lang="ru-RU" sz="2400" dirty="0">
                <a:latin typeface="Times New Roman" panose="02020603050405020304" pitchFamily="18" charset="0"/>
                <a:ea typeface="Times New Roman" panose="02020603050405020304" pitchFamily="18" charset="0"/>
              </a:rPr>
              <a:t> + 4</a:t>
            </a:r>
            <a:r>
              <a:rPr lang="ru-RU" sz="2400" i="1" dirty="0">
                <a:latin typeface="Times New Roman" panose="02020603050405020304" pitchFamily="18" charset="0"/>
                <a:ea typeface="Times New Roman" panose="02020603050405020304" pitchFamily="18" charset="0"/>
              </a:rPr>
              <a:t>х</a:t>
            </a:r>
            <a:r>
              <a:rPr lang="ru-RU" sz="2400" baseline="-25000" dirty="0">
                <a:latin typeface="Times New Roman" panose="02020603050405020304" pitchFamily="18" charset="0"/>
                <a:ea typeface="Times New Roman" panose="02020603050405020304" pitchFamily="18" charset="0"/>
              </a:rPr>
              <a:t>2</a:t>
            </a:r>
            <a:r>
              <a:rPr lang="ru-RU" sz="2400" dirty="0">
                <a:latin typeface="Times New Roman" panose="02020603050405020304" pitchFamily="18" charset="0"/>
                <a:ea typeface="Times New Roman" panose="02020603050405020304" pitchFamily="18" charset="0"/>
              </a:rPr>
              <a:t> = 10 и 5</a:t>
            </a:r>
            <a:r>
              <a:rPr lang="ru-RU" sz="2400" i="1" dirty="0">
                <a:latin typeface="Times New Roman" panose="02020603050405020304" pitchFamily="18" charset="0"/>
                <a:ea typeface="Times New Roman" panose="02020603050405020304" pitchFamily="18" charset="0"/>
              </a:rPr>
              <a:t>х</a:t>
            </a:r>
            <a:r>
              <a:rPr lang="ru-RU" sz="2400" baseline="-25000" dirty="0">
                <a:latin typeface="Times New Roman" panose="02020603050405020304" pitchFamily="18" charset="0"/>
                <a:ea typeface="Times New Roman" panose="02020603050405020304" pitchFamily="18" charset="0"/>
              </a:rPr>
              <a:t>1</a:t>
            </a:r>
            <a:r>
              <a:rPr lang="ru-RU" sz="2400" dirty="0">
                <a:latin typeface="Times New Roman" panose="02020603050405020304" pitchFamily="18" charset="0"/>
                <a:ea typeface="Times New Roman" panose="02020603050405020304" pitchFamily="18" charset="0"/>
              </a:rPr>
              <a:t> + 4</a:t>
            </a:r>
            <a:r>
              <a:rPr lang="ru-RU" sz="2400" i="1" dirty="0">
                <a:latin typeface="Times New Roman" panose="02020603050405020304" pitchFamily="18" charset="0"/>
                <a:ea typeface="Times New Roman" panose="02020603050405020304" pitchFamily="18" charset="0"/>
              </a:rPr>
              <a:t>х</a:t>
            </a:r>
            <a:r>
              <a:rPr lang="ru-RU" sz="2400" baseline="-25000" dirty="0">
                <a:latin typeface="Times New Roman" panose="02020603050405020304" pitchFamily="18" charset="0"/>
                <a:ea typeface="Times New Roman" panose="02020603050405020304" pitchFamily="18" charset="0"/>
              </a:rPr>
              <a:t>2</a:t>
            </a:r>
            <a:r>
              <a:rPr lang="ru-RU" sz="2400" dirty="0">
                <a:latin typeface="Times New Roman" panose="02020603050405020304" pitchFamily="18" charset="0"/>
                <a:ea typeface="Times New Roman" panose="02020603050405020304" pitchFamily="18" charset="0"/>
              </a:rPr>
              <a:t>  =15. </a:t>
            </a:r>
          </a:p>
        </p:txBody>
      </p:sp>
    </p:spTree>
    <p:extLst>
      <p:ext uri="{BB962C8B-B14F-4D97-AF65-F5344CB8AC3E}">
        <p14:creationId xmlns:p14="http://schemas.microsoft.com/office/powerpoint/2010/main" val="4155230161"/>
      </p:ext>
    </p:extLst>
  </p:cSld>
  <p:clrMapOvr>
    <a:masterClrMapping/>
  </p:clrMapOvr>
  <p:transition spd="slow">
    <p:push dir="u"/>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Прямая соединительная линия 3">
            <a:extLst>
              <a:ext uri="{FF2B5EF4-FFF2-40B4-BE49-F238E27FC236}">
                <a16:creationId xmlns:a16="http://schemas.microsoft.com/office/drawing/2014/main" id="{1B74E727-B116-4FDF-8821-0916B3953B1A}"/>
              </a:ext>
            </a:extLst>
          </p:cNvPr>
          <p:cNvCxnSpPr/>
          <p:nvPr/>
        </p:nvCxnSpPr>
        <p:spPr>
          <a:xfrm>
            <a:off x="198438" y="6308725"/>
            <a:ext cx="8334375" cy="0"/>
          </a:xfrm>
          <a:prstGeom prst="line">
            <a:avLst/>
          </a:prstGeom>
          <a:ln w="38100">
            <a:solidFill>
              <a:schemeClr val="tx1"/>
            </a:solidFill>
            <a:tailEnd type="stealth"/>
          </a:ln>
        </p:spPr>
        <p:style>
          <a:lnRef idx="1">
            <a:schemeClr val="accent1"/>
          </a:lnRef>
          <a:fillRef idx="0">
            <a:schemeClr val="accent1"/>
          </a:fillRef>
          <a:effectRef idx="0">
            <a:schemeClr val="accent1"/>
          </a:effectRef>
          <a:fontRef idx="minor">
            <a:schemeClr val="tx1"/>
          </a:fontRef>
        </p:style>
      </p:cxnSp>
      <p:cxnSp>
        <p:nvCxnSpPr>
          <p:cNvPr id="5" name="Прямая соединительная линия 4">
            <a:extLst>
              <a:ext uri="{FF2B5EF4-FFF2-40B4-BE49-F238E27FC236}">
                <a16:creationId xmlns:a16="http://schemas.microsoft.com/office/drawing/2014/main" id="{AD0EC3B6-C276-48D9-AC5E-CAC7B3CDB09F}"/>
              </a:ext>
            </a:extLst>
          </p:cNvPr>
          <p:cNvCxnSpPr/>
          <p:nvPr/>
        </p:nvCxnSpPr>
        <p:spPr>
          <a:xfrm>
            <a:off x="468313" y="260350"/>
            <a:ext cx="0" cy="6334125"/>
          </a:xfrm>
          <a:prstGeom prst="line">
            <a:avLst/>
          </a:prstGeom>
          <a:ln w="38100">
            <a:solidFill>
              <a:schemeClr val="tx1"/>
            </a:solidFill>
            <a:headEnd type="stealth"/>
            <a:tailEnd type="none"/>
          </a:ln>
        </p:spPr>
        <p:style>
          <a:lnRef idx="1">
            <a:schemeClr val="accent1"/>
          </a:lnRef>
          <a:fillRef idx="0">
            <a:schemeClr val="accent1"/>
          </a:fillRef>
          <a:effectRef idx="0">
            <a:schemeClr val="accent1"/>
          </a:effectRef>
          <a:fontRef idx="minor">
            <a:schemeClr val="tx1"/>
          </a:fontRef>
        </p:style>
      </p:cxnSp>
      <p:sp>
        <p:nvSpPr>
          <p:cNvPr id="25603" name="TextBox 5">
            <a:extLst>
              <a:ext uri="{FF2B5EF4-FFF2-40B4-BE49-F238E27FC236}">
                <a16:creationId xmlns:a16="http://schemas.microsoft.com/office/drawing/2014/main" id="{116FB4B7-0F21-492C-8C1F-F092FE5B0C9D}"/>
              </a:ext>
            </a:extLst>
          </p:cNvPr>
          <p:cNvSpPr txBox="1">
            <a:spLocks noChangeArrowheads="1"/>
          </p:cNvSpPr>
          <p:nvPr/>
        </p:nvSpPr>
        <p:spPr bwMode="auto">
          <a:xfrm>
            <a:off x="8118475" y="6318250"/>
            <a:ext cx="4921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ru-RU" altLang="zh-CN" sz="2800" i="1"/>
              <a:t>х</a:t>
            </a:r>
            <a:r>
              <a:rPr lang="ru-RU" altLang="zh-CN" sz="2800" baseline="-25000"/>
              <a:t>1</a:t>
            </a:r>
            <a:endParaRPr lang="en-US" altLang="ru-RU" sz="2800" baseline="-25000"/>
          </a:p>
        </p:txBody>
      </p:sp>
      <p:sp>
        <p:nvSpPr>
          <p:cNvPr id="25604" name="TextBox 6">
            <a:extLst>
              <a:ext uri="{FF2B5EF4-FFF2-40B4-BE49-F238E27FC236}">
                <a16:creationId xmlns:a16="http://schemas.microsoft.com/office/drawing/2014/main" id="{DDEFC588-ED42-4DAD-9EA3-924221A56518}"/>
              </a:ext>
            </a:extLst>
          </p:cNvPr>
          <p:cNvSpPr txBox="1">
            <a:spLocks noChangeArrowheads="1"/>
          </p:cNvSpPr>
          <p:nvPr/>
        </p:nvSpPr>
        <p:spPr bwMode="auto">
          <a:xfrm>
            <a:off x="0" y="-20638"/>
            <a:ext cx="493713"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ru-RU" altLang="zh-CN" sz="2800" i="1"/>
              <a:t>х</a:t>
            </a:r>
            <a:r>
              <a:rPr lang="ru-RU" altLang="zh-CN" sz="2800" i="1" baseline="-25000"/>
              <a:t>2</a:t>
            </a:r>
            <a:endParaRPr lang="en-US" altLang="ru-RU" sz="2800" baseline="-25000"/>
          </a:p>
        </p:txBody>
      </p:sp>
      <p:cxnSp>
        <p:nvCxnSpPr>
          <p:cNvPr id="8" name="Прямая соединительная линия 7">
            <a:extLst>
              <a:ext uri="{FF2B5EF4-FFF2-40B4-BE49-F238E27FC236}">
                <a16:creationId xmlns:a16="http://schemas.microsoft.com/office/drawing/2014/main" id="{6EF741A3-062E-40FA-BFD3-F1605982C482}"/>
              </a:ext>
            </a:extLst>
          </p:cNvPr>
          <p:cNvCxnSpPr/>
          <p:nvPr/>
        </p:nvCxnSpPr>
        <p:spPr>
          <a:xfrm>
            <a:off x="2195513" y="6237288"/>
            <a:ext cx="0" cy="144462"/>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Прямая соединительная линия 8">
            <a:extLst>
              <a:ext uri="{FF2B5EF4-FFF2-40B4-BE49-F238E27FC236}">
                <a16:creationId xmlns:a16="http://schemas.microsoft.com/office/drawing/2014/main" id="{1AA77072-2E3B-4199-80EE-6722F2C62106}"/>
              </a:ext>
            </a:extLst>
          </p:cNvPr>
          <p:cNvCxnSpPr/>
          <p:nvPr/>
        </p:nvCxnSpPr>
        <p:spPr>
          <a:xfrm>
            <a:off x="4140200" y="6245225"/>
            <a:ext cx="0" cy="144463"/>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Прямая соединительная линия 9">
            <a:extLst>
              <a:ext uri="{FF2B5EF4-FFF2-40B4-BE49-F238E27FC236}">
                <a16:creationId xmlns:a16="http://schemas.microsoft.com/office/drawing/2014/main" id="{188EA091-9D1A-43E2-B9F7-A3127640AEEA}"/>
              </a:ext>
            </a:extLst>
          </p:cNvPr>
          <p:cNvCxnSpPr/>
          <p:nvPr/>
        </p:nvCxnSpPr>
        <p:spPr>
          <a:xfrm>
            <a:off x="6011863" y="6237288"/>
            <a:ext cx="0" cy="144462"/>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Прямая соединительная линия 10">
            <a:extLst>
              <a:ext uri="{FF2B5EF4-FFF2-40B4-BE49-F238E27FC236}">
                <a16:creationId xmlns:a16="http://schemas.microsoft.com/office/drawing/2014/main" id="{0990356A-5582-43C9-9647-EA5782D592CF}"/>
              </a:ext>
            </a:extLst>
          </p:cNvPr>
          <p:cNvCxnSpPr/>
          <p:nvPr/>
        </p:nvCxnSpPr>
        <p:spPr>
          <a:xfrm>
            <a:off x="7812088" y="6226175"/>
            <a:ext cx="0" cy="142875"/>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Прямая соединительная линия 11">
            <a:extLst>
              <a:ext uri="{FF2B5EF4-FFF2-40B4-BE49-F238E27FC236}">
                <a16:creationId xmlns:a16="http://schemas.microsoft.com/office/drawing/2014/main" id="{C7C8DA16-B88A-4E75-8892-556FB3A33B1B}"/>
              </a:ext>
            </a:extLst>
          </p:cNvPr>
          <p:cNvCxnSpPr/>
          <p:nvPr/>
        </p:nvCxnSpPr>
        <p:spPr>
          <a:xfrm>
            <a:off x="395288" y="4724400"/>
            <a:ext cx="144462" cy="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3" name="Прямая соединительная линия 12">
            <a:extLst>
              <a:ext uri="{FF2B5EF4-FFF2-40B4-BE49-F238E27FC236}">
                <a16:creationId xmlns:a16="http://schemas.microsoft.com/office/drawing/2014/main" id="{72CD633A-9982-4AC3-83F3-43D04D88FE3B}"/>
              </a:ext>
            </a:extLst>
          </p:cNvPr>
          <p:cNvCxnSpPr/>
          <p:nvPr/>
        </p:nvCxnSpPr>
        <p:spPr>
          <a:xfrm>
            <a:off x="401638" y="2997200"/>
            <a:ext cx="144462" cy="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4" name="Прямая соединительная линия 13">
            <a:extLst>
              <a:ext uri="{FF2B5EF4-FFF2-40B4-BE49-F238E27FC236}">
                <a16:creationId xmlns:a16="http://schemas.microsoft.com/office/drawing/2014/main" id="{441C91D5-DD65-428A-B25F-BB3B3EABB511}"/>
              </a:ext>
            </a:extLst>
          </p:cNvPr>
          <p:cNvCxnSpPr/>
          <p:nvPr/>
        </p:nvCxnSpPr>
        <p:spPr>
          <a:xfrm>
            <a:off x="409575" y="1268413"/>
            <a:ext cx="144463" cy="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graphicFrame>
        <p:nvGraphicFramePr>
          <p:cNvPr id="25612" name="Объект 15">
            <a:extLst>
              <a:ext uri="{FF2B5EF4-FFF2-40B4-BE49-F238E27FC236}">
                <a16:creationId xmlns:a16="http://schemas.microsoft.com/office/drawing/2014/main" id="{4B5B56A1-BB68-499D-A941-DFEE011E456C}"/>
              </a:ext>
            </a:extLst>
          </p:cNvPr>
          <p:cNvGraphicFramePr>
            <a:graphicFrameLocks noChangeAspect="1"/>
          </p:cNvGraphicFramePr>
          <p:nvPr/>
        </p:nvGraphicFramePr>
        <p:xfrm>
          <a:off x="6337300" y="69850"/>
          <a:ext cx="2605088" cy="431800"/>
        </p:xfrm>
        <a:graphic>
          <a:graphicData uri="http://schemas.openxmlformats.org/presentationml/2006/ole">
            <mc:AlternateContent xmlns:mc="http://schemas.openxmlformats.org/markup-compatibility/2006">
              <mc:Choice xmlns:v="urn:schemas-microsoft-com:vml" Requires="v">
                <p:oleObj spid="_x0000_s25677" r:id="rId3" imgW="1218671" imgH="203112" progId="Equation.3">
                  <p:embed/>
                </p:oleObj>
              </mc:Choice>
              <mc:Fallback>
                <p:oleObj r:id="rId3" imgW="1218671" imgH="203112" progId="Equation.3">
                  <p:embed/>
                  <p:pic>
                    <p:nvPicPr>
                      <p:cNvPr id="0" name="Объект 1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37300" y="69850"/>
                        <a:ext cx="2605088"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5613" name="TextBox 16">
            <a:extLst>
              <a:ext uri="{FF2B5EF4-FFF2-40B4-BE49-F238E27FC236}">
                <a16:creationId xmlns:a16="http://schemas.microsoft.com/office/drawing/2014/main" id="{71C68224-A3DF-4BD2-B8A3-FDB68FB39653}"/>
              </a:ext>
            </a:extLst>
          </p:cNvPr>
          <p:cNvSpPr txBox="1">
            <a:spLocks noChangeArrowheads="1"/>
          </p:cNvSpPr>
          <p:nvPr/>
        </p:nvSpPr>
        <p:spPr bwMode="auto">
          <a:xfrm>
            <a:off x="2195513" y="6381750"/>
            <a:ext cx="306387"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ru-RU" altLang="zh-CN"/>
              <a:t>1</a:t>
            </a:r>
            <a:endParaRPr lang="en-US" altLang="ru-RU"/>
          </a:p>
        </p:txBody>
      </p:sp>
      <p:sp>
        <p:nvSpPr>
          <p:cNvPr id="25614" name="TextBox 17">
            <a:extLst>
              <a:ext uri="{FF2B5EF4-FFF2-40B4-BE49-F238E27FC236}">
                <a16:creationId xmlns:a16="http://schemas.microsoft.com/office/drawing/2014/main" id="{6C93CC2A-FE06-41BC-BFC0-71198F55C45E}"/>
              </a:ext>
            </a:extLst>
          </p:cNvPr>
          <p:cNvSpPr txBox="1">
            <a:spLocks noChangeArrowheads="1"/>
          </p:cNvSpPr>
          <p:nvPr/>
        </p:nvSpPr>
        <p:spPr bwMode="auto">
          <a:xfrm>
            <a:off x="44450" y="4540250"/>
            <a:ext cx="30638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ru-RU" altLang="zh-CN"/>
              <a:t>1</a:t>
            </a:r>
            <a:endParaRPr lang="en-US" altLang="ru-RU"/>
          </a:p>
        </p:txBody>
      </p:sp>
      <p:sp>
        <p:nvSpPr>
          <p:cNvPr id="25615" name="TextBox 18">
            <a:extLst>
              <a:ext uri="{FF2B5EF4-FFF2-40B4-BE49-F238E27FC236}">
                <a16:creationId xmlns:a16="http://schemas.microsoft.com/office/drawing/2014/main" id="{B409D6BE-CE42-4D3A-9DA0-57EA6513AF80}"/>
              </a:ext>
            </a:extLst>
          </p:cNvPr>
          <p:cNvSpPr txBox="1">
            <a:spLocks noChangeArrowheads="1"/>
          </p:cNvSpPr>
          <p:nvPr/>
        </p:nvSpPr>
        <p:spPr bwMode="auto">
          <a:xfrm>
            <a:off x="4140200" y="6381750"/>
            <a:ext cx="306388"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ru-RU" altLang="zh-CN"/>
              <a:t>2</a:t>
            </a:r>
            <a:endParaRPr lang="en-US" altLang="ru-RU"/>
          </a:p>
        </p:txBody>
      </p:sp>
      <p:sp>
        <p:nvSpPr>
          <p:cNvPr id="25616" name="TextBox 19">
            <a:extLst>
              <a:ext uri="{FF2B5EF4-FFF2-40B4-BE49-F238E27FC236}">
                <a16:creationId xmlns:a16="http://schemas.microsoft.com/office/drawing/2014/main" id="{67B51AA1-7E86-4B89-B655-BEE6A8100F4A}"/>
              </a:ext>
            </a:extLst>
          </p:cNvPr>
          <p:cNvSpPr txBox="1">
            <a:spLocks noChangeArrowheads="1"/>
          </p:cNvSpPr>
          <p:nvPr/>
        </p:nvSpPr>
        <p:spPr bwMode="auto">
          <a:xfrm>
            <a:off x="44450" y="2813050"/>
            <a:ext cx="306388"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ru-RU" altLang="zh-CN"/>
              <a:t>2</a:t>
            </a:r>
            <a:endParaRPr lang="en-US" altLang="ru-RU"/>
          </a:p>
        </p:txBody>
      </p:sp>
      <p:sp>
        <p:nvSpPr>
          <p:cNvPr id="25617" name="TextBox 20">
            <a:extLst>
              <a:ext uri="{FF2B5EF4-FFF2-40B4-BE49-F238E27FC236}">
                <a16:creationId xmlns:a16="http://schemas.microsoft.com/office/drawing/2014/main" id="{6B8A9981-DD79-4066-B2D3-685E2E995B7C}"/>
              </a:ext>
            </a:extLst>
          </p:cNvPr>
          <p:cNvSpPr txBox="1">
            <a:spLocks noChangeArrowheads="1"/>
          </p:cNvSpPr>
          <p:nvPr/>
        </p:nvSpPr>
        <p:spPr bwMode="auto">
          <a:xfrm>
            <a:off x="6011863" y="6372225"/>
            <a:ext cx="30638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ru-RU" altLang="zh-CN"/>
              <a:t>3</a:t>
            </a:r>
            <a:endParaRPr lang="en-US" altLang="ru-RU"/>
          </a:p>
        </p:txBody>
      </p:sp>
      <p:sp>
        <p:nvSpPr>
          <p:cNvPr id="25618" name="TextBox 21">
            <a:extLst>
              <a:ext uri="{FF2B5EF4-FFF2-40B4-BE49-F238E27FC236}">
                <a16:creationId xmlns:a16="http://schemas.microsoft.com/office/drawing/2014/main" id="{8D8CDE49-0B0C-4AC8-91A4-1111555719C1}"/>
              </a:ext>
            </a:extLst>
          </p:cNvPr>
          <p:cNvSpPr txBox="1">
            <a:spLocks noChangeArrowheads="1"/>
          </p:cNvSpPr>
          <p:nvPr/>
        </p:nvSpPr>
        <p:spPr bwMode="auto">
          <a:xfrm>
            <a:off x="7812088" y="6396038"/>
            <a:ext cx="306387"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ru-RU" altLang="zh-CN"/>
              <a:t>4</a:t>
            </a:r>
            <a:endParaRPr lang="en-US" altLang="ru-RU"/>
          </a:p>
        </p:txBody>
      </p:sp>
      <p:sp>
        <p:nvSpPr>
          <p:cNvPr id="25619" name="TextBox 22">
            <a:extLst>
              <a:ext uri="{FF2B5EF4-FFF2-40B4-BE49-F238E27FC236}">
                <a16:creationId xmlns:a16="http://schemas.microsoft.com/office/drawing/2014/main" id="{0BD6CA74-C056-4FB8-BCB1-95F014C2F6F4}"/>
              </a:ext>
            </a:extLst>
          </p:cNvPr>
          <p:cNvSpPr txBox="1">
            <a:spLocks noChangeArrowheads="1"/>
          </p:cNvSpPr>
          <p:nvPr/>
        </p:nvSpPr>
        <p:spPr bwMode="auto">
          <a:xfrm>
            <a:off x="44450" y="1084263"/>
            <a:ext cx="306388"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ru-RU" altLang="zh-CN"/>
              <a:t>3</a:t>
            </a:r>
            <a:endParaRPr lang="en-US" altLang="ru-RU"/>
          </a:p>
        </p:txBody>
      </p:sp>
      <p:cxnSp>
        <p:nvCxnSpPr>
          <p:cNvPr id="25" name="Прямая соединительная линия 24">
            <a:extLst>
              <a:ext uri="{FF2B5EF4-FFF2-40B4-BE49-F238E27FC236}">
                <a16:creationId xmlns:a16="http://schemas.microsoft.com/office/drawing/2014/main" id="{03BA4FE0-56A3-4050-8B76-7E0AC86DBD16}"/>
              </a:ext>
            </a:extLst>
          </p:cNvPr>
          <p:cNvCxnSpPr/>
          <p:nvPr/>
        </p:nvCxnSpPr>
        <p:spPr>
          <a:xfrm>
            <a:off x="6011863" y="3716338"/>
            <a:ext cx="1800225" cy="2592387"/>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6" name="Прямая соединительная линия 25">
            <a:extLst>
              <a:ext uri="{FF2B5EF4-FFF2-40B4-BE49-F238E27FC236}">
                <a16:creationId xmlns:a16="http://schemas.microsoft.com/office/drawing/2014/main" id="{897F5AD5-0BAC-47B4-B739-41C40A951AD6}"/>
              </a:ext>
            </a:extLst>
          </p:cNvPr>
          <p:cNvCxnSpPr/>
          <p:nvPr/>
        </p:nvCxnSpPr>
        <p:spPr>
          <a:xfrm>
            <a:off x="4140200" y="2997200"/>
            <a:ext cx="1871663" cy="719138"/>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8" name="Прямая соединительная линия 27">
            <a:extLst>
              <a:ext uri="{FF2B5EF4-FFF2-40B4-BE49-F238E27FC236}">
                <a16:creationId xmlns:a16="http://schemas.microsoft.com/office/drawing/2014/main" id="{0D84E7C6-3F01-4923-8235-1235012E25A6}"/>
              </a:ext>
            </a:extLst>
          </p:cNvPr>
          <p:cNvCxnSpPr/>
          <p:nvPr/>
        </p:nvCxnSpPr>
        <p:spPr>
          <a:xfrm>
            <a:off x="2268538" y="2997200"/>
            <a:ext cx="1871662"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0" name="Прямая соединительная линия 29">
            <a:extLst>
              <a:ext uri="{FF2B5EF4-FFF2-40B4-BE49-F238E27FC236}">
                <a16:creationId xmlns:a16="http://schemas.microsoft.com/office/drawing/2014/main" id="{E2E4A4E1-29D5-492B-98D2-832B5B7C080B}"/>
              </a:ext>
            </a:extLst>
          </p:cNvPr>
          <p:cNvCxnSpPr/>
          <p:nvPr/>
        </p:nvCxnSpPr>
        <p:spPr>
          <a:xfrm flipV="1">
            <a:off x="468313" y="2997200"/>
            <a:ext cx="1812925" cy="172720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graphicFrame>
        <p:nvGraphicFramePr>
          <p:cNvPr id="32" name="Объект 31">
            <a:extLst>
              <a:ext uri="{FF2B5EF4-FFF2-40B4-BE49-F238E27FC236}">
                <a16:creationId xmlns:a16="http://schemas.microsoft.com/office/drawing/2014/main" id="{96472B7E-C96C-4A75-9BA1-D6F9EC75EB07}"/>
              </a:ext>
            </a:extLst>
          </p:cNvPr>
          <p:cNvGraphicFramePr>
            <a:graphicFrameLocks noChangeAspect="1"/>
          </p:cNvGraphicFramePr>
          <p:nvPr/>
        </p:nvGraphicFramePr>
        <p:xfrm>
          <a:off x="4883150" y="1084263"/>
          <a:ext cx="1511300" cy="439737"/>
        </p:xfrm>
        <a:graphic>
          <a:graphicData uri="http://schemas.openxmlformats.org/presentationml/2006/ole">
            <mc:AlternateContent xmlns:mc="http://schemas.openxmlformats.org/markup-compatibility/2006">
              <mc:Choice xmlns:v="urn:schemas-microsoft-com:vml" Requires="v">
                <p:oleObj spid="_x0000_s25678" r:id="rId5" imgW="698197" imgH="203112" progId="Equation.3">
                  <p:embed/>
                </p:oleObj>
              </mc:Choice>
              <mc:Fallback>
                <p:oleObj r:id="rId5" imgW="698197" imgH="203112" progId="Equation.3">
                  <p:embed/>
                  <p:pic>
                    <p:nvPicPr>
                      <p:cNvPr id="0" name="Объект 3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883150" y="1084263"/>
                        <a:ext cx="1511300" cy="439737"/>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3" name="Объект 32">
            <a:extLst>
              <a:ext uri="{FF2B5EF4-FFF2-40B4-BE49-F238E27FC236}">
                <a16:creationId xmlns:a16="http://schemas.microsoft.com/office/drawing/2014/main" id="{33D9BFDA-22CF-425F-924C-84703CA7B2BA}"/>
              </a:ext>
            </a:extLst>
          </p:cNvPr>
          <p:cNvGraphicFramePr>
            <a:graphicFrameLocks noChangeAspect="1"/>
          </p:cNvGraphicFramePr>
          <p:nvPr/>
        </p:nvGraphicFramePr>
        <p:xfrm>
          <a:off x="7299325" y="4881563"/>
          <a:ext cx="1830388" cy="442912"/>
        </p:xfrm>
        <a:graphic>
          <a:graphicData uri="http://schemas.openxmlformats.org/presentationml/2006/ole">
            <mc:AlternateContent xmlns:mc="http://schemas.openxmlformats.org/markup-compatibility/2006">
              <mc:Choice xmlns:v="urn:schemas-microsoft-com:vml" Requires="v">
                <p:oleObj spid="_x0000_s25679" r:id="rId7" imgW="837836" imgH="203112" progId="Equation.3">
                  <p:embed/>
                </p:oleObj>
              </mc:Choice>
              <mc:Fallback>
                <p:oleObj r:id="rId7" imgW="837836" imgH="203112" progId="Equation.3">
                  <p:embed/>
                  <p:pic>
                    <p:nvPicPr>
                      <p:cNvPr id="0" name="Объект 3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299325" y="4881563"/>
                        <a:ext cx="1830388" cy="442912"/>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cxnSp>
        <p:nvCxnSpPr>
          <p:cNvPr id="35" name="Прямая со стрелкой 34">
            <a:extLst>
              <a:ext uri="{FF2B5EF4-FFF2-40B4-BE49-F238E27FC236}">
                <a16:creationId xmlns:a16="http://schemas.microsoft.com/office/drawing/2014/main" id="{24DBD982-0711-41C3-B2F9-42EF15AE6EE2}"/>
              </a:ext>
            </a:extLst>
          </p:cNvPr>
          <p:cNvCxnSpPr/>
          <p:nvPr/>
        </p:nvCxnSpPr>
        <p:spPr>
          <a:xfrm>
            <a:off x="5202238" y="1557338"/>
            <a:ext cx="0" cy="1870075"/>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36" name="Прямая со стрелкой 35">
            <a:extLst>
              <a:ext uri="{FF2B5EF4-FFF2-40B4-BE49-F238E27FC236}">
                <a16:creationId xmlns:a16="http://schemas.microsoft.com/office/drawing/2014/main" id="{2D947B89-E49C-4817-AC2B-16E021EF13C2}"/>
              </a:ext>
            </a:extLst>
          </p:cNvPr>
          <p:cNvCxnSpPr>
            <a:stCxn id="0" idx="1"/>
          </p:cNvCxnSpPr>
          <p:nvPr/>
        </p:nvCxnSpPr>
        <p:spPr>
          <a:xfrm flipH="1" flipV="1">
            <a:off x="6911975" y="5013325"/>
            <a:ext cx="374650" cy="90488"/>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25628" name="TextBox 43">
            <a:extLst>
              <a:ext uri="{FF2B5EF4-FFF2-40B4-BE49-F238E27FC236}">
                <a16:creationId xmlns:a16="http://schemas.microsoft.com/office/drawing/2014/main" id="{CF447884-C2CE-4450-B050-CD25546D2659}"/>
              </a:ext>
            </a:extLst>
          </p:cNvPr>
          <p:cNvSpPr txBox="1">
            <a:spLocks noChangeArrowheads="1"/>
          </p:cNvSpPr>
          <p:nvPr/>
        </p:nvSpPr>
        <p:spPr bwMode="auto">
          <a:xfrm>
            <a:off x="554038" y="5702300"/>
            <a:ext cx="395287"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ru-RU" sz="2800"/>
              <a:t>A</a:t>
            </a:r>
          </a:p>
        </p:txBody>
      </p:sp>
      <p:sp>
        <p:nvSpPr>
          <p:cNvPr id="25629" name="TextBox 44">
            <a:extLst>
              <a:ext uri="{FF2B5EF4-FFF2-40B4-BE49-F238E27FC236}">
                <a16:creationId xmlns:a16="http://schemas.microsoft.com/office/drawing/2014/main" id="{485960C7-7FC3-40C6-8D25-A54E56053217}"/>
              </a:ext>
            </a:extLst>
          </p:cNvPr>
          <p:cNvSpPr txBox="1">
            <a:spLocks noChangeArrowheads="1"/>
          </p:cNvSpPr>
          <p:nvPr/>
        </p:nvSpPr>
        <p:spPr bwMode="auto">
          <a:xfrm>
            <a:off x="7083425" y="5713413"/>
            <a:ext cx="39687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ru-RU" sz="2800"/>
              <a:t>B</a:t>
            </a:r>
          </a:p>
        </p:txBody>
      </p:sp>
      <p:sp>
        <p:nvSpPr>
          <p:cNvPr id="25630" name="TextBox 45">
            <a:extLst>
              <a:ext uri="{FF2B5EF4-FFF2-40B4-BE49-F238E27FC236}">
                <a16:creationId xmlns:a16="http://schemas.microsoft.com/office/drawing/2014/main" id="{2D32E7C6-80A9-404B-9041-E024784B6703}"/>
              </a:ext>
            </a:extLst>
          </p:cNvPr>
          <p:cNvSpPr txBox="1">
            <a:spLocks noChangeArrowheads="1"/>
          </p:cNvSpPr>
          <p:nvPr/>
        </p:nvSpPr>
        <p:spPr bwMode="auto">
          <a:xfrm>
            <a:off x="5508625" y="3860800"/>
            <a:ext cx="39528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ru-RU" sz="2800"/>
              <a:t>C</a:t>
            </a:r>
          </a:p>
        </p:txBody>
      </p:sp>
      <p:sp>
        <p:nvSpPr>
          <p:cNvPr id="25631" name="TextBox 46">
            <a:extLst>
              <a:ext uri="{FF2B5EF4-FFF2-40B4-BE49-F238E27FC236}">
                <a16:creationId xmlns:a16="http://schemas.microsoft.com/office/drawing/2014/main" id="{9C8D3193-18C5-4255-B458-A6FF9A700880}"/>
              </a:ext>
            </a:extLst>
          </p:cNvPr>
          <p:cNvSpPr txBox="1">
            <a:spLocks noChangeArrowheads="1"/>
          </p:cNvSpPr>
          <p:nvPr/>
        </p:nvSpPr>
        <p:spPr bwMode="auto">
          <a:xfrm>
            <a:off x="3743325" y="3095625"/>
            <a:ext cx="404813"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ru-RU" sz="2800"/>
              <a:t>D</a:t>
            </a:r>
          </a:p>
        </p:txBody>
      </p:sp>
      <p:sp>
        <p:nvSpPr>
          <p:cNvPr id="25632" name="TextBox 47">
            <a:extLst>
              <a:ext uri="{FF2B5EF4-FFF2-40B4-BE49-F238E27FC236}">
                <a16:creationId xmlns:a16="http://schemas.microsoft.com/office/drawing/2014/main" id="{7B1EACCD-63ED-4B94-99C3-76070E820259}"/>
              </a:ext>
            </a:extLst>
          </p:cNvPr>
          <p:cNvSpPr txBox="1">
            <a:spLocks noChangeArrowheads="1"/>
          </p:cNvSpPr>
          <p:nvPr/>
        </p:nvSpPr>
        <p:spPr bwMode="auto">
          <a:xfrm>
            <a:off x="2195513" y="3095625"/>
            <a:ext cx="377825"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ru-RU" sz="2800"/>
              <a:t>E</a:t>
            </a:r>
          </a:p>
        </p:txBody>
      </p:sp>
      <p:sp>
        <p:nvSpPr>
          <p:cNvPr id="25633" name="TextBox 48">
            <a:extLst>
              <a:ext uri="{FF2B5EF4-FFF2-40B4-BE49-F238E27FC236}">
                <a16:creationId xmlns:a16="http://schemas.microsoft.com/office/drawing/2014/main" id="{6B7FFFFA-A35E-49F3-9FFB-C79A775450A6}"/>
              </a:ext>
            </a:extLst>
          </p:cNvPr>
          <p:cNvSpPr txBox="1">
            <a:spLocks noChangeArrowheads="1"/>
          </p:cNvSpPr>
          <p:nvPr/>
        </p:nvSpPr>
        <p:spPr bwMode="auto">
          <a:xfrm>
            <a:off x="554038" y="4702175"/>
            <a:ext cx="373062"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ru-RU" sz="2800"/>
              <a:t>F</a:t>
            </a:r>
          </a:p>
        </p:txBody>
      </p:sp>
      <p:cxnSp>
        <p:nvCxnSpPr>
          <p:cNvPr id="51" name="Прямая соединительная линия 50">
            <a:extLst>
              <a:ext uri="{FF2B5EF4-FFF2-40B4-BE49-F238E27FC236}">
                <a16:creationId xmlns:a16="http://schemas.microsoft.com/office/drawing/2014/main" id="{DD6B3321-C9C5-4E16-AE94-AE43B06E47E9}"/>
              </a:ext>
            </a:extLst>
          </p:cNvPr>
          <p:cNvCxnSpPr>
            <a:stCxn id="0" idx="1"/>
          </p:cNvCxnSpPr>
          <p:nvPr/>
        </p:nvCxnSpPr>
        <p:spPr>
          <a:xfrm flipH="1" flipV="1">
            <a:off x="44450" y="1700213"/>
            <a:ext cx="4598988" cy="5157787"/>
          </a:xfrm>
          <a:prstGeom prst="line">
            <a:avLst/>
          </a:prstGeom>
          <a:ln w="38100">
            <a:solidFill>
              <a:schemeClr val="accent4">
                <a:lumMod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54" name="TextBox 53">
            <a:extLst>
              <a:ext uri="{FF2B5EF4-FFF2-40B4-BE49-F238E27FC236}">
                <a16:creationId xmlns:a16="http://schemas.microsoft.com/office/drawing/2014/main" id="{7E0E9C64-7837-4B51-9718-425E2C61483F}"/>
              </a:ext>
            </a:extLst>
          </p:cNvPr>
          <p:cNvSpPr txBox="1"/>
          <p:nvPr/>
        </p:nvSpPr>
        <p:spPr>
          <a:xfrm>
            <a:off x="790575" y="5253038"/>
            <a:ext cx="2430463" cy="460375"/>
          </a:xfrm>
          <a:prstGeom prst="rect">
            <a:avLst/>
          </a:prstGeom>
          <a:noFill/>
          <a:ln>
            <a:solidFill>
              <a:schemeClr val="accent4">
                <a:lumMod val="50000"/>
              </a:schemeClr>
            </a:solidFill>
          </a:ln>
        </p:spPr>
        <p:txBody>
          <a:bodyPr wrap="none">
            <a:spAutoFit/>
          </a:bodyPr>
          <a:lstStyle/>
          <a:p>
            <a:pPr fontAlgn="auto"/>
            <a:r>
              <a:rPr lang="en-US" sz="2400" i="1" noProof="1">
                <a:latin typeface="Times New Roman" panose="02020603050405020304" pitchFamily="18" charset="0"/>
                <a:cs typeface="Times New Roman" panose="02020603050405020304" pitchFamily="18" charset="0"/>
              </a:rPr>
              <a:t>Z</a:t>
            </a:r>
            <a:r>
              <a:rPr lang="en-US" sz="2400" noProof="1">
                <a:latin typeface="Times New Roman" panose="02020603050405020304" pitchFamily="18" charset="0"/>
                <a:cs typeface="Times New Roman" panose="02020603050405020304" pitchFamily="18" charset="0"/>
              </a:rPr>
              <a:t> = </a:t>
            </a:r>
            <a:r>
              <a:rPr lang="ru-RU" sz="2400" noProof="1">
                <a:latin typeface="Times New Roman" panose="02020603050405020304" pitchFamily="18" charset="0"/>
                <a:cs typeface="Times New Roman" panose="02020603050405020304" pitchFamily="18" charset="0"/>
              </a:rPr>
              <a:t>5</a:t>
            </a:r>
            <a:r>
              <a:rPr lang="ru-RU" sz="2400" i="1" noProof="1">
                <a:latin typeface="Times New Roman" panose="02020603050405020304" pitchFamily="18" charset="0"/>
                <a:cs typeface="Times New Roman" panose="02020603050405020304" pitchFamily="18" charset="0"/>
              </a:rPr>
              <a:t>х</a:t>
            </a:r>
            <a:r>
              <a:rPr lang="ru-RU" sz="2400" baseline="-25000" noProof="1">
                <a:latin typeface="Times New Roman" panose="02020603050405020304" pitchFamily="18" charset="0"/>
                <a:cs typeface="Times New Roman" panose="02020603050405020304" pitchFamily="18" charset="0"/>
              </a:rPr>
              <a:t>1</a:t>
            </a:r>
            <a:r>
              <a:rPr lang="ru-RU" sz="2400" noProof="1">
                <a:latin typeface="Times New Roman" panose="02020603050405020304" pitchFamily="18" charset="0"/>
                <a:cs typeface="Times New Roman" panose="02020603050405020304" pitchFamily="18" charset="0"/>
              </a:rPr>
              <a:t> + 4</a:t>
            </a:r>
            <a:r>
              <a:rPr lang="ru-RU" sz="2400" i="1" noProof="1">
                <a:latin typeface="Times New Roman" panose="02020603050405020304" pitchFamily="18" charset="0"/>
                <a:cs typeface="Times New Roman" panose="02020603050405020304" pitchFamily="18" charset="0"/>
              </a:rPr>
              <a:t>х</a:t>
            </a:r>
            <a:r>
              <a:rPr lang="ru-RU" sz="2400" baseline="-25000" noProof="1">
                <a:latin typeface="Times New Roman" panose="02020603050405020304" pitchFamily="18" charset="0"/>
                <a:cs typeface="Times New Roman" panose="02020603050405020304" pitchFamily="18" charset="0"/>
              </a:rPr>
              <a:t>2</a:t>
            </a:r>
            <a:r>
              <a:rPr lang="en-US" sz="2400" noProof="1">
                <a:latin typeface="Times New Roman" panose="02020603050405020304" pitchFamily="18" charset="0"/>
                <a:cs typeface="Times New Roman" panose="02020603050405020304" pitchFamily="18" charset="0"/>
              </a:rPr>
              <a:t> = 10</a:t>
            </a:r>
          </a:p>
        </p:txBody>
      </p:sp>
      <p:cxnSp>
        <p:nvCxnSpPr>
          <p:cNvPr id="55" name="Прямая соединительная линия 54">
            <a:extLst>
              <a:ext uri="{FF2B5EF4-FFF2-40B4-BE49-F238E27FC236}">
                <a16:creationId xmlns:a16="http://schemas.microsoft.com/office/drawing/2014/main" id="{3559A23C-9873-4F01-9827-E1E3EA4DFD35}"/>
              </a:ext>
            </a:extLst>
          </p:cNvPr>
          <p:cNvCxnSpPr>
            <a:stCxn id="0" idx="1"/>
          </p:cNvCxnSpPr>
          <p:nvPr/>
        </p:nvCxnSpPr>
        <p:spPr>
          <a:xfrm flipH="1" flipV="1">
            <a:off x="554038" y="188913"/>
            <a:ext cx="5894387" cy="6588125"/>
          </a:xfrm>
          <a:prstGeom prst="line">
            <a:avLst/>
          </a:prstGeom>
          <a:ln w="38100">
            <a:solidFill>
              <a:schemeClr val="accent4">
                <a:lumMod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57" name="TextBox 56">
            <a:extLst>
              <a:ext uri="{FF2B5EF4-FFF2-40B4-BE49-F238E27FC236}">
                <a16:creationId xmlns:a16="http://schemas.microsoft.com/office/drawing/2014/main" id="{0144D605-3D3B-4F0E-A28D-1811B169BA7D}"/>
              </a:ext>
            </a:extLst>
          </p:cNvPr>
          <p:cNvSpPr txBox="1"/>
          <p:nvPr/>
        </p:nvSpPr>
        <p:spPr>
          <a:xfrm>
            <a:off x="790575" y="30163"/>
            <a:ext cx="2430463" cy="461962"/>
          </a:xfrm>
          <a:prstGeom prst="rect">
            <a:avLst/>
          </a:prstGeom>
          <a:noFill/>
          <a:ln>
            <a:solidFill>
              <a:schemeClr val="accent4">
                <a:lumMod val="50000"/>
              </a:schemeClr>
            </a:solidFill>
          </a:ln>
        </p:spPr>
        <p:txBody>
          <a:bodyPr wrap="none">
            <a:spAutoFit/>
          </a:bodyPr>
          <a:lstStyle/>
          <a:p>
            <a:pPr fontAlgn="auto"/>
            <a:r>
              <a:rPr lang="en-US" sz="2400" i="1" noProof="1">
                <a:latin typeface="Times New Roman" panose="02020603050405020304" pitchFamily="18" charset="0"/>
                <a:cs typeface="Times New Roman" panose="02020603050405020304" pitchFamily="18" charset="0"/>
              </a:rPr>
              <a:t>Z</a:t>
            </a:r>
            <a:r>
              <a:rPr lang="en-US" sz="2400" noProof="1">
                <a:latin typeface="Times New Roman" panose="02020603050405020304" pitchFamily="18" charset="0"/>
                <a:cs typeface="Times New Roman" panose="02020603050405020304" pitchFamily="18" charset="0"/>
              </a:rPr>
              <a:t> = </a:t>
            </a:r>
            <a:r>
              <a:rPr lang="ru-RU" sz="2400" noProof="1">
                <a:latin typeface="Times New Roman" panose="02020603050405020304" pitchFamily="18" charset="0"/>
                <a:cs typeface="Times New Roman" panose="02020603050405020304" pitchFamily="18" charset="0"/>
              </a:rPr>
              <a:t>5</a:t>
            </a:r>
            <a:r>
              <a:rPr lang="ru-RU" sz="2400" i="1" noProof="1">
                <a:latin typeface="Times New Roman" panose="02020603050405020304" pitchFamily="18" charset="0"/>
                <a:cs typeface="Times New Roman" panose="02020603050405020304" pitchFamily="18" charset="0"/>
              </a:rPr>
              <a:t>х</a:t>
            </a:r>
            <a:r>
              <a:rPr lang="ru-RU" sz="2400" baseline="-25000" noProof="1">
                <a:latin typeface="Times New Roman" panose="02020603050405020304" pitchFamily="18" charset="0"/>
                <a:cs typeface="Times New Roman" panose="02020603050405020304" pitchFamily="18" charset="0"/>
              </a:rPr>
              <a:t>1</a:t>
            </a:r>
            <a:r>
              <a:rPr lang="ru-RU" sz="2400" noProof="1">
                <a:latin typeface="Times New Roman" panose="02020603050405020304" pitchFamily="18" charset="0"/>
                <a:cs typeface="Times New Roman" panose="02020603050405020304" pitchFamily="18" charset="0"/>
              </a:rPr>
              <a:t> + 4</a:t>
            </a:r>
            <a:r>
              <a:rPr lang="ru-RU" sz="2400" i="1" noProof="1">
                <a:latin typeface="Times New Roman" panose="02020603050405020304" pitchFamily="18" charset="0"/>
                <a:cs typeface="Times New Roman" panose="02020603050405020304" pitchFamily="18" charset="0"/>
              </a:rPr>
              <a:t>х</a:t>
            </a:r>
            <a:r>
              <a:rPr lang="ru-RU" sz="2400" baseline="-25000" noProof="1">
                <a:latin typeface="Times New Roman" panose="02020603050405020304" pitchFamily="18" charset="0"/>
                <a:cs typeface="Times New Roman" panose="02020603050405020304" pitchFamily="18" charset="0"/>
              </a:rPr>
              <a:t>2</a:t>
            </a:r>
            <a:r>
              <a:rPr lang="en-US" sz="2400" noProof="1">
                <a:latin typeface="Times New Roman" panose="02020603050405020304" pitchFamily="18" charset="0"/>
                <a:cs typeface="Times New Roman" panose="02020603050405020304" pitchFamily="18" charset="0"/>
              </a:rPr>
              <a:t> = 15</a:t>
            </a:r>
          </a:p>
        </p:txBody>
      </p:sp>
      <p:cxnSp>
        <p:nvCxnSpPr>
          <p:cNvPr id="58" name="Прямая соединительная линия 57">
            <a:extLst>
              <a:ext uri="{FF2B5EF4-FFF2-40B4-BE49-F238E27FC236}">
                <a16:creationId xmlns:a16="http://schemas.microsoft.com/office/drawing/2014/main" id="{6ED73B5E-091B-4BDB-89B9-DB8834E35C6D}"/>
              </a:ext>
            </a:extLst>
          </p:cNvPr>
          <p:cNvCxnSpPr>
            <a:stCxn id="0" idx="1"/>
          </p:cNvCxnSpPr>
          <p:nvPr/>
        </p:nvCxnSpPr>
        <p:spPr>
          <a:xfrm flipH="1" flipV="1">
            <a:off x="3203575" y="492125"/>
            <a:ext cx="5241925" cy="5903913"/>
          </a:xfrm>
          <a:prstGeom prst="line">
            <a:avLst/>
          </a:prstGeom>
          <a:ln w="38100">
            <a:solidFill>
              <a:schemeClr val="accent4">
                <a:lumMod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62" name="Овал 61">
            <a:extLst>
              <a:ext uri="{FF2B5EF4-FFF2-40B4-BE49-F238E27FC236}">
                <a16:creationId xmlns:a16="http://schemas.microsoft.com/office/drawing/2014/main" id="{CDE19263-3BB3-47E2-A01F-6B9DC09737AF}"/>
              </a:ext>
            </a:extLst>
          </p:cNvPr>
          <p:cNvSpPr/>
          <p:nvPr/>
        </p:nvSpPr>
        <p:spPr>
          <a:xfrm>
            <a:off x="5903913" y="3617913"/>
            <a:ext cx="261937" cy="242887"/>
          </a:xfrm>
          <a:prstGeom prst="ellipse">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en-US" noProof="1"/>
          </a:p>
        </p:txBody>
      </p:sp>
      <p:sp>
        <p:nvSpPr>
          <p:cNvPr id="63" name="TextBox 62">
            <a:extLst>
              <a:ext uri="{FF2B5EF4-FFF2-40B4-BE49-F238E27FC236}">
                <a16:creationId xmlns:a16="http://schemas.microsoft.com/office/drawing/2014/main" id="{4FB25649-EFC8-4F00-84AF-90C1B47AD417}"/>
              </a:ext>
            </a:extLst>
          </p:cNvPr>
          <p:cNvSpPr txBox="1"/>
          <p:nvPr/>
        </p:nvSpPr>
        <p:spPr>
          <a:xfrm>
            <a:off x="6992938" y="3260725"/>
            <a:ext cx="1684337" cy="1200150"/>
          </a:xfrm>
          <a:prstGeom prst="rect">
            <a:avLst/>
          </a:prstGeom>
          <a:noFill/>
          <a:ln>
            <a:solidFill>
              <a:schemeClr val="accent4">
                <a:lumMod val="50000"/>
              </a:schemeClr>
            </a:solidFill>
          </a:ln>
        </p:spPr>
        <p:txBody>
          <a:bodyPr wrap="none">
            <a:spAutoFit/>
          </a:bodyPr>
          <a:lstStyle/>
          <a:p>
            <a:pPr fontAlgn="auto"/>
            <a:r>
              <a:rPr lang="en-US" sz="2400" i="1" noProof="1">
                <a:latin typeface="Times New Roman" panose="02020603050405020304" pitchFamily="18" charset="0"/>
                <a:cs typeface="Times New Roman" panose="02020603050405020304" pitchFamily="18" charset="0"/>
              </a:rPr>
              <a:t>x</a:t>
            </a:r>
            <a:r>
              <a:rPr lang="en-US" sz="2400" baseline="-25000" noProof="1">
                <a:latin typeface="Times New Roman" panose="02020603050405020304" pitchFamily="18" charset="0"/>
                <a:cs typeface="Times New Roman" panose="02020603050405020304" pitchFamily="18" charset="0"/>
              </a:rPr>
              <a:t>1</a:t>
            </a:r>
            <a:r>
              <a:rPr lang="en-US" sz="2400" noProof="1">
                <a:latin typeface="Times New Roman" panose="02020603050405020304" pitchFamily="18" charset="0"/>
                <a:cs typeface="Times New Roman" panose="02020603050405020304" pitchFamily="18" charset="0"/>
              </a:rPr>
              <a:t> = 3 </a:t>
            </a:r>
            <a:r>
              <a:rPr lang="ru-RU" sz="2400" noProof="1">
                <a:latin typeface="Times New Roman" panose="02020603050405020304" pitchFamily="18" charset="0"/>
                <a:cs typeface="Times New Roman" panose="02020603050405020304" pitchFamily="18" charset="0"/>
              </a:rPr>
              <a:t>т.</a:t>
            </a:r>
          </a:p>
          <a:p>
            <a:pPr fontAlgn="auto"/>
            <a:r>
              <a:rPr lang="en-US" sz="2400" i="1" noProof="1">
                <a:latin typeface="Times New Roman" panose="02020603050405020304" pitchFamily="18" charset="0"/>
                <a:cs typeface="Times New Roman" panose="02020603050405020304" pitchFamily="18" charset="0"/>
              </a:rPr>
              <a:t>x</a:t>
            </a:r>
            <a:r>
              <a:rPr lang="ru-RU" sz="2400" baseline="-25000" noProof="1">
                <a:latin typeface="Times New Roman" panose="02020603050405020304" pitchFamily="18" charset="0"/>
                <a:cs typeface="Times New Roman" panose="02020603050405020304" pitchFamily="18" charset="0"/>
              </a:rPr>
              <a:t>2</a:t>
            </a:r>
            <a:r>
              <a:rPr lang="en-US" sz="2400" noProof="1">
                <a:latin typeface="Times New Roman" panose="02020603050405020304" pitchFamily="18" charset="0"/>
                <a:cs typeface="Times New Roman" panose="02020603050405020304" pitchFamily="18" charset="0"/>
              </a:rPr>
              <a:t> = </a:t>
            </a:r>
            <a:r>
              <a:rPr lang="ru-RU" sz="2400" noProof="1">
                <a:latin typeface="Times New Roman" panose="02020603050405020304" pitchFamily="18" charset="0"/>
                <a:cs typeface="Times New Roman" panose="02020603050405020304" pitchFamily="18" charset="0"/>
              </a:rPr>
              <a:t>1,5</a:t>
            </a:r>
            <a:r>
              <a:rPr lang="en-US" sz="2400" noProof="1">
                <a:latin typeface="Times New Roman" panose="02020603050405020304" pitchFamily="18" charset="0"/>
                <a:cs typeface="Times New Roman" panose="02020603050405020304" pitchFamily="18" charset="0"/>
              </a:rPr>
              <a:t> </a:t>
            </a:r>
            <a:r>
              <a:rPr lang="ru-RU" sz="2400" noProof="1">
                <a:latin typeface="Times New Roman" panose="02020603050405020304" pitchFamily="18" charset="0"/>
                <a:cs typeface="Times New Roman" panose="02020603050405020304" pitchFamily="18" charset="0"/>
              </a:rPr>
              <a:t>т.</a:t>
            </a:r>
            <a:endParaRPr lang="en-US" sz="2400" noProof="1">
              <a:latin typeface="Times New Roman" panose="02020603050405020304" pitchFamily="18" charset="0"/>
              <a:cs typeface="Times New Roman" panose="02020603050405020304" pitchFamily="18" charset="0"/>
            </a:endParaRPr>
          </a:p>
          <a:p>
            <a:pPr fontAlgn="auto"/>
            <a:r>
              <a:rPr lang="en-US" sz="2400" i="1" noProof="1">
                <a:latin typeface="Times New Roman" panose="02020603050405020304" pitchFamily="18" charset="0"/>
                <a:cs typeface="Times New Roman" panose="02020603050405020304" pitchFamily="18" charset="0"/>
              </a:rPr>
              <a:t>Z</a:t>
            </a:r>
            <a:r>
              <a:rPr lang="en-US" sz="2400" noProof="1">
                <a:latin typeface="Times New Roman" panose="02020603050405020304" pitchFamily="18" charset="0"/>
                <a:cs typeface="Times New Roman" panose="02020603050405020304" pitchFamily="18" charset="0"/>
              </a:rPr>
              <a:t> = 21</a:t>
            </a:r>
            <a:r>
              <a:rPr lang="ru-RU" sz="2400" noProof="1">
                <a:latin typeface="Times New Roman" panose="02020603050405020304" pitchFamily="18" charset="0"/>
                <a:cs typeface="Times New Roman" panose="02020603050405020304" pitchFamily="18" charset="0"/>
              </a:rPr>
              <a:t> 000</a:t>
            </a:r>
            <a:r>
              <a:rPr lang="en-US" sz="2400" noProof="1">
                <a:latin typeface="Times New Roman" panose="02020603050405020304" pitchFamily="18" charset="0"/>
                <a:cs typeface="Times New Roman" panose="02020603050405020304" pitchFamily="18" charset="0"/>
              </a:rPr>
              <a:t>$</a:t>
            </a:r>
          </a:p>
        </p:txBody>
      </p:sp>
      <p:cxnSp>
        <p:nvCxnSpPr>
          <p:cNvPr id="3" name="Прямая со стрелкой 2">
            <a:extLst>
              <a:ext uri="{FF2B5EF4-FFF2-40B4-BE49-F238E27FC236}">
                <a16:creationId xmlns:a16="http://schemas.microsoft.com/office/drawing/2014/main" id="{5CDF25E3-7A04-4D5B-B677-BDB53E8216BC}"/>
              </a:ext>
            </a:extLst>
          </p:cNvPr>
          <p:cNvCxnSpPr>
            <a:stCxn id="0" idx="1"/>
          </p:cNvCxnSpPr>
          <p:nvPr/>
        </p:nvCxnSpPr>
        <p:spPr>
          <a:xfrm flipV="1">
            <a:off x="1246188" y="404813"/>
            <a:ext cx="3200400" cy="2690812"/>
          </a:xfrm>
          <a:prstGeom prst="straightConnector1">
            <a:avLst/>
          </a:prstGeom>
          <a:ln w="38100">
            <a:solidFill>
              <a:schemeClr val="accent4">
                <a:lumMod val="50000"/>
              </a:schemeClr>
            </a:solidFill>
            <a:tailEnd type="arrow"/>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72DA37D6-D986-406F-A435-DC8BB1F47E47}"/>
              </a:ext>
            </a:extLst>
          </p:cNvPr>
          <p:cNvSpPr txBox="1">
            <a:spLocks noChangeArrowheads="1"/>
          </p:cNvSpPr>
          <p:nvPr/>
        </p:nvSpPr>
        <p:spPr bwMode="auto">
          <a:xfrm>
            <a:off x="2686050" y="1844675"/>
            <a:ext cx="16065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ru-RU" altLang="zh-CN">
                <a:latin typeface="Times New Roman" panose="02020603050405020304" pitchFamily="18" charset="0"/>
              </a:rPr>
              <a:t>Возрастание </a:t>
            </a:r>
            <a:r>
              <a:rPr lang="en-US" altLang="ru-RU" i="1">
                <a:latin typeface="Times New Roman" panose="02020603050405020304" pitchFamily="18" charset="0"/>
              </a:rPr>
              <a:t>Z</a:t>
            </a:r>
          </a:p>
        </p:txBody>
      </p:sp>
      <p:cxnSp>
        <p:nvCxnSpPr>
          <p:cNvPr id="50" name="Прямая со стрелкой 49">
            <a:extLst>
              <a:ext uri="{FF2B5EF4-FFF2-40B4-BE49-F238E27FC236}">
                <a16:creationId xmlns:a16="http://schemas.microsoft.com/office/drawing/2014/main" id="{7E65BFFB-F049-480F-B460-2EDF1C9AE492}"/>
              </a:ext>
            </a:extLst>
          </p:cNvPr>
          <p:cNvCxnSpPr>
            <a:stCxn id="0" idx="1"/>
          </p:cNvCxnSpPr>
          <p:nvPr/>
        </p:nvCxnSpPr>
        <p:spPr>
          <a:xfrm flipH="1">
            <a:off x="6130925" y="3740150"/>
            <a:ext cx="862013" cy="0"/>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graphicFrame>
        <p:nvGraphicFramePr>
          <p:cNvPr id="34" name="Объект 33">
            <a:extLst>
              <a:ext uri="{FF2B5EF4-FFF2-40B4-BE49-F238E27FC236}">
                <a16:creationId xmlns:a16="http://schemas.microsoft.com/office/drawing/2014/main" id="{E3A00B79-6B8D-46E3-814E-9E3E2AF294CB}"/>
              </a:ext>
            </a:extLst>
          </p:cNvPr>
          <p:cNvGraphicFramePr>
            <a:graphicFrameLocks noChangeAspect="1"/>
          </p:cNvGraphicFramePr>
          <p:nvPr/>
        </p:nvGraphicFramePr>
        <p:xfrm>
          <a:off x="6643688" y="455613"/>
          <a:ext cx="2382837" cy="2728912"/>
        </p:xfrm>
        <a:graphic>
          <a:graphicData uri="http://schemas.openxmlformats.org/presentationml/2006/ole">
            <mc:AlternateContent xmlns:mc="http://schemas.openxmlformats.org/markup-compatibility/2006">
              <mc:Choice xmlns:v="urn:schemas-microsoft-com:vml" Requires="v">
                <p:oleObj spid="_x0000_s25680" r:id="rId9" imgW="939800" imgH="1079500" progId="Equation.3">
                  <p:embed/>
                </p:oleObj>
              </mc:Choice>
              <mc:Fallback>
                <p:oleObj r:id="rId9" imgW="939800" imgH="1079500" progId="Equation.3">
                  <p:embed/>
                  <p:pic>
                    <p:nvPicPr>
                      <p:cNvPr id="0" name="Объект 3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643688" y="455613"/>
                        <a:ext cx="2382837" cy="2728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51"/>
                                        </p:tgtEl>
                                        <p:attrNameLst>
                                          <p:attrName>style.visibility</p:attrName>
                                        </p:attrNameLst>
                                      </p:cBhvr>
                                      <p:to>
                                        <p:strVal val="visible"/>
                                      </p:to>
                                    </p:set>
                                    <p:animEffect transition="in" filter="fade">
                                      <p:cBhvr>
                                        <p:cTn id="7" dur="500"/>
                                        <p:tgtEl>
                                          <p:spTgt spid="5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4"/>
                                        </p:tgtEl>
                                        <p:attrNameLst>
                                          <p:attrName>style.visibility</p:attrName>
                                        </p:attrNameLst>
                                      </p:cBhvr>
                                      <p:to>
                                        <p:strVal val="visible"/>
                                      </p:to>
                                    </p:set>
                                    <p:animEffect transition="in" filter="fade">
                                      <p:cBhvr>
                                        <p:cTn id="10" dur="500"/>
                                        <p:tgtEl>
                                          <p:spTgt spid="54"/>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10" presetClass="entr" presetSubtype="0" fill="hold" nodeType="clickEffect">
                                  <p:stCondLst>
                                    <p:cond delay="0"/>
                                  </p:stCondLst>
                                  <p:childTnLst>
                                    <p:set>
                                      <p:cBhvr>
                                        <p:cTn id="14" dur="1" fill="hold">
                                          <p:stCondLst>
                                            <p:cond delay="0"/>
                                          </p:stCondLst>
                                        </p:cTn>
                                        <p:tgtEl>
                                          <p:spTgt spid="55"/>
                                        </p:tgtEl>
                                        <p:attrNameLst>
                                          <p:attrName>style.visibility</p:attrName>
                                        </p:attrNameLst>
                                      </p:cBhvr>
                                      <p:to>
                                        <p:strVal val="visible"/>
                                      </p:to>
                                    </p:set>
                                    <p:animEffect transition="in" filter="fade">
                                      <p:cBhvr>
                                        <p:cTn id="15" dur="500"/>
                                        <p:tgtEl>
                                          <p:spTgt spid="55"/>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57"/>
                                        </p:tgtEl>
                                        <p:attrNameLst>
                                          <p:attrName>style.visibility</p:attrName>
                                        </p:attrNameLst>
                                      </p:cBhvr>
                                      <p:to>
                                        <p:strVal val="visible"/>
                                      </p:to>
                                    </p:set>
                                    <p:animEffect transition="in" filter="fade">
                                      <p:cBhvr>
                                        <p:cTn id="18" dur="500"/>
                                        <p:tgtEl>
                                          <p:spTgt spid="57"/>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10" presetClass="entr" presetSubtype="0" fill="hold" nodeType="clickEffect">
                                  <p:stCondLst>
                                    <p:cond delay="0"/>
                                  </p:stCondLst>
                                  <p:childTnLst>
                                    <p:set>
                                      <p:cBhvr>
                                        <p:cTn id="22" dur="1" fill="hold">
                                          <p:stCondLst>
                                            <p:cond delay="0"/>
                                          </p:stCondLst>
                                        </p:cTn>
                                        <p:tgtEl>
                                          <p:spTgt spid="3"/>
                                        </p:tgtEl>
                                        <p:attrNameLst>
                                          <p:attrName>style.visibility</p:attrName>
                                        </p:attrNameLst>
                                      </p:cBhvr>
                                      <p:to>
                                        <p:strVal val="visible"/>
                                      </p:to>
                                    </p:set>
                                    <p:animEffect transition="in" filter="fade">
                                      <p:cBhvr>
                                        <p:cTn id="23" dur="500"/>
                                        <p:tgtEl>
                                          <p:spTgt spid="3"/>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24"/>
                                        </p:tgtEl>
                                        <p:attrNameLst>
                                          <p:attrName>style.visibility</p:attrName>
                                        </p:attrNameLst>
                                      </p:cBhvr>
                                      <p:to>
                                        <p:strVal val="visible"/>
                                      </p:to>
                                    </p:set>
                                    <p:animEffect transition="in" filter="fade">
                                      <p:cBhvr>
                                        <p:cTn id="26" dur="500"/>
                                        <p:tgtEl>
                                          <p:spTgt spid="24"/>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10" presetClass="entr" presetSubtype="0" fill="hold" nodeType="clickEffect">
                                  <p:stCondLst>
                                    <p:cond delay="0"/>
                                  </p:stCondLst>
                                  <p:childTnLst>
                                    <p:set>
                                      <p:cBhvr>
                                        <p:cTn id="30" dur="1" fill="hold">
                                          <p:stCondLst>
                                            <p:cond delay="0"/>
                                          </p:stCondLst>
                                        </p:cTn>
                                        <p:tgtEl>
                                          <p:spTgt spid="58"/>
                                        </p:tgtEl>
                                        <p:attrNameLst>
                                          <p:attrName>style.visibility</p:attrName>
                                        </p:attrNameLst>
                                      </p:cBhvr>
                                      <p:to>
                                        <p:strVal val="visible"/>
                                      </p:to>
                                    </p:set>
                                    <p:animEffect transition="in" filter="fade">
                                      <p:cBhvr>
                                        <p:cTn id="31" dur="500"/>
                                        <p:tgtEl>
                                          <p:spTgt spid="58"/>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62"/>
                                        </p:tgtEl>
                                        <p:attrNameLst>
                                          <p:attrName>style.visibility</p:attrName>
                                        </p:attrNameLst>
                                      </p:cBhvr>
                                      <p:to>
                                        <p:strVal val="visible"/>
                                      </p:to>
                                    </p:set>
                                    <p:animEffect transition="in" filter="fade">
                                      <p:cBhvr>
                                        <p:cTn id="34" dur="500"/>
                                        <p:tgtEl>
                                          <p:spTgt spid="62"/>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10" presetClass="entr" presetSubtype="0" fill="hold" nodeType="click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500"/>
                                        <p:tgtEl>
                                          <p:spTgt spid="32"/>
                                        </p:tgtEl>
                                      </p:cBhvr>
                                    </p:animEffect>
                                  </p:childTnLst>
                                </p:cTn>
                              </p:par>
                              <p:par>
                                <p:cTn id="40" presetID="10" presetClass="entr" presetSubtype="0" fill="hold" nodeType="withEffect">
                                  <p:stCondLst>
                                    <p:cond delay="0"/>
                                  </p:stCondLst>
                                  <p:childTnLst>
                                    <p:set>
                                      <p:cBhvr>
                                        <p:cTn id="41" dur="1" fill="hold">
                                          <p:stCondLst>
                                            <p:cond delay="0"/>
                                          </p:stCondLst>
                                        </p:cTn>
                                        <p:tgtEl>
                                          <p:spTgt spid="35"/>
                                        </p:tgtEl>
                                        <p:attrNameLst>
                                          <p:attrName>style.visibility</p:attrName>
                                        </p:attrNameLst>
                                      </p:cBhvr>
                                      <p:to>
                                        <p:strVal val="visible"/>
                                      </p:to>
                                    </p:set>
                                    <p:animEffect transition="in" filter="fade">
                                      <p:cBhvr>
                                        <p:cTn id="42" dur="500"/>
                                        <p:tgtEl>
                                          <p:spTgt spid="35"/>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10" presetClass="entr" presetSubtype="0" fill="hold" nodeType="clickEffect">
                                  <p:stCondLst>
                                    <p:cond delay="0"/>
                                  </p:stCondLst>
                                  <p:childTnLst>
                                    <p:set>
                                      <p:cBhvr>
                                        <p:cTn id="46" dur="1" fill="hold">
                                          <p:stCondLst>
                                            <p:cond delay="0"/>
                                          </p:stCondLst>
                                        </p:cTn>
                                        <p:tgtEl>
                                          <p:spTgt spid="33"/>
                                        </p:tgtEl>
                                        <p:attrNameLst>
                                          <p:attrName>style.visibility</p:attrName>
                                        </p:attrNameLst>
                                      </p:cBhvr>
                                      <p:to>
                                        <p:strVal val="visible"/>
                                      </p:to>
                                    </p:set>
                                    <p:animEffect transition="in" filter="fade">
                                      <p:cBhvr>
                                        <p:cTn id="47" dur="500"/>
                                        <p:tgtEl>
                                          <p:spTgt spid="33"/>
                                        </p:tgtEl>
                                      </p:cBhvr>
                                    </p:animEffect>
                                  </p:childTnLst>
                                </p:cTn>
                              </p:par>
                              <p:par>
                                <p:cTn id="48" presetID="10" presetClass="entr" presetSubtype="0" fill="hold" nodeType="withEffect">
                                  <p:stCondLst>
                                    <p:cond delay="0"/>
                                  </p:stCondLst>
                                  <p:childTnLst>
                                    <p:set>
                                      <p:cBhvr>
                                        <p:cTn id="49" dur="1" fill="hold">
                                          <p:stCondLst>
                                            <p:cond delay="0"/>
                                          </p:stCondLst>
                                        </p:cTn>
                                        <p:tgtEl>
                                          <p:spTgt spid="36"/>
                                        </p:tgtEl>
                                        <p:attrNameLst>
                                          <p:attrName>style.visibility</p:attrName>
                                        </p:attrNameLst>
                                      </p:cBhvr>
                                      <p:to>
                                        <p:strVal val="visible"/>
                                      </p:to>
                                    </p:set>
                                    <p:animEffect transition="in" filter="fade">
                                      <p:cBhvr>
                                        <p:cTn id="50" dur="500"/>
                                        <p:tgtEl>
                                          <p:spTgt spid="36"/>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10" presetClass="entr" presetSubtype="0" fill="hold" nodeType="clickEffect">
                                  <p:stCondLst>
                                    <p:cond delay="0"/>
                                  </p:stCondLst>
                                  <p:childTnLst>
                                    <p:set>
                                      <p:cBhvr>
                                        <p:cTn id="54" dur="1" fill="hold">
                                          <p:stCondLst>
                                            <p:cond delay="0"/>
                                          </p:stCondLst>
                                        </p:cTn>
                                        <p:tgtEl>
                                          <p:spTgt spid="50"/>
                                        </p:tgtEl>
                                        <p:attrNameLst>
                                          <p:attrName>style.visibility</p:attrName>
                                        </p:attrNameLst>
                                      </p:cBhvr>
                                      <p:to>
                                        <p:strVal val="visible"/>
                                      </p:to>
                                    </p:set>
                                    <p:animEffect transition="in" filter="fade">
                                      <p:cBhvr>
                                        <p:cTn id="55" dur="500"/>
                                        <p:tgtEl>
                                          <p:spTgt spid="50"/>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63"/>
                                        </p:tgtEl>
                                        <p:attrNameLst>
                                          <p:attrName>style.visibility</p:attrName>
                                        </p:attrNameLst>
                                      </p:cBhvr>
                                      <p:to>
                                        <p:strVal val="visible"/>
                                      </p:to>
                                    </p:set>
                                    <p:animEffect transition="in" filter="fade">
                                      <p:cBhvr>
                                        <p:cTn id="58" dur="500"/>
                                        <p:tgtEl>
                                          <p:spTgt spid="63"/>
                                        </p:tgtEl>
                                      </p:cBhvr>
                                    </p:animEffect>
                                  </p:childTnLst>
                                </p:cTn>
                              </p:par>
                              <p:par>
                                <p:cTn id="59" presetID="1" presetClass="exit" presetSubtype="0" fill="hold" nodeType="withEffect">
                                  <p:stCondLst>
                                    <p:cond delay="0"/>
                                  </p:stCondLst>
                                  <p:childTnLst>
                                    <p:set>
                                      <p:cBhvr>
                                        <p:cTn id="60" dur="1" fill="hold">
                                          <p:stCondLst>
                                            <p:cond delay="0"/>
                                          </p:stCondLst>
                                        </p:cTn>
                                        <p:tgtEl>
                                          <p:spTgt spid="3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 grpId="0" animBg="1"/>
      <p:bldP spid="57" grpId="0" animBg="1"/>
      <p:bldP spid="62" grpId="0" animBg="1"/>
      <p:bldP spid="63" grpId="0" animBg="1"/>
      <p:bldP spid="24"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0458C35-B6B3-4230-8F5B-894EA3C05EC7}"/>
              </a:ext>
            </a:extLst>
          </p:cNvPr>
          <p:cNvSpPr txBox="1"/>
          <p:nvPr/>
        </p:nvSpPr>
        <p:spPr>
          <a:xfrm>
            <a:off x="251640" y="332742"/>
            <a:ext cx="8712726" cy="6370975"/>
          </a:xfrm>
          <a:prstGeom prst="rect">
            <a:avLst/>
          </a:prstGeom>
          <a:noFill/>
        </p:spPr>
        <p:txBody>
          <a:bodyPr wrap="square" rtlCol="0">
            <a:spAutoFit/>
          </a:bodyPr>
          <a:lstStyle/>
          <a:p>
            <a:pPr algn="just">
              <a:spcAft>
                <a:spcPts val="0"/>
              </a:spcAft>
            </a:pPr>
            <a:r>
              <a:rPr lang="ru-RU" sz="2400" dirty="0">
                <a:latin typeface="Times New Roman" panose="02020603050405020304" pitchFamily="18" charset="0"/>
                <a:ea typeface="Times New Roman" panose="02020603050405020304" pitchFamily="18" charset="0"/>
              </a:rPr>
              <a:t>	Целевая функция может возрастать до тех пор, пока прямые, соответствующие возрастающим значениям этой функции, пересекают область допустимых решений. Точка пересечения области допустимых решений и прямой, соответствующей максимально возможному значению целевой функции, и будет точкой оптимума.</a:t>
            </a:r>
            <a:endParaRPr lang="ru-RU" sz="2000" dirty="0">
              <a:latin typeface="Times New Roman" panose="02020603050405020304" pitchFamily="18" charset="0"/>
              <a:ea typeface="Times New Roman" panose="02020603050405020304" pitchFamily="18" charset="0"/>
            </a:endParaRPr>
          </a:p>
          <a:p>
            <a:pPr algn="just"/>
            <a:r>
              <a:rPr lang="ru-RU" sz="2400" dirty="0">
                <a:latin typeface="Times New Roman" panose="02020603050405020304" pitchFamily="18" charset="0"/>
                <a:ea typeface="Times New Roman" panose="02020603050405020304" pitchFamily="18" charset="0"/>
              </a:rPr>
              <a:t>	На рис. видно, что оптимальное решение соответствует точке С. Эта точка является местом пересечения прямых (1) и (2), поэтому ее координаты </a:t>
            </a:r>
            <a:r>
              <a:rPr lang="ru-RU" sz="2400" i="1" dirty="0">
                <a:latin typeface="Times New Roman" panose="02020603050405020304" pitchFamily="18" charset="0"/>
                <a:ea typeface="Times New Roman" panose="02020603050405020304" pitchFamily="18" charset="0"/>
              </a:rPr>
              <a:t>х</a:t>
            </a:r>
            <a:r>
              <a:rPr lang="ru-RU" sz="2400" baseline="-25000" dirty="0">
                <a:latin typeface="Times New Roman" panose="02020603050405020304" pitchFamily="18" charset="0"/>
                <a:ea typeface="Times New Roman" panose="02020603050405020304" pitchFamily="18" charset="0"/>
              </a:rPr>
              <a:t>1</a:t>
            </a:r>
            <a:r>
              <a:rPr lang="ru-RU" sz="2400" dirty="0">
                <a:latin typeface="Times New Roman" panose="02020603050405020304" pitchFamily="18" charset="0"/>
                <a:ea typeface="Times New Roman" panose="02020603050405020304" pitchFamily="18" charset="0"/>
              </a:rPr>
              <a:t> и </a:t>
            </a:r>
            <a:r>
              <a:rPr lang="ru-RU" sz="2400" i="1" dirty="0">
                <a:latin typeface="Times New Roman" panose="02020603050405020304" pitchFamily="18" charset="0"/>
                <a:ea typeface="Times New Roman" panose="02020603050405020304" pitchFamily="18" charset="0"/>
              </a:rPr>
              <a:t>х</a:t>
            </a:r>
            <a:r>
              <a:rPr lang="ru-RU" sz="2400" baseline="-25000" dirty="0">
                <a:latin typeface="Times New Roman" panose="02020603050405020304" pitchFamily="18" charset="0"/>
                <a:ea typeface="Times New Roman" panose="02020603050405020304" pitchFamily="18" charset="0"/>
              </a:rPr>
              <a:t>2</a:t>
            </a:r>
            <a:r>
              <a:rPr lang="ru-RU" sz="2400" dirty="0">
                <a:latin typeface="Times New Roman" panose="02020603050405020304" pitchFamily="18" charset="0"/>
                <a:ea typeface="Times New Roman" panose="02020603050405020304" pitchFamily="18" charset="0"/>
              </a:rPr>
              <a:t> находятся как решение системы уравнений, задающих эти прямые:</a:t>
            </a:r>
          </a:p>
          <a:p>
            <a:pPr>
              <a:spcAft>
                <a:spcPts val="0"/>
              </a:spcAft>
            </a:pPr>
            <a:r>
              <a:rPr lang="ru-RU" sz="2400" dirty="0">
                <a:latin typeface="Times New Roman" panose="02020603050405020304" pitchFamily="18" charset="0"/>
                <a:ea typeface="Times New Roman" panose="02020603050405020304" pitchFamily="18" charset="0"/>
              </a:rPr>
              <a:t>	Решением этой системы будет                                               </a:t>
            </a:r>
            <a:r>
              <a:rPr lang="ru-RU" sz="2400" i="1" dirty="0">
                <a:latin typeface="Times New Roman" panose="02020603050405020304" pitchFamily="18" charset="0"/>
                <a:ea typeface="Times New Roman" panose="02020603050405020304" pitchFamily="18" charset="0"/>
              </a:rPr>
              <a:t>х</a:t>
            </a:r>
            <a:r>
              <a:rPr lang="ru-RU" sz="2400" baseline="-25000" dirty="0">
                <a:latin typeface="Times New Roman" panose="02020603050405020304" pitchFamily="18" charset="0"/>
                <a:ea typeface="Times New Roman" panose="02020603050405020304" pitchFamily="18" charset="0"/>
              </a:rPr>
              <a:t>1</a:t>
            </a:r>
            <a:r>
              <a:rPr lang="ru-RU" sz="2400" dirty="0">
                <a:latin typeface="Times New Roman" panose="02020603050405020304" pitchFamily="18" charset="0"/>
                <a:ea typeface="Times New Roman" panose="02020603050405020304" pitchFamily="18" charset="0"/>
              </a:rPr>
              <a:t> = 3 и </a:t>
            </a:r>
            <a:r>
              <a:rPr lang="ru-RU" sz="2400" i="1" dirty="0">
                <a:latin typeface="Times New Roman" panose="02020603050405020304" pitchFamily="18" charset="0"/>
                <a:ea typeface="Times New Roman" panose="02020603050405020304" pitchFamily="18" charset="0"/>
              </a:rPr>
              <a:t>х</a:t>
            </a:r>
            <a:r>
              <a:rPr lang="ru-RU" sz="2400" baseline="-25000" dirty="0">
                <a:latin typeface="Times New Roman" panose="02020603050405020304" pitchFamily="18" charset="0"/>
                <a:ea typeface="Times New Roman" panose="02020603050405020304" pitchFamily="18" charset="0"/>
              </a:rPr>
              <a:t>2 </a:t>
            </a:r>
            <a:r>
              <a:rPr lang="ru-RU" sz="2400" dirty="0">
                <a:latin typeface="Times New Roman" panose="02020603050405020304" pitchFamily="18" charset="0"/>
                <a:ea typeface="Times New Roman" panose="02020603050405020304" pitchFamily="18" charset="0"/>
              </a:rPr>
              <a:t>= 1.5, при этом значение                                          целевой функции равно </a:t>
            </a:r>
            <a:r>
              <a:rPr lang="ru-RU" sz="2400" i="1" dirty="0">
                <a:latin typeface="Times New Roman" panose="02020603050405020304" pitchFamily="18" charset="0"/>
                <a:ea typeface="Times New Roman" panose="02020603050405020304" pitchFamily="18" charset="0"/>
              </a:rPr>
              <a:t>z</a:t>
            </a:r>
            <a:r>
              <a:rPr lang="ru-RU" sz="2400" dirty="0">
                <a:latin typeface="Times New Roman" panose="02020603050405020304" pitchFamily="18" charset="0"/>
                <a:ea typeface="Times New Roman" panose="02020603050405020304" pitchFamily="18" charset="0"/>
              </a:rPr>
              <a:t> = 5</a:t>
            </a:r>
            <a:r>
              <a:rPr lang="ru-RU" sz="2400" i="1" dirty="0">
                <a:latin typeface="Times New Roman" panose="02020603050405020304" pitchFamily="18" charset="0"/>
                <a:ea typeface="Times New Roman" panose="02020603050405020304" pitchFamily="18" charset="0"/>
              </a:rPr>
              <a:t>х</a:t>
            </a:r>
            <a:r>
              <a:rPr lang="ru-RU" sz="2400" baseline="-25000" dirty="0">
                <a:latin typeface="Times New Roman" panose="02020603050405020304" pitchFamily="18" charset="0"/>
                <a:ea typeface="Times New Roman" panose="02020603050405020304" pitchFamily="18" charset="0"/>
              </a:rPr>
              <a:t>1</a:t>
            </a:r>
            <a:r>
              <a:rPr lang="ru-RU" sz="2400" dirty="0">
                <a:latin typeface="Times New Roman" panose="02020603050405020304" pitchFamily="18" charset="0"/>
                <a:ea typeface="Times New Roman" panose="02020603050405020304" pitchFamily="18" charset="0"/>
              </a:rPr>
              <a:t> + 4</a:t>
            </a:r>
            <a:r>
              <a:rPr lang="ru-RU" sz="2400" i="1" dirty="0">
                <a:latin typeface="Times New Roman" panose="02020603050405020304" pitchFamily="18" charset="0"/>
                <a:ea typeface="Times New Roman" panose="02020603050405020304" pitchFamily="18" charset="0"/>
              </a:rPr>
              <a:t>х</a:t>
            </a:r>
            <a:r>
              <a:rPr lang="ru-RU" sz="2400" baseline="-25000" dirty="0">
                <a:latin typeface="Times New Roman" panose="02020603050405020304" pitchFamily="18" charset="0"/>
                <a:ea typeface="Times New Roman" panose="02020603050405020304" pitchFamily="18" charset="0"/>
              </a:rPr>
              <a:t>2</a:t>
            </a:r>
            <a:r>
              <a:rPr lang="ru-RU" sz="2400" dirty="0">
                <a:latin typeface="Times New Roman" panose="02020603050405020304" pitchFamily="18" charset="0"/>
                <a:ea typeface="Times New Roman" panose="02020603050405020304" pitchFamily="18" charset="0"/>
              </a:rPr>
              <a:t> = 21. Полученное решение означает, что для фирмы оптимальным выбором будет ежедневное производство 3 т черной краски и 1.5 т – синей с ежедневным доходом в 21000 $.</a:t>
            </a:r>
            <a:endParaRPr lang="ru-RU" sz="2000" dirty="0">
              <a:latin typeface="Times New Roman" panose="02020603050405020304" pitchFamily="18" charset="0"/>
              <a:ea typeface="Times New Roman" panose="02020603050405020304" pitchFamily="18" charset="0"/>
            </a:endParaRPr>
          </a:p>
          <a:p>
            <a:pPr algn="just"/>
            <a:endParaRPr lang="ru-RU" sz="2400" dirty="0">
              <a:latin typeface="Times New Roman" panose="02020603050405020304" pitchFamily="18" charset="0"/>
              <a:ea typeface="Times New Roman" panose="02020603050405020304" pitchFamily="18" charset="0"/>
            </a:endParaRPr>
          </a:p>
        </p:txBody>
      </p:sp>
      <p:pic>
        <p:nvPicPr>
          <p:cNvPr id="3" name="image73.png">
            <a:extLst>
              <a:ext uri="{FF2B5EF4-FFF2-40B4-BE49-F238E27FC236}">
                <a16:creationId xmlns:a16="http://schemas.microsoft.com/office/drawing/2014/main" id="{CF84B2D2-C50D-4A3B-BCCA-5164BC92E208}"/>
              </a:ext>
            </a:extLst>
          </p:cNvPr>
          <p:cNvPicPr/>
          <p:nvPr/>
        </p:nvPicPr>
        <p:blipFill>
          <a:blip r:embed="rId2"/>
          <a:srcRect/>
          <a:stretch>
            <a:fillRect/>
          </a:stretch>
        </p:blipFill>
        <p:spPr>
          <a:xfrm>
            <a:off x="6156132" y="3717024"/>
            <a:ext cx="2134766" cy="1008084"/>
          </a:xfrm>
          <a:prstGeom prst="rect">
            <a:avLst/>
          </a:prstGeom>
          <a:ln/>
        </p:spPr>
      </p:pic>
    </p:spTree>
    <p:extLst>
      <p:ext uri="{BB962C8B-B14F-4D97-AF65-F5344CB8AC3E}">
        <p14:creationId xmlns:p14="http://schemas.microsoft.com/office/powerpoint/2010/main" val="669647178"/>
      </p:ext>
    </p:extLst>
  </p:cSld>
  <p:clrMapOvr>
    <a:masterClrMapping/>
  </p:clrMapOvr>
  <p:transition spd="slow">
    <p:push dir="u"/>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6625" name="Object 3">
            <a:extLst>
              <a:ext uri="{FF2B5EF4-FFF2-40B4-BE49-F238E27FC236}">
                <a16:creationId xmlns:a16="http://schemas.microsoft.com/office/drawing/2014/main" id="{ACD50482-95C4-43CC-8202-E0CE8436B667}"/>
              </a:ext>
            </a:extLst>
          </p:cNvPr>
          <p:cNvGraphicFramePr>
            <a:graphicFrameLocks noChangeAspect="1"/>
          </p:cNvGraphicFramePr>
          <p:nvPr/>
        </p:nvGraphicFramePr>
        <p:xfrm>
          <a:off x="230188" y="295275"/>
          <a:ext cx="8685212" cy="6267450"/>
        </p:xfrm>
        <a:graphic>
          <a:graphicData uri="http://schemas.openxmlformats.org/presentationml/2006/ole">
            <mc:AlternateContent xmlns:mc="http://schemas.openxmlformats.org/markup-compatibility/2006">
              <mc:Choice xmlns:v="urn:schemas-microsoft-com:vml" Requires="v">
                <p:oleObj spid="_x0000_s26638" r:id="rId3" imgW="10257840" imgH="7402680" progId="Visio.Drawing.6">
                  <p:embed/>
                </p:oleObj>
              </mc:Choice>
              <mc:Fallback>
                <p:oleObj r:id="rId3" imgW="10257840" imgH="7402680" progId="Visio.Drawing.6">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0188" y="295275"/>
                        <a:ext cx="8685212" cy="626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 name="Прямоугольник 1">
            <a:extLst>
              <a:ext uri="{FF2B5EF4-FFF2-40B4-BE49-F238E27FC236}">
                <a16:creationId xmlns:a16="http://schemas.microsoft.com/office/drawing/2014/main" id="{54E4B1E6-106F-43AA-8B09-E7DF6FF28914}"/>
              </a:ext>
            </a:extLst>
          </p:cNvPr>
          <p:cNvSpPr/>
          <p:nvPr/>
        </p:nvSpPr>
        <p:spPr>
          <a:xfrm>
            <a:off x="0" y="44450"/>
            <a:ext cx="9144000" cy="1081088"/>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anchor="ctr"/>
          <a:lstStyle/>
          <a:p>
            <a:pPr algn="ctr" fontAlgn="auto"/>
            <a:endParaRPr lang="ru-RU" noProof="1"/>
          </a:p>
        </p:txBody>
      </p:sp>
      <p:sp>
        <p:nvSpPr>
          <p:cNvPr id="26627" name="TextBox 2">
            <a:extLst>
              <a:ext uri="{FF2B5EF4-FFF2-40B4-BE49-F238E27FC236}">
                <a16:creationId xmlns:a16="http://schemas.microsoft.com/office/drawing/2014/main" id="{C805748B-FBF4-4519-8A0C-7891A3ADB5B9}"/>
              </a:ext>
            </a:extLst>
          </p:cNvPr>
          <p:cNvSpPr txBox="1">
            <a:spLocks noChangeArrowheads="1"/>
          </p:cNvSpPr>
          <p:nvPr/>
        </p:nvSpPr>
        <p:spPr bwMode="auto">
          <a:xfrm>
            <a:off x="349250" y="339725"/>
            <a:ext cx="8445500"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ru-RU" altLang="zh-CN" sz="3200" b="1" dirty="0">
                <a:solidFill>
                  <a:srgbClr val="FF0000"/>
                </a:solidFill>
                <a:latin typeface="Century" panose="02040604050505020304" pitchFamily="18" charset="0"/>
              </a:rPr>
              <a:t>Задача линейного программирования</a:t>
            </a:r>
          </a:p>
        </p:txBody>
      </p:sp>
      <p:sp>
        <p:nvSpPr>
          <p:cNvPr id="6" name="Прямоугольник 5">
            <a:extLst>
              <a:ext uri="{FF2B5EF4-FFF2-40B4-BE49-F238E27FC236}">
                <a16:creationId xmlns:a16="http://schemas.microsoft.com/office/drawing/2014/main" id="{C5A086D6-BA86-4EDA-9609-8044C80AC8D2}"/>
              </a:ext>
            </a:extLst>
          </p:cNvPr>
          <p:cNvSpPr/>
          <p:nvPr/>
        </p:nvSpPr>
        <p:spPr>
          <a:xfrm>
            <a:off x="0" y="6453188"/>
            <a:ext cx="9144000" cy="2159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ru-RU" noProof="1"/>
          </a:p>
        </p:txBody>
      </p:sp>
    </p:spTree>
  </p:cSld>
  <p:clrMapOvr>
    <a:masterClrMapping/>
  </p:clrMapOvr>
  <p:transition spd="slow">
    <p:push dir="u"/>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7649" name="Object 3">
            <a:extLst>
              <a:ext uri="{FF2B5EF4-FFF2-40B4-BE49-F238E27FC236}">
                <a16:creationId xmlns:a16="http://schemas.microsoft.com/office/drawing/2014/main" id="{1CE7EAE4-3A2C-4917-9FBE-2F0C666BB662}"/>
              </a:ext>
            </a:extLst>
          </p:cNvPr>
          <p:cNvGraphicFramePr>
            <a:graphicFrameLocks noChangeAspect="1"/>
          </p:cNvGraphicFramePr>
          <p:nvPr/>
        </p:nvGraphicFramePr>
        <p:xfrm>
          <a:off x="230188" y="295275"/>
          <a:ext cx="8683625" cy="6267450"/>
        </p:xfrm>
        <a:graphic>
          <a:graphicData uri="http://schemas.openxmlformats.org/presentationml/2006/ole">
            <mc:AlternateContent xmlns:mc="http://schemas.openxmlformats.org/markup-compatibility/2006">
              <mc:Choice xmlns:v="urn:schemas-microsoft-com:vml" Requires="v">
                <p:oleObj spid="_x0000_s27663" r:id="rId3" imgW="10255680" imgH="7402680" progId="Visio.Drawing.6">
                  <p:embed/>
                </p:oleObj>
              </mc:Choice>
              <mc:Fallback>
                <p:oleObj r:id="rId3" imgW="10255680" imgH="7402680" progId="Visio.Drawing.6">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0188" y="295275"/>
                        <a:ext cx="8683625" cy="626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7650" name="Прямоугольник 1">
            <a:extLst>
              <a:ext uri="{FF2B5EF4-FFF2-40B4-BE49-F238E27FC236}">
                <a16:creationId xmlns:a16="http://schemas.microsoft.com/office/drawing/2014/main" id="{54CFCAD2-4EC1-445C-92AE-ADC4FEE46E93}"/>
              </a:ext>
            </a:extLst>
          </p:cNvPr>
          <p:cNvSpPr>
            <a:spLocks noChangeArrowheads="1"/>
          </p:cNvSpPr>
          <p:nvPr/>
        </p:nvSpPr>
        <p:spPr bwMode="auto">
          <a:xfrm>
            <a:off x="395288" y="5108575"/>
            <a:ext cx="8424862"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50850">
              <a:defRPr>
                <a:solidFill>
                  <a:schemeClr val="tx1"/>
                </a:solidFill>
                <a:latin typeface="Calibri" panose="020F0502020204030204" pitchFamily="34" charset="0"/>
              </a:defRPr>
            </a:lvl1pPr>
            <a:lvl2pPr>
              <a:defRPr>
                <a:solidFill>
                  <a:schemeClr val="tx1"/>
                </a:solidFill>
                <a:latin typeface="Calibri" panose="020F0502020204030204" pitchFamily="34" charset="0"/>
              </a:defRPr>
            </a:lvl2pPr>
            <a:lvl3pPr>
              <a:defRPr>
                <a:solidFill>
                  <a:schemeClr val="tx1"/>
                </a:solidFill>
                <a:latin typeface="Calibri" panose="020F0502020204030204" pitchFamily="34" charset="0"/>
              </a:defRPr>
            </a:lvl3pPr>
            <a:lvl4pPr>
              <a:defRPr>
                <a:solidFill>
                  <a:schemeClr val="tx1"/>
                </a:solidFill>
                <a:latin typeface="Calibri" panose="020F0502020204030204" pitchFamily="34" charset="0"/>
              </a:defRPr>
            </a:lvl4pPr>
            <a:lvl5pPr>
              <a:defRPr>
                <a:solidFill>
                  <a:schemeClr val="tx1"/>
                </a:solidFill>
                <a:latin typeface="Calibri" panose="020F0502020204030204" pitchFamily="34" charset="0"/>
              </a:defRPr>
            </a:lvl5pPr>
            <a:lvl6pPr fontAlgn="base">
              <a:spcBef>
                <a:spcPct val="0"/>
              </a:spcBef>
              <a:spcAft>
                <a:spcPct val="0"/>
              </a:spcAft>
              <a:defRPr>
                <a:solidFill>
                  <a:schemeClr val="tx1"/>
                </a:solidFill>
                <a:latin typeface="Calibri" panose="020F0502020204030204" pitchFamily="34" charset="0"/>
              </a:defRPr>
            </a:lvl6pPr>
            <a:lvl7pPr fontAlgn="base">
              <a:spcBef>
                <a:spcPct val="0"/>
              </a:spcBef>
              <a:spcAft>
                <a:spcPct val="0"/>
              </a:spcAft>
              <a:defRPr>
                <a:solidFill>
                  <a:schemeClr val="tx1"/>
                </a:solidFill>
                <a:latin typeface="Calibri" panose="020F0502020204030204" pitchFamily="34" charset="0"/>
              </a:defRPr>
            </a:lvl7pPr>
            <a:lvl8pPr fontAlgn="base">
              <a:spcBef>
                <a:spcPct val="0"/>
              </a:spcBef>
              <a:spcAft>
                <a:spcPct val="0"/>
              </a:spcAft>
              <a:defRPr>
                <a:solidFill>
                  <a:schemeClr val="tx1"/>
                </a:solidFill>
                <a:latin typeface="Calibri" panose="020F0502020204030204" pitchFamily="34" charset="0"/>
              </a:defRPr>
            </a:lvl8pPr>
            <a:lvl9pPr fontAlgn="base">
              <a:spcBef>
                <a:spcPct val="0"/>
              </a:spcBef>
              <a:spcAft>
                <a:spcPct val="0"/>
              </a:spcAft>
              <a:defRPr>
                <a:solidFill>
                  <a:schemeClr val="tx1"/>
                </a:solidFill>
                <a:latin typeface="Calibri" panose="020F0502020204030204" pitchFamily="34" charset="0"/>
              </a:defRPr>
            </a:lvl9pPr>
          </a:lstStyle>
          <a:p>
            <a:pPr algn="just"/>
            <a:r>
              <a:rPr lang="ru-RU" altLang="zh-CN" dirty="0">
                <a:latin typeface="Times New Roman" panose="02020603050405020304" pitchFamily="18" charset="0"/>
                <a:cs typeface="Times New Roman" panose="02020603050405020304" pitchFamily="18" charset="0"/>
              </a:rPr>
              <a:t>Если прямая функции параллельна отрезку </a:t>
            </a:r>
            <a:r>
              <a:rPr lang="en-US" altLang="ru-RU" dirty="0">
                <a:latin typeface="Times New Roman" panose="02020603050405020304" pitchFamily="18" charset="0"/>
                <a:cs typeface="Times New Roman" panose="02020603050405020304" pitchFamily="18" charset="0"/>
              </a:rPr>
              <a:t>[</a:t>
            </a:r>
            <a:r>
              <a:rPr lang="ru-RU" altLang="zh-CN" b="1" i="1" dirty="0">
                <a:latin typeface="Times New Roman" panose="02020603050405020304" pitchFamily="18" charset="0"/>
                <a:cs typeface="Times New Roman" panose="02020603050405020304" pitchFamily="18" charset="0"/>
              </a:rPr>
              <a:t>АВ</a:t>
            </a:r>
            <a:r>
              <a:rPr lang="en-US" altLang="ru-RU" dirty="0">
                <a:latin typeface="Times New Roman" panose="02020603050405020304" pitchFamily="18" charset="0"/>
                <a:cs typeface="Times New Roman" panose="02020603050405020304" pitchFamily="18" charset="0"/>
              </a:rPr>
              <a:t>]</a:t>
            </a:r>
            <a:r>
              <a:rPr lang="ru-RU" altLang="zh-CN" dirty="0">
                <a:latin typeface="Times New Roman" panose="02020603050405020304" pitchFamily="18" charset="0"/>
                <a:cs typeface="Times New Roman" panose="02020603050405020304" pitchFamily="18" charset="0"/>
              </a:rPr>
              <a:t>, принадлежащему области допустимых решений, то максимум функции </a:t>
            </a:r>
            <a:r>
              <a:rPr lang="en-US" altLang="ru-RU" b="1" i="1" dirty="0">
                <a:latin typeface="Times New Roman" panose="02020603050405020304" pitchFamily="18" charset="0"/>
                <a:cs typeface="Times New Roman" panose="02020603050405020304" pitchFamily="18" charset="0"/>
              </a:rPr>
              <a:t>Z </a:t>
            </a:r>
            <a:r>
              <a:rPr lang="ru-RU" altLang="zh-CN" dirty="0">
                <a:latin typeface="Times New Roman" panose="02020603050405020304" pitchFamily="18" charset="0"/>
                <a:cs typeface="Times New Roman" panose="02020603050405020304" pitchFamily="18" charset="0"/>
              </a:rPr>
              <a:t>достигается в точке </a:t>
            </a:r>
            <a:r>
              <a:rPr lang="ru-RU" altLang="zh-CN" b="1" i="1" dirty="0">
                <a:latin typeface="Times New Roman" panose="02020603050405020304" pitchFamily="18" charset="0"/>
                <a:cs typeface="Times New Roman" panose="02020603050405020304" pitchFamily="18" charset="0"/>
              </a:rPr>
              <a:t>А</a:t>
            </a:r>
            <a:r>
              <a:rPr lang="ru-RU" altLang="zh-CN" dirty="0">
                <a:latin typeface="Times New Roman" panose="02020603050405020304" pitchFamily="18" charset="0"/>
                <a:cs typeface="Times New Roman" panose="02020603050405020304" pitchFamily="18" charset="0"/>
              </a:rPr>
              <a:t> и в точке </a:t>
            </a:r>
            <a:r>
              <a:rPr lang="ru-RU" altLang="zh-CN" b="1" i="1" dirty="0">
                <a:latin typeface="Times New Roman" panose="02020603050405020304" pitchFamily="18" charset="0"/>
                <a:cs typeface="Times New Roman" panose="02020603050405020304" pitchFamily="18" charset="0"/>
              </a:rPr>
              <a:t>В</a:t>
            </a:r>
            <a:r>
              <a:rPr lang="ru-RU" altLang="zh-CN" dirty="0">
                <a:latin typeface="Times New Roman" panose="02020603050405020304" pitchFamily="18" charset="0"/>
                <a:cs typeface="Times New Roman" panose="02020603050405020304" pitchFamily="18" charset="0"/>
              </a:rPr>
              <a:t>,  а , следовательно,  и  в любой точке отрезка [</a:t>
            </a:r>
            <a:r>
              <a:rPr lang="ru-RU" altLang="zh-CN" b="1" i="1" dirty="0">
                <a:latin typeface="Times New Roman" panose="02020603050405020304" pitchFamily="18" charset="0"/>
                <a:cs typeface="Times New Roman" panose="02020603050405020304" pitchFamily="18" charset="0"/>
              </a:rPr>
              <a:t>АВ</a:t>
            </a:r>
            <a:r>
              <a:rPr lang="ru-RU" altLang="zh-CN" dirty="0">
                <a:latin typeface="Times New Roman" panose="02020603050405020304" pitchFamily="18" charset="0"/>
                <a:cs typeface="Times New Roman" panose="02020603050405020304" pitchFamily="18" charset="0"/>
              </a:rPr>
              <a:t>], т.к. эти точки  могут быть выражены в виде  линейной комбинации угловых точек   </a:t>
            </a:r>
            <a:r>
              <a:rPr lang="ru-RU" altLang="zh-CN" b="1" i="1" dirty="0">
                <a:latin typeface="Times New Roman" panose="02020603050405020304" pitchFamily="18" charset="0"/>
                <a:cs typeface="Times New Roman" panose="02020603050405020304" pitchFamily="18" charset="0"/>
              </a:rPr>
              <a:t>А</a:t>
            </a:r>
            <a:r>
              <a:rPr lang="ru-RU" altLang="zh-CN" dirty="0">
                <a:latin typeface="Times New Roman" panose="02020603050405020304" pitchFamily="18" charset="0"/>
                <a:cs typeface="Times New Roman" panose="02020603050405020304" pitchFamily="18" charset="0"/>
              </a:rPr>
              <a:t> и </a:t>
            </a:r>
            <a:r>
              <a:rPr lang="ru-RU" altLang="zh-CN" b="1" i="1" dirty="0">
                <a:latin typeface="Times New Roman" panose="02020603050405020304" pitchFamily="18" charset="0"/>
                <a:cs typeface="Times New Roman" panose="02020603050405020304" pitchFamily="18" charset="0"/>
              </a:rPr>
              <a:t>В</a:t>
            </a:r>
            <a:r>
              <a:rPr lang="ru-RU" altLang="zh-CN" dirty="0">
                <a:latin typeface="Times New Roman" panose="02020603050405020304" pitchFamily="18" charset="0"/>
                <a:cs typeface="Times New Roman" panose="02020603050405020304" pitchFamily="18" charset="0"/>
              </a:rPr>
              <a:t>.</a:t>
            </a:r>
          </a:p>
        </p:txBody>
      </p:sp>
      <p:sp>
        <p:nvSpPr>
          <p:cNvPr id="5" name="Прямоугольник 4">
            <a:extLst>
              <a:ext uri="{FF2B5EF4-FFF2-40B4-BE49-F238E27FC236}">
                <a16:creationId xmlns:a16="http://schemas.microsoft.com/office/drawing/2014/main" id="{9D17D67B-5961-4CE2-BE26-63F84E15FA92}"/>
              </a:ext>
            </a:extLst>
          </p:cNvPr>
          <p:cNvSpPr/>
          <p:nvPr/>
        </p:nvSpPr>
        <p:spPr>
          <a:xfrm>
            <a:off x="0" y="44450"/>
            <a:ext cx="9144000" cy="1081088"/>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anchor="ctr"/>
          <a:lstStyle/>
          <a:p>
            <a:pPr algn="ctr" fontAlgn="auto"/>
            <a:endParaRPr lang="ru-RU" noProof="1"/>
          </a:p>
        </p:txBody>
      </p:sp>
      <p:sp>
        <p:nvSpPr>
          <p:cNvPr id="27652" name="TextBox 5">
            <a:extLst>
              <a:ext uri="{FF2B5EF4-FFF2-40B4-BE49-F238E27FC236}">
                <a16:creationId xmlns:a16="http://schemas.microsoft.com/office/drawing/2014/main" id="{C9705EB0-B34E-4B35-8E24-FA560576EB3C}"/>
              </a:ext>
            </a:extLst>
          </p:cNvPr>
          <p:cNvSpPr txBox="1">
            <a:spLocks noChangeArrowheads="1"/>
          </p:cNvSpPr>
          <p:nvPr/>
        </p:nvSpPr>
        <p:spPr bwMode="auto">
          <a:xfrm>
            <a:off x="349250" y="339725"/>
            <a:ext cx="8445500"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ru-RU" altLang="zh-CN" sz="3200" b="1" dirty="0">
                <a:solidFill>
                  <a:srgbClr val="FF0000"/>
                </a:solidFill>
                <a:latin typeface="Century" panose="02040604050505020304" pitchFamily="18" charset="0"/>
              </a:rPr>
              <a:t>Задача линейного программирования</a:t>
            </a:r>
          </a:p>
        </p:txBody>
      </p:sp>
      <p:sp>
        <p:nvSpPr>
          <p:cNvPr id="7" name="Прямоугольник 6">
            <a:extLst>
              <a:ext uri="{FF2B5EF4-FFF2-40B4-BE49-F238E27FC236}">
                <a16:creationId xmlns:a16="http://schemas.microsoft.com/office/drawing/2014/main" id="{B109547B-BEF7-41D2-A292-F0299C0592B2}"/>
              </a:ext>
            </a:extLst>
          </p:cNvPr>
          <p:cNvSpPr/>
          <p:nvPr/>
        </p:nvSpPr>
        <p:spPr>
          <a:xfrm>
            <a:off x="0" y="6453188"/>
            <a:ext cx="9144000" cy="2159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ru-RU" noProof="1"/>
          </a:p>
        </p:txBody>
      </p:sp>
    </p:spTree>
  </p:cSld>
  <p:clrMapOvr>
    <a:masterClrMapping/>
  </p:clrMapOvr>
  <p:transition spd="slow">
    <p:push dir="u"/>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8673" name="Object 3">
            <a:extLst>
              <a:ext uri="{FF2B5EF4-FFF2-40B4-BE49-F238E27FC236}">
                <a16:creationId xmlns:a16="http://schemas.microsoft.com/office/drawing/2014/main" id="{3B517FFE-B3AC-48F6-A4CD-E629D328F364}"/>
              </a:ext>
            </a:extLst>
          </p:cNvPr>
          <p:cNvGraphicFramePr>
            <a:graphicFrameLocks noChangeAspect="1"/>
          </p:cNvGraphicFramePr>
          <p:nvPr/>
        </p:nvGraphicFramePr>
        <p:xfrm>
          <a:off x="161925" y="295275"/>
          <a:ext cx="8821738" cy="6562725"/>
        </p:xfrm>
        <a:graphic>
          <a:graphicData uri="http://schemas.openxmlformats.org/presentationml/2006/ole">
            <mc:AlternateContent xmlns:mc="http://schemas.openxmlformats.org/markup-compatibility/2006">
              <mc:Choice xmlns:v="urn:schemas-microsoft-com:vml" Requires="v">
                <p:oleObj spid="_x0000_s28690" r:id="rId3" imgW="10419120" imgH="7402680" progId="Visio.Drawing.6">
                  <p:embed/>
                </p:oleObj>
              </mc:Choice>
              <mc:Fallback>
                <p:oleObj r:id="rId3" imgW="10419120" imgH="7402680" progId="Visio.Drawing.6">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1925" y="295275"/>
                        <a:ext cx="8821738" cy="656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8674" name="Прямоугольник 3">
            <a:extLst>
              <a:ext uri="{FF2B5EF4-FFF2-40B4-BE49-F238E27FC236}">
                <a16:creationId xmlns:a16="http://schemas.microsoft.com/office/drawing/2014/main" id="{4FB0EAC0-6E94-42BF-887A-28364120ACFD}"/>
              </a:ext>
            </a:extLst>
          </p:cNvPr>
          <p:cNvSpPr>
            <a:spLocks noChangeArrowheads="1"/>
          </p:cNvSpPr>
          <p:nvPr/>
        </p:nvSpPr>
        <p:spPr bwMode="auto">
          <a:xfrm>
            <a:off x="174625" y="5227638"/>
            <a:ext cx="8809038" cy="1630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defRPr>
                <a:solidFill>
                  <a:schemeClr val="tx1"/>
                </a:solidFill>
                <a:latin typeface="Calibri" panose="020F0502020204030204" pitchFamily="34" charset="0"/>
              </a:defRPr>
            </a:lvl1pPr>
            <a:lvl2pPr>
              <a:defRPr>
                <a:solidFill>
                  <a:schemeClr val="tx1"/>
                </a:solidFill>
                <a:latin typeface="Calibri" panose="020F0502020204030204" pitchFamily="34" charset="0"/>
              </a:defRPr>
            </a:lvl2pPr>
            <a:lvl3pPr>
              <a:defRPr>
                <a:solidFill>
                  <a:schemeClr val="tx1"/>
                </a:solidFill>
                <a:latin typeface="Calibri" panose="020F0502020204030204" pitchFamily="34" charset="0"/>
              </a:defRPr>
            </a:lvl3pPr>
            <a:lvl4pPr>
              <a:defRPr>
                <a:solidFill>
                  <a:schemeClr val="tx1"/>
                </a:solidFill>
                <a:latin typeface="Calibri" panose="020F0502020204030204" pitchFamily="34" charset="0"/>
              </a:defRPr>
            </a:lvl4pPr>
            <a:lvl5pPr>
              <a:defRPr>
                <a:solidFill>
                  <a:schemeClr val="tx1"/>
                </a:solidFill>
                <a:latin typeface="Calibri" panose="020F0502020204030204" pitchFamily="34" charset="0"/>
              </a:defRPr>
            </a:lvl5pPr>
            <a:lvl6pPr fontAlgn="base">
              <a:spcBef>
                <a:spcPct val="0"/>
              </a:spcBef>
              <a:spcAft>
                <a:spcPct val="0"/>
              </a:spcAft>
              <a:defRPr>
                <a:solidFill>
                  <a:schemeClr val="tx1"/>
                </a:solidFill>
                <a:latin typeface="Calibri" panose="020F0502020204030204" pitchFamily="34" charset="0"/>
              </a:defRPr>
            </a:lvl6pPr>
            <a:lvl7pPr fontAlgn="base">
              <a:spcBef>
                <a:spcPct val="0"/>
              </a:spcBef>
              <a:spcAft>
                <a:spcPct val="0"/>
              </a:spcAft>
              <a:defRPr>
                <a:solidFill>
                  <a:schemeClr val="tx1"/>
                </a:solidFill>
                <a:latin typeface="Calibri" panose="020F0502020204030204" pitchFamily="34" charset="0"/>
              </a:defRPr>
            </a:lvl7pPr>
            <a:lvl8pPr fontAlgn="base">
              <a:spcBef>
                <a:spcPct val="0"/>
              </a:spcBef>
              <a:spcAft>
                <a:spcPct val="0"/>
              </a:spcAft>
              <a:defRPr>
                <a:solidFill>
                  <a:schemeClr val="tx1"/>
                </a:solidFill>
                <a:latin typeface="Calibri" panose="020F0502020204030204" pitchFamily="34" charset="0"/>
              </a:defRPr>
            </a:lvl8pPr>
            <a:lvl9pPr fontAlgn="base">
              <a:spcBef>
                <a:spcPct val="0"/>
              </a:spcBef>
              <a:spcAft>
                <a:spcPct val="0"/>
              </a:spcAft>
              <a:defRPr>
                <a:solidFill>
                  <a:schemeClr val="tx1"/>
                </a:solidFill>
                <a:latin typeface="Calibri" panose="020F0502020204030204" pitchFamily="34" charset="0"/>
              </a:defRPr>
            </a:lvl9pPr>
          </a:lstStyle>
          <a:p>
            <a:pPr algn="just">
              <a:buFont typeface="Calibri Light" panose="020F0302020204030204" pitchFamily="34" charset="0"/>
              <a:buAutoNum type="arabicPeriod"/>
            </a:pPr>
            <a:r>
              <a:rPr lang="en-US" altLang="ru-RU" sz="2000">
                <a:latin typeface="Times New Roman" panose="02020603050405020304" pitchFamily="18" charset="0"/>
                <a:cs typeface="Times New Roman" panose="02020603050405020304" pitchFamily="18" charset="0"/>
              </a:rPr>
              <a:t>C</a:t>
            </a:r>
            <a:r>
              <a:rPr lang="ru-RU" altLang="zh-CN" sz="2000">
                <a:latin typeface="Times New Roman" panose="02020603050405020304" pitchFamily="18" charset="0"/>
                <a:cs typeface="Times New Roman" panose="02020603050405020304" pitchFamily="18" charset="0"/>
              </a:rPr>
              <a:t>истема ограничений образует неограниченное сверху множество. Функция  </a:t>
            </a:r>
            <a:r>
              <a:rPr lang="en-US" altLang="ru-RU" sz="2000" b="1" i="1">
                <a:latin typeface="Times New Roman" panose="02020603050405020304" pitchFamily="18" charset="0"/>
                <a:cs typeface="Times New Roman" panose="02020603050405020304" pitchFamily="18" charset="0"/>
              </a:rPr>
              <a:t>Z</a:t>
            </a:r>
            <a:r>
              <a:rPr lang="ru-RU" altLang="zh-CN" sz="2000">
                <a:latin typeface="Times New Roman" panose="02020603050405020304" pitchFamily="18" charset="0"/>
                <a:cs typeface="Times New Roman" panose="02020603050405020304" pitchFamily="18" charset="0"/>
              </a:rPr>
              <a:t>   в данном случае стремится к бесконечности, так как прямую  функции можно передвигать в направлении вектора градиента как угодно далеко</a:t>
            </a:r>
            <a:r>
              <a:rPr lang="en-US" altLang="ru-RU" sz="2000">
                <a:latin typeface="Times New Roman" panose="02020603050405020304" pitchFamily="18" charset="0"/>
                <a:cs typeface="Times New Roman" panose="02020603050405020304" pitchFamily="18" charset="0"/>
              </a:rPr>
              <a:t>. </a:t>
            </a:r>
          </a:p>
          <a:p>
            <a:pPr algn="just">
              <a:buFont typeface="Calibri Light" panose="020F0302020204030204" pitchFamily="34" charset="0"/>
              <a:buAutoNum type="arabicPeriod"/>
            </a:pPr>
            <a:r>
              <a:rPr lang="ru-RU" altLang="zh-CN" sz="2000">
                <a:latin typeface="Times New Roman" panose="02020603050405020304" pitchFamily="18" charset="0"/>
                <a:cs typeface="Times New Roman" panose="02020603050405020304" pitchFamily="18" charset="0"/>
              </a:rPr>
              <a:t>Случай несовместной системы ограничений.</a:t>
            </a:r>
          </a:p>
        </p:txBody>
      </p:sp>
      <p:sp>
        <p:nvSpPr>
          <p:cNvPr id="28675" name="Прямоугольник 4">
            <a:extLst>
              <a:ext uri="{FF2B5EF4-FFF2-40B4-BE49-F238E27FC236}">
                <a16:creationId xmlns:a16="http://schemas.microsoft.com/office/drawing/2014/main" id="{7B950406-CD0F-4FCF-89E6-283AA650AD4C}"/>
              </a:ext>
            </a:extLst>
          </p:cNvPr>
          <p:cNvSpPr>
            <a:spLocks noChangeArrowheads="1"/>
          </p:cNvSpPr>
          <p:nvPr/>
        </p:nvSpPr>
        <p:spPr bwMode="auto">
          <a:xfrm>
            <a:off x="560388" y="915988"/>
            <a:ext cx="7324725"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indent="450850">
              <a:defRPr>
                <a:solidFill>
                  <a:schemeClr val="tx1"/>
                </a:solidFill>
                <a:latin typeface="Calibri" panose="020F0502020204030204" pitchFamily="34" charset="0"/>
              </a:defRPr>
            </a:lvl1pPr>
            <a:lvl2pPr>
              <a:defRPr>
                <a:solidFill>
                  <a:schemeClr val="tx1"/>
                </a:solidFill>
                <a:latin typeface="Calibri" panose="020F0502020204030204" pitchFamily="34" charset="0"/>
              </a:defRPr>
            </a:lvl2pPr>
            <a:lvl3pPr>
              <a:defRPr>
                <a:solidFill>
                  <a:schemeClr val="tx1"/>
                </a:solidFill>
                <a:latin typeface="Calibri" panose="020F0502020204030204" pitchFamily="34" charset="0"/>
              </a:defRPr>
            </a:lvl3pPr>
            <a:lvl4pPr>
              <a:defRPr>
                <a:solidFill>
                  <a:schemeClr val="tx1"/>
                </a:solidFill>
                <a:latin typeface="Calibri" panose="020F0502020204030204" pitchFamily="34" charset="0"/>
              </a:defRPr>
            </a:lvl4pPr>
            <a:lvl5pPr>
              <a:defRPr>
                <a:solidFill>
                  <a:schemeClr val="tx1"/>
                </a:solidFill>
                <a:latin typeface="Calibri" panose="020F0502020204030204" pitchFamily="34" charset="0"/>
              </a:defRPr>
            </a:lvl5pPr>
            <a:lvl6pPr fontAlgn="base">
              <a:spcBef>
                <a:spcPct val="0"/>
              </a:spcBef>
              <a:spcAft>
                <a:spcPct val="0"/>
              </a:spcAft>
              <a:defRPr>
                <a:solidFill>
                  <a:schemeClr val="tx1"/>
                </a:solidFill>
                <a:latin typeface="Calibri" panose="020F0502020204030204" pitchFamily="34" charset="0"/>
              </a:defRPr>
            </a:lvl6pPr>
            <a:lvl7pPr fontAlgn="base">
              <a:spcBef>
                <a:spcPct val="0"/>
              </a:spcBef>
              <a:spcAft>
                <a:spcPct val="0"/>
              </a:spcAft>
              <a:defRPr>
                <a:solidFill>
                  <a:schemeClr val="tx1"/>
                </a:solidFill>
                <a:latin typeface="Calibri" panose="020F0502020204030204" pitchFamily="34" charset="0"/>
              </a:defRPr>
            </a:lvl7pPr>
            <a:lvl8pPr fontAlgn="base">
              <a:spcBef>
                <a:spcPct val="0"/>
              </a:spcBef>
              <a:spcAft>
                <a:spcPct val="0"/>
              </a:spcAft>
              <a:defRPr>
                <a:solidFill>
                  <a:schemeClr val="tx1"/>
                </a:solidFill>
                <a:latin typeface="Calibri" panose="020F0502020204030204" pitchFamily="34" charset="0"/>
              </a:defRPr>
            </a:lvl8pPr>
            <a:lvl9pPr fontAlgn="base">
              <a:spcBef>
                <a:spcPct val="0"/>
              </a:spcBef>
              <a:spcAft>
                <a:spcPct val="0"/>
              </a:spcAft>
              <a:defRPr>
                <a:solidFill>
                  <a:schemeClr val="tx1"/>
                </a:solidFill>
                <a:latin typeface="Calibri" panose="020F0502020204030204" pitchFamily="34" charset="0"/>
              </a:defRPr>
            </a:lvl9pPr>
          </a:lstStyle>
          <a:p>
            <a:pPr algn="just"/>
            <a:r>
              <a:rPr lang="ru-RU" altLang="zh-CN" sz="3000" b="1" i="1">
                <a:latin typeface="Times New Roman" panose="02020603050405020304" pitchFamily="18" charset="0"/>
                <a:cs typeface="Times New Roman" panose="02020603050405020304" pitchFamily="18" charset="0"/>
              </a:rPr>
              <a:t>Оптимальные решения отсутствуют</a:t>
            </a:r>
          </a:p>
        </p:txBody>
      </p:sp>
      <p:sp>
        <p:nvSpPr>
          <p:cNvPr id="28676" name="Прямоугольник 5">
            <a:extLst>
              <a:ext uri="{FF2B5EF4-FFF2-40B4-BE49-F238E27FC236}">
                <a16:creationId xmlns:a16="http://schemas.microsoft.com/office/drawing/2014/main" id="{0C8B0A6D-D3E5-4996-B1A8-23AE6BE93703}"/>
              </a:ext>
            </a:extLst>
          </p:cNvPr>
          <p:cNvSpPr>
            <a:spLocks noChangeArrowheads="1"/>
          </p:cNvSpPr>
          <p:nvPr/>
        </p:nvSpPr>
        <p:spPr bwMode="auto">
          <a:xfrm>
            <a:off x="-354013" y="1365250"/>
            <a:ext cx="911226"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50850">
              <a:defRPr>
                <a:solidFill>
                  <a:schemeClr val="tx1"/>
                </a:solidFill>
                <a:latin typeface="Calibri" panose="020F0502020204030204" pitchFamily="34" charset="0"/>
              </a:defRPr>
            </a:lvl1pPr>
            <a:lvl2pPr>
              <a:defRPr>
                <a:solidFill>
                  <a:schemeClr val="tx1"/>
                </a:solidFill>
                <a:latin typeface="Calibri" panose="020F0502020204030204" pitchFamily="34" charset="0"/>
              </a:defRPr>
            </a:lvl2pPr>
            <a:lvl3pPr>
              <a:defRPr>
                <a:solidFill>
                  <a:schemeClr val="tx1"/>
                </a:solidFill>
                <a:latin typeface="Calibri" panose="020F0502020204030204" pitchFamily="34" charset="0"/>
              </a:defRPr>
            </a:lvl3pPr>
            <a:lvl4pPr>
              <a:defRPr>
                <a:solidFill>
                  <a:schemeClr val="tx1"/>
                </a:solidFill>
                <a:latin typeface="Calibri" panose="020F0502020204030204" pitchFamily="34" charset="0"/>
              </a:defRPr>
            </a:lvl4pPr>
            <a:lvl5pPr>
              <a:defRPr>
                <a:solidFill>
                  <a:schemeClr val="tx1"/>
                </a:solidFill>
                <a:latin typeface="Calibri" panose="020F0502020204030204" pitchFamily="34" charset="0"/>
              </a:defRPr>
            </a:lvl5pPr>
            <a:lvl6pPr fontAlgn="base">
              <a:spcBef>
                <a:spcPct val="0"/>
              </a:spcBef>
              <a:spcAft>
                <a:spcPct val="0"/>
              </a:spcAft>
              <a:defRPr>
                <a:solidFill>
                  <a:schemeClr val="tx1"/>
                </a:solidFill>
                <a:latin typeface="Calibri" panose="020F0502020204030204" pitchFamily="34" charset="0"/>
              </a:defRPr>
            </a:lvl6pPr>
            <a:lvl7pPr fontAlgn="base">
              <a:spcBef>
                <a:spcPct val="0"/>
              </a:spcBef>
              <a:spcAft>
                <a:spcPct val="0"/>
              </a:spcAft>
              <a:defRPr>
                <a:solidFill>
                  <a:schemeClr val="tx1"/>
                </a:solidFill>
                <a:latin typeface="Calibri" panose="020F0502020204030204" pitchFamily="34" charset="0"/>
              </a:defRPr>
            </a:lvl7pPr>
            <a:lvl8pPr fontAlgn="base">
              <a:spcBef>
                <a:spcPct val="0"/>
              </a:spcBef>
              <a:spcAft>
                <a:spcPct val="0"/>
              </a:spcAft>
              <a:defRPr>
                <a:solidFill>
                  <a:schemeClr val="tx1"/>
                </a:solidFill>
                <a:latin typeface="Calibri" panose="020F0502020204030204" pitchFamily="34" charset="0"/>
              </a:defRPr>
            </a:lvl8pPr>
            <a:lvl9pPr fontAlgn="base">
              <a:spcBef>
                <a:spcPct val="0"/>
              </a:spcBef>
              <a:spcAft>
                <a:spcPct val="0"/>
              </a:spcAft>
              <a:defRPr>
                <a:solidFill>
                  <a:schemeClr val="tx1"/>
                </a:solidFill>
                <a:latin typeface="Calibri" panose="020F0502020204030204" pitchFamily="34" charset="0"/>
              </a:defRPr>
            </a:lvl9pPr>
          </a:lstStyle>
          <a:p>
            <a:pPr algn="just"/>
            <a:r>
              <a:rPr lang="ru-RU" altLang="zh-CN" sz="2800">
                <a:latin typeface="Times New Roman" panose="02020603050405020304" pitchFamily="18" charset="0"/>
                <a:cs typeface="Times New Roman" panose="02020603050405020304" pitchFamily="18" charset="0"/>
              </a:rPr>
              <a:t>1.</a:t>
            </a:r>
          </a:p>
        </p:txBody>
      </p:sp>
      <p:sp>
        <p:nvSpPr>
          <p:cNvPr id="28677" name="Прямоугольник 9">
            <a:extLst>
              <a:ext uri="{FF2B5EF4-FFF2-40B4-BE49-F238E27FC236}">
                <a16:creationId xmlns:a16="http://schemas.microsoft.com/office/drawing/2014/main" id="{C12F6771-8A5C-4C30-B260-25B13457A62D}"/>
              </a:ext>
            </a:extLst>
          </p:cNvPr>
          <p:cNvSpPr>
            <a:spLocks noChangeArrowheads="1"/>
          </p:cNvSpPr>
          <p:nvPr/>
        </p:nvSpPr>
        <p:spPr bwMode="auto">
          <a:xfrm>
            <a:off x="4310063" y="1393825"/>
            <a:ext cx="909637"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50850">
              <a:defRPr>
                <a:solidFill>
                  <a:schemeClr val="tx1"/>
                </a:solidFill>
                <a:latin typeface="Calibri" panose="020F0502020204030204" pitchFamily="34" charset="0"/>
              </a:defRPr>
            </a:lvl1pPr>
            <a:lvl2pPr>
              <a:defRPr>
                <a:solidFill>
                  <a:schemeClr val="tx1"/>
                </a:solidFill>
                <a:latin typeface="Calibri" panose="020F0502020204030204" pitchFamily="34" charset="0"/>
              </a:defRPr>
            </a:lvl2pPr>
            <a:lvl3pPr>
              <a:defRPr>
                <a:solidFill>
                  <a:schemeClr val="tx1"/>
                </a:solidFill>
                <a:latin typeface="Calibri" panose="020F0502020204030204" pitchFamily="34" charset="0"/>
              </a:defRPr>
            </a:lvl3pPr>
            <a:lvl4pPr>
              <a:defRPr>
                <a:solidFill>
                  <a:schemeClr val="tx1"/>
                </a:solidFill>
                <a:latin typeface="Calibri" panose="020F0502020204030204" pitchFamily="34" charset="0"/>
              </a:defRPr>
            </a:lvl4pPr>
            <a:lvl5pPr>
              <a:defRPr>
                <a:solidFill>
                  <a:schemeClr val="tx1"/>
                </a:solidFill>
                <a:latin typeface="Calibri" panose="020F0502020204030204" pitchFamily="34" charset="0"/>
              </a:defRPr>
            </a:lvl5pPr>
            <a:lvl6pPr fontAlgn="base">
              <a:spcBef>
                <a:spcPct val="0"/>
              </a:spcBef>
              <a:spcAft>
                <a:spcPct val="0"/>
              </a:spcAft>
              <a:defRPr>
                <a:solidFill>
                  <a:schemeClr val="tx1"/>
                </a:solidFill>
                <a:latin typeface="Calibri" panose="020F0502020204030204" pitchFamily="34" charset="0"/>
              </a:defRPr>
            </a:lvl6pPr>
            <a:lvl7pPr fontAlgn="base">
              <a:spcBef>
                <a:spcPct val="0"/>
              </a:spcBef>
              <a:spcAft>
                <a:spcPct val="0"/>
              </a:spcAft>
              <a:defRPr>
                <a:solidFill>
                  <a:schemeClr val="tx1"/>
                </a:solidFill>
                <a:latin typeface="Calibri" panose="020F0502020204030204" pitchFamily="34" charset="0"/>
              </a:defRPr>
            </a:lvl7pPr>
            <a:lvl8pPr fontAlgn="base">
              <a:spcBef>
                <a:spcPct val="0"/>
              </a:spcBef>
              <a:spcAft>
                <a:spcPct val="0"/>
              </a:spcAft>
              <a:defRPr>
                <a:solidFill>
                  <a:schemeClr val="tx1"/>
                </a:solidFill>
                <a:latin typeface="Calibri" panose="020F0502020204030204" pitchFamily="34" charset="0"/>
              </a:defRPr>
            </a:lvl8pPr>
            <a:lvl9pPr fontAlgn="base">
              <a:spcBef>
                <a:spcPct val="0"/>
              </a:spcBef>
              <a:spcAft>
                <a:spcPct val="0"/>
              </a:spcAft>
              <a:defRPr>
                <a:solidFill>
                  <a:schemeClr val="tx1"/>
                </a:solidFill>
                <a:latin typeface="Calibri" panose="020F0502020204030204" pitchFamily="34" charset="0"/>
              </a:defRPr>
            </a:lvl9pPr>
          </a:lstStyle>
          <a:p>
            <a:pPr algn="just"/>
            <a:r>
              <a:rPr lang="ru-RU" altLang="zh-CN" sz="2800">
                <a:latin typeface="Times New Roman" panose="02020603050405020304" pitchFamily="18" charset="0"/>
                <a:cs typeface="Times New Roman" panose="02020603050405020304" pitchFamily="18" charset="0"/>
              </a:rPr>
              <a:t>2.</a:t>
            </a:r>
          </a:p>
        </p:txBody>
      </p:sp>
      <p:sp>
        <p:nvSpPr>
          <p:cNvPr id="7" name="Прямоугольник 6">
            <a:extLst>
              <a:ext uri="{FF2B5EF4-FFF2-40B4-BE49-F238E27FC236}">
                <a16:creationId xmlns:a16="http://schemas.microsoft.com/office/drawing/2014/main" id="{A5D588C2-8D23-471C-B765-5C20BFB23B45}"/>
              </a:ext>
            </a:extLst>
          </p:cNvPr>
          <p:cNvSpPr/>
          <p:nvPr/>
        </p:nvSpPr>
        <p:spPr>
          <a:xfrm>
            <a:off x="0" y="44450"/>
            <a:ext cx="9144000" cy="931863"/>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anchor="ctr"/>
          <a:lstStyle/>
          <a:p>
            <a:pPr algn="ctr" fontAlgn="auto"/>
            <a:endParaRPr lang="ru-RU" noProof="1"/>
          </a:p>
        </p:txBody>
      </p:sp>
      <p:sp>
        <p:nvSpPr>
          <p:cNvPr id="28679" name="TextBox 7">
            <a:extLst>
              <a:ext uri="{FF2B5EF4-FFF2-40B4-BE49-F238E27FC236}">
                <a16:creationId xmlns:a16="http://schemas.microsoft.com/office/drawing/2014/main" id="{0FD83797-BCFF-4FFE-8493-0A9CE135C2C3}"/>
              </a:ext>
            </a:extLst>
          </p:cNvPr>
          <p:cNvSpPr txBox="1">
            <a:spLocks noChangeArrowheads="1"/>
          </p:cNvSpPr>
          <p:nvPr/>
        </p:nvSpPr>
        <p:spPr bwMode="auto">
          <a:xfrm>
            <a:off x="349250" y="339725"/>
            <a:ext cx="8445500"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ru-RU" altLang="zh-CN" sz="3200" b="1" dirty="0">
                <a:solidFill>
                  <a:srgbClr val="FF0000"/>
                </a:solidFill>
                <a:latin typeface="Century" panose="02040604050505020304" pitchFamily="18" charset="0"/>
              </a:rPr>
              <a:t>Задача линейного программирования</a:t>
            </a:r>
          </a:p>
        </p:txBody>
      </p:sp>
      <p:sp>
        <p:nvSpPr>
          <p:cNvPr id="2" name="Прямоугольник 1">
            <a:extLst>
              <a:ext uri="{FF2B5EF4-FFF2-40B4-BE49-F238E27FC236}">
                <a16:creationId xmlns:a16="http://schemas.microsoft.com/office/drawing/2014/main" id="{7106E72C-C6A4-49B5-88DC-66785BEB2DAA}"/>
              </a:ext>
            </a:extLst>
          </p:cNvPr>
          <p:cNvSpPr/>
          <p:nvPr/>
        </p:nvSpPr>
        <p:spPr>
          <a:xfrm>
            <a:off x="6350" y="6794500"/>
            <a:ext cx="9144000" cy="2159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ru-RU" noProof="1"/>
          </a:p>
        </p:txBody>
      </p:sp>
    </p:spTree>
  </p:cSld>
  <p:clrMapOvr>
    <a:masterClrMapping/>
  </p:clrMapOvr>
  <p:transition spd="slow">
    <p:push dir="u"/>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D7C3361-5FFD-4912-9252-F4BE49221A84}"/>
              </a:ext>
            </a:extLst>
          </p:cNvPr>
          <p:cNvSpPr>
            <a:spLocks noGrp="1"/>
          </p:cNvSpPr>
          <p:nvPr>
            <p:ph type="title"/>
          </p:nvPr>
        </p:nvSpPr>
        <p:spPr>
          <a:xfrm>
            <a:off x="628650" y="188730"/>
            <a:ext cx="7886700" cy="720060"/>
          </a:xfrm>
        </p:spPr>
        <p:txBody>
          <a:bodyPr/>
          <a:lstStyle/>
          <a:p>
            <a:pPr algn="ctr"/>
            <a:r>
              <a:rPr lang="be-BY" sz="3200" b="1" dirty="0">
                <a:solidFill>
                  <a:srgbClr val="FF0000"/>
                </a:solidFill>
                <a:latin typeface="Century" panose="02040604050505020304" pitchFamily="18" charset="0"/>
                <a:ea typeface="+mn-ea"/>
                <a:cs typeface="+mn-cs"/>
              </a:rPr>
              <a:t>Симплекс-метод</a:t>
            </a:r>
            <a:endParaRPr lang="ru-RU" sz="4000" b="1" dirty="0">
              <a:latin typeface="Century" panose="02040604050505020304" pitchFamily="18" charset="0"/>
            </a:endParaRPr>
          </a:p>
        </p:txBody>
      </p:sp>
      <p:sp>
        <p:nvSpPr>
          <p:cNvPr id="3" name="Объект 2">
            <a:extLst>
              <a:ext uri="{FF2B5EF4-FFF2-40B4-BE49-F238E27FC236}">
                <a16:creationId xmlns:a16="http://schemas.microsoft.com/office/drawing/2014/main" id="{06265F28-CBDE-4F6E-AFC2-6FF4DED54C5A}"/>
              </a:ext>
            </a:extLst>
          </p:cNvPr>
          <p:cNvSpPr>
            <a:spLocks noGrp="1"/>
          </p:cNvSpPr>
          <p:nvPr>
            <p:ph idx="1"/>
          </p:nvPr>
        </p:nvSpPr>
        <p:spPr>
          <a:xfrm>
            <a:off x="628650" y="908790"/>
            <a:ext cx="7886700" cy="5400450"/>
          </a:xfrm>
        </p:spPr>
        <p:txBody>
          <a:bodyPr>
            <a:normAutofit lnSpcReduction="10000"/>
          </a:bodyPr>
          <a:lstStyle/>
          <a:p>
            <a:pPr marL="0" lvl="0" indent="0" defTabSz="914400" fontAlgn="auto">
              <a:lnSpc>
                <a:spcPct val="100000"/>
              </a:lnSpc>
              <a:spcBef>
                <a:spcPts val="0"/>
              </a:spcBef>
              <a:spcAft>
                <a:spcPts val="0"/>
              </a:spcAft>
              <a:buNone/>
            </a:pPr>
            <a:r>
              <a:rPr lang="ru-RU" sz="2200" dirty="0">
                <a:solidFill>
                  <a:prstClr val="black"/>
                </a:solidFill>
                <a:latin typeface="Times New Roman" panose="02020603050405020304" pitchFamily="18" charset="0"/>
                <a:cs typeface="Times New Roman" panose="02020603050405020304" pitchFamily="18" charset="0"/>
              </a:rPr>
              <a:t>Суть этого метода заключается в том, что: </a:t>
            </a:r>
          </a:p>
          <a:p>
            <a:pPr marL="0" lvl="0" indent="0" defTabSz="914400" fontAlgn="auto">
              <a:lnSpc>
                <a:spcPct val="100000"/>
              </a:lnSpc>
              <a:spcBef>
                <a:spcPts val="0"/>
              </a:spcBef>
              <a:spcAft>
                <a:spcPts val="0"/>
              </a:spcAft>
              <a:buNone/>
            </a:pPr>
            <a:endParaRPr lang="en-US" sz="2200" dirty="0">
              <a:solidFill>
                <a:prstClr val="black"/>
              </a:solidFill>
              <a:latin typeface="Times New Roman" panose="02020603050405020304" pitchFamily="18" charset="0"/>
              <a:cs typeface="Times New Roman" panose="02020603050405020304" pitchFamily="18" charset="0"/>
            </a:endParaRPr>
          </a:p>
          <a:p>
            <a:pPr marL="342900" lvl="0" indent="-342900" algn="just" defTabSz="914400" fontAlgn="auto">
              <a:lnSpc>
                <a:spcPct val="100000"/>
              </a:lnSpc>
              <a:spcBef>
                <a:spcPts val="0"/>
              </a:spcBef>
              <a:spcAft>
                <a:spcPts val="0"/>
              </a:spcAft>
            </a:pPr>
            <a:r>
              <a:rPr lang="ru-RU" sz="2200" dirty="0">
                <a:solidFill>
                  <a:prstClr val="black"/>
                </a:solidFill>
                <a:latin typeface="Times New Roman" panose="02020603050405020304" pitchFamily="18" charset="0"/>
                <a:cs typeface="Times New Roman" panose="02020603050405020304" pitchFamily="18" charset="0"/>
              </a:rPr>
              <a:t>вначале получают допустимый вариант, удовлетворяющий всем ограничениям, но необязательно оптимальный (так называемое начальное опорное решение); </a:t>
            </a:r>
            <a:endParaRPr lang="en-US" sz="2200" dirty="0">
              <a:solidFill>
                <a:prstClr val="black"/>
              </a:solidFill>
              <a:latin typeface="Times New Roman" panose="02020603050405020304" pitchFamily="18" charset="0"/>
              <a:cs typeface="Times New Roman" panose="02020603050405020304" pitchFamily="18" charset="0"/>
            </a:endParaRPr>
          </a:p>
          <a:p>
            <a:pPr marL="342900" lvl="0" indent="-342900" algn="just" defTabSz="914400" fontAlgn="auto">
              <a:lnSpc>
                <a:spcPct val="100000"/>
              </a:lnSpc>
              <a:spcBef>
                <a:spcPts val="0"/>
              </a:spcBef>
              <a:spcAft>
                <a:spcPts val="0"/>
              </a:spcAft>
            </a:pPr>
            <a:r>
              <a:rPr lang="ru-RU" sz="2200" dirty="0">
                <a:solidFill>
                  <a:prstClr val="black"/>
                </a:solidFill>
                <a:latin typeface="Times New Roman" panose="02020603050405020304" pitchFamily="18" charset="0"/>
                <a:cs typeface="Times New Roman" panose="02020603050405020304" pitchFamily="18" charset="0"/>
              </a:rPr>
              <a:t>оптимальность достигается последовательным улучшением исходного варианта за определенное число этапов (итераций); </a:t>
            </a:r>
          </a:p>
          <a:p>
            <a:pPr marL="342900" lvl="0" indent="-342900" algn="just" defTabSz="914400" fontAlgn="auto">
              <a:lnSpc>
                <a:spcPct val="100000"/>
              </a:lnSpc>
              <a:spcBef>
                <a:spcPts val="0"/>
              </a:spcBef>
              <a:spcAft>
                <a:spcPts val="0"/>
              </a:spcAft>
            </a:pPr>
            <a:r>
              <a:rPr lang="ru-RU" sz="2200" dirty="0">
                <a:solidFill>
                  <a:prstClr val="black"/>
                </a:solidFill>
                <a:latin typeface="Times New Roman" panose="02020603050405020304" pitchFamily="18" charset="0"/>
                <a:cs typeface="Times New Roman" panose="02020603050405020304" pitchFamily="18" charset="0"/>
              </a:rPr>
              <a:t>нахож­дение начального опорного решения и переход к следующему опорному решению проводятся на основе применения метода </a:t>
            </a:r>
            <a:r>
              <a:rPr lang="ru-RU" sz="2200" dirty="0" err="1">
                <a:solidFill>
                  <a:prstClr val="black"/>
                </a:solidFill>
                <a:latin typeface="Times New Roman" panose="02020603050405020304" pitchFamily="18" charset="0"/>
                <a:cs typeface="Times New Roman" panose="02020603050405020304" pitchFamily="18" charset="0"/>
              </a:rPr>
              <a:t>Жордана</a:t>
            </a:r>
            <a:r>
              <a:rPr lang="ru-RU" sz="2200" dirty="0">
                <a:solidFill>
                  <a:prstClr val="black"/>
                </a:solidFill>
                <a:latin typeface="Times New Roman" panose="02020603050405020304" pitchFamily="18" charset="0"/>
                <a:cs typeface="Times New Roman" panose="02020603050405020304" pitchFamily="18" charset="0"/>
              </a:rPr>
              <a:t>-Гаусса для системы линейных уравнений в канонической форме, в которой должна быть предварительно записана исходная задача линейного программирования; </a:t>
            </a:r>
          </a:p>
          <a:p>
            <a:pPr marL="342900" lvl="0" indent="-342900" algn="just" defTabSz="914400" fontAlgn="auto">
              <a:lnSpc>
                <a:spcPct val="100000"/>
              </a:lnSpc>
              <a:spcBef>
                <a:spcPts val="0"/>
              </a:spcBef>
              <a:spcAft>
                <a:spcPts val="0"/>
              </a:spcAft>
            </a:pPr>
            <a:r>
              <a:rPr lang="ru-RU" sz="2200" dirty="0">
                <a:solidFill>
                  <a:prstClr val="black"/>
                </a:solidFill>
                <a:latin typeface="Times New Roman" panose="02020603050405020304" pitchFamily="18" charset="0"/>
                <a:cs typeface="Times New Roman" panose="02020603050405020304" pitchFamily="18" charset="0"/>
              </a:rPr>
              <a:t>на­правление перехода от одного опорного решения к другому выбирается при этом на основе критерия оптимальности (целевой функции) исходной задачи.</a:t>
            </a:r>
          </a:p>
          <a:p>
            <a:endParaRPr lang="ru-RU" dirty="0"/>
          </a:p>
        </p:txBody>
      </p:sp>
    </p:spTree>
    <p:extLst>
      <p:ext uri="{BB962C8B-B14F-4D97-AF65-F5344CB8AC3E}">
        <p14:creationId xmlns:p14="http://schemas.microsoft.com/office/powerpoint/2010/main" val="4169009308"/>
      </p:ext>
    </p:extLst>
  </p:cSld>
  <p:clrMapOvr>
    <a:masterClrMapping/>
  </p:clrMapOvr>
  <p:transition spd="slow">
    <p:push dir="u"/>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D7C3361-5FFD-4912-9252-F4BE49221A84}"/>
              </a:ext>
            </a:extLst>
          </p:cNvPr>
          <p:cNvSpPr>
            <a:spLocks noGrp="1"/>
          </p:cNvSpPr>
          <p:nvPr>
            <p:ph type="title"/>
          </p:nvPr>
        </p:nvSpPr>
        <p:spPr>
          <a:xfrm>
            <a:off x="628650" y="188730"/>
            <a:ext cx="7886700" cy="720060"/>
          </a:xfrm>
        </p:spPr>
        <p:txBody>
          <a:bodyPr/>
          <a:lstStyle/>
          <a:p>
            <a:pPr algn="ctr"/>
            <a:r>
              <a:rPr lang="be-BY" sz="3200" b="1" dirty="0">
                <a:solidFill>
                  <a:srgbClr val="FF0000"/>
                </a:solidFill>
                <a:latin typeface="Century" panose="02040604050505020304" pitchFamily="18" charset="0"/>
                <a:ea typeface="+mn-ea"/>
                <a:cs typeface="+mn-cs"/>
              </a:rPr>
              <a:t>Симплекс-метод</a:t>
            </a:r>
            <a:endParaRPr lang="ru-RU" sz="4000" b="1" dirty="0">
              <a:latin typeface="Century" panose="02040604050505020304" pitchFamily="18" charset="0"/>
            </a:endParaRPr>
          </a:p>
        </p:txBody>
      </p:sp>
      <p:sp>
        <p:nvSpPr>
          <p:cNvPr id="3" name="Объект 2">
            <a:extLst>
              <a:ext uri="{FF2B5EF4-FFF2-40B4-BE49-F238E27FC236}">
                <a16:creationId xmlns:a16="http://schemas.microsoft.com/office/drawing/2014/main" id="{06265F28-CBDE-4F6E-AFC2-6FF4DED54C5A}"/>
              </a:ext>
            </a:extLst>
          </p:cNvPr>
          <p:cNvSpPr>
            <a:spLocks noGrp="1"/>
          </p:cNvSpPr>
          <p:nvPr>
            <p:ph idx="1"/>
          </p:nvPr>
        </p:nvSpPr>
        <p:spPr>
          <a:xfrm>
            <a:off x="628650" y="908790"/>
            <a:ext cx="7886700" cy="5400450"/>
          </a:xfrm>
        </p:spPr>
        <p:txBody>
          <a:bodyPr>
            <a:normAutofit lnSpcReduction="10000"/>
          </a:bodyPr>
          <a:lstStyle/>
          <a:p>
            <a:pPr marL="18415" marR="36830" lvl="0" indent="450215" algn="just" defTabSz="914400" fontAlgn="auto">
              <a:lnSpc>
                <a:spcPct val="100000"/>
              </a:lnSpc>
              <a:spcBef>
                <a:spcPts val="0"/>
              </a:spcBef>
              <a:spcAft>
                <a:spcPts val="0"/>
              </a:spcAft>
              <a:buNone/>
            </a:pPr>
            <a:r>
              <a:rPr lang="ru-RU" sz="2400" b="1" dirty="0">
                <a:solidFill>
                  <a:prstClr val="black"/>
                </a:solidFill>
                <a:latin typeface="Times New Roman" panose="02020603050405020304" pitchFamily="18" charset="0"/>
                <a:ea typeface="Times New Roman" panose="02020603050405020304" pitchFamily="18" charset="0"/>
              </a:rPr>
              <a:t>Симплекс-метод</a:t>
            </a:r>
            <a:r>
              <a:rPr lang="ru-RU" sz="2400" dirty="0">
                <a:solidFill>
                  <a:prstClr val="black"/>
                </a:solidFill>
                <a:latin typeface="Times New Roman" panose="02020603050405020304" pitchFamily="18" charset="0"/>
                <a:ea typeface="Times New Roman" panose="02020603050405020304" pitchFamily="18" charset="0"/>
              </a:rPr>
              <a:t> основан на следующих свойствах задачи линейного программирования:</a:t>
            </a:r>
          </a:p>
          <a:p>
            <a:pPr marL="342900" lvl="0" indent="-342900" algn="just" defTabSz="914400" fontAlgn="auto">
              <a:lnSpc>
                <a:spcPct val="100000"/>
              </a:lnSpc>
              <a:spcBef>
                <a:spcPts val="0"/>
              </a:spcBef>
              <a:spcAft>
                <a:spcPts val="0"/>
              </a:spcAft>
              <a:buFont typeface="+mj-lt"/>
              <a:buAutoNum type="arabicPeriod"/>
              <a:tabLst>
                <a:tab pos="457200" algn="l"/>
              </a:tabLst>
            </a:pPr>
            <a:r>
              <a:rPr lang="ru-RU" sz="2400" dirty="0">
                <a:solidFill>
                  <a:prstClr val="black"/>
                </a:solidFill>
                <a:latin typeface="Times New Roman" panose="02020603050405020304" pitchFamily="18" charset="0"/>
                <a:ea typeface="Times New Roman" panose="02020603050405020304" pitchFamily="18" charset="0"/>
              </a:rPr>
              <a:t>Не  существует  локального   экстремума,  отличного   от глобального. Другими словами, если экстремум есть, то он единственный.</a:t>
            </a:r>
          </a:p>
          <a:p>
            <a:pPr marL="342900" lvl="0" indent="-342900" algn="just" defTabSz="914400" fontAlgn="auto">
              <a:lnSpc>
                <a:spcPct val="100000"/>
              </a:lnSpc>
              <a:spcBef>
                <a:spcPts val="0"/>
              </a:spcBef>
              <a:spcAft>
                <a:spcPts val="0"/>
              </a:spcAft>
              <a:buFont typeface="+mj-lt"/>
              <a:buAutoNum type="arabicPeriod"/>
              <a:tabLst>
                <a:tab pos="457200" algn="l"/>
              </a:tabLst>
            </a:pPr>
            <a:r>
              <a:rPr lang="ru-RU" sz="2400" dirty="0">
                <a:solidFill>
                  <a:prstClr val="black"/>
                </a:solidFill>
                <a:latin typeface="Times New Roman" panose="02020603050405020304" pitchFamily="18" charset="0"/>
                <a:ea typeface="Times New Roman" panose="02020603050405020304" pitchFamily="18" charset="0"/>
              </a:rPr>
              <a:t>Множество всех планов задачи линейного программирования выпукло.</a:t>
            </a:r>
          </a:p>
          <a:p>
            <a:pPr marL="342900" lvl="0" indent="-342900" algn="just" defTabSz="914400" fontAlgn="auto">
              <a:lnSpc>
                <a:spcPct val="100000"/>
              </a:lnSpc>
              <a:spcBef>
                <a:spcPts val="0"/>
              </a:spcBef>
              <a:spcAft>
                <a:spcPts val="0"/>
              </a:spcAft>
              <a:buFont typeface="+mj-lt"/>
              <a:buAutoNum type="arabicPeriod"/>
              <a:tabLst>
                <a:tab pos="457200" algn="l"/>
              </a:tabLst>
            </a:pPr>
            <a:r>
              <a:rPr lang="ru-RU" sz="2400" dirty="0">
                <a:solidFill>
                  <a:prstClr val="black"/>
                </a:solidFill>
                <a:latin typeface="Times New Roman" panose="02020603050405020304" pitchFamily="18" charset="0"/>
                <a:ea typeface="Times New Roman" panose="02020603050405020304" pitchFamily="18" charset="0"/>
              </a:rPr>
              <a:t>Целевая функция ЗЛП достигает своего максимального (минимального) значения в угловой точке многогранника решений (в его вершине). Если целевая функция принимает свое оптимальное значение более чем в одной угловой точке, то она достигает того же значения в любой точке, являющейся выпуклой линейной комбинацией этих точек.</a:t>
            </a:r>
          </a:p>
          <a:p>
            <a:pPr marL="342900" lvl="0" indent="-342900" algn="just" defTabSz="914400" fontAlgn="auto">
              <a:lnSpc>
                <a:spcPct val="100000"/>
              </a:lnSpc>
              <a:spcBef>
                <a:spcPts val="0"/>
              </a:spcBef>
              <a:spcAft>
                <a:spcPts val="0"/>
              </a:spcAft>
              <a:buFont typeface="+mj-lt"/>
              <a:buAutoNum type="arabicPeriod"/>
              <a:tabLst>
                <a:tab pos="457200" algn="l"/>
              </a:tabLst>
            </a:pPr>
            <a:r>
              <a:rPr lang="ru-RU" sz="2400" dirty="0">
                <a:solidFill>
                  <a:prstClr val="black"/>
                </a:solidFill>
                <a:latin typeface="Times New Roman" panose="02020603050405020304" pitchFamily="18" charset="0"/>
                <a:ea typeface="Times New Roman" panose="02020603050405020304" pitchFamily="18" charset="0"/>
              </a:rPr>
              <a:t>Каждой угловой точке многогранника решений отвечает опорный план ЗЛП.</a:t>
            </a:r>
          </a:p>
          <a:p>
            <a:endParaRPr lang="ru-RU" dirty="0"/>
          </a:p>
        </p:txBody>
      </p:sp>
    </p:spTree>
    <p:extLst>
      <p:ext uri="{BB962C8B-B14F-4D97-AF65-F5344CB8AC3E}">
        <p14:creationId xmlns:p14="http://schemas.microsoft.com/office/powerpoint/2010/main" val="3439950750"/>
      </p:ext>
    </p:extLst>
  </p:cSld>
  <p:clrMapOvr>
    <a:masterClrMapping/>
  </p:clrMapOvr>
  <p:transition spd="slow">
    <p:push dir="u"/>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D7C3361-5FFD-4912-9252-F4BE49221A84}"/>
              </a:ext>
            </a:extLst>
          </p:cNvPr>
          <p:cNvSpPr>
            <a:spLocks noGrp="1"/>
          </p:cNvSpPr>
          <p:nvPr>
            <p:ph type="title"/>
          </p:nvPr>
        </p:nvSpPr>
        <p:spPr>
          <a:xfrm>
            <a:off x="251640" y="188730"/>
            <a:ext cx="8640720" cy="720060"/>
          </a:xfrm>
        </p:spPr>
        <p:txBody>
          <a:bodyPr/>
          <a:lstStyle/>
          <a:p>
            <a:pPr algn="ctr"/>
            <a:r>
              <a:rPr lang="be-BY" sz="3200" b="1" dirty="0">
                <a:solidFill>
                  <a:srgbClr val="FF0000"/>
                </a:solidFill>
                <a:latin typeface="Century" panose="02040604050505020304" pitchFamily="18" charset="0"/>
                <a:ea typeface="+mn-ea"/>
                <a:cs typeface="+mn-cs"/>
              </a:rPr>
              <a:t>Симплекс-метод с естественным базисом</a:t>
            </a:r>
            <a:endParaRPr lang="ru-RU" sz="4000" b="1" dirty="0">
              <a:latin typeface="Century" panose="02040604050505020304" pitchFamily="18" charset="0"/>
            </a:endParaRPr>
          </a:p>
        </p:txBody>
      </p:sp>
      <p:sp>
        <p:nvSpPr>
          <p:cNvPr id="3" name="Объект 2">
            <a:extLst>
              <a:ext uri="{FF2B5EF4-FFF2-40B4-BE49-F238E27FC236}">
                <a16:creationId xmlns:a16="http://schemas.microsoft.com/office/drawing/2014/main" id="{06265F28-CBDE-4F6E-AFC2-6FF4DED54C5A}"/>
              </a:ext>
            </a:extLst>
          </p:cNvPr>
          <p:cNvSpPr>
            <a:spLocks noGrp="1"/>
          </p:cNvSpPr>
          <p:nvPr>
            <p:ph idx="1"/>
          </p:nvPr>
        </p:nvSpPr>
        <p:spPr>
          <a:xfrm>
            <a:off x="628649" y="1124808"/>
            <a:ext cx="7886700" cy="5400450"/>
          </a:xfrm>
        </p:spPr>
        <p:txBody>
          <a:bodyPr>
            <a:normAutofit/>
          </a:bodyPr>
          <a:lstStyle/>
          <a:p>
            <a:pPr marL="0" lvl="0" indent="0" algn="just" defTabSz="914400" fontAlgn="auto">
              <a:lnSpc>
                <a:spcPct val="100000"/>
              </a:lnSpc>
              <a:spcBef>
                <a:spcPts val="0"/>
              </a:spcBef>
              <a:spcAft>
                <a:spcPts val="0"/>
              </a:spcAft>
              <a:buNone/>
            </a:pPr>
            <a:r>
              <a:rPr lang="ru-RU" sz="2400" dirty="0">
                <a:solidFill>
                  <a:prstClr val="black"/>
                </a:solidFill>
                <a:latin typeface="Trebuchet MS"/>
              </a:rPr>
              <a:t>	Для применения этого метода задача линейного программирования должна быть сформулирована в канонической форме, причем матрица системы уравнений должна содержать единичную подматрицу размерностью </a:t>
            </a:r>
            <a:r>
              <a:rPr lang="ru-RU" sz="2400" b="1" i="1" dirty="0" err="1">
                <a:solidFill>
                  <a:prstClr val="black"/>
                </a:solidFill>
                <a:latin typeface="Trebuchet MS"/>
              </a:rPr>
              <a:t>m</a:t>
            </a:r>
            <a:r>
              <a:rPr lang="ru-RU" sz="2400" dirty="0" err="1">
                <a:solidFill>
                  <a:prstClr val="black"/>
                </a:solidFill>
                <a:latin typeface="Trebuchet MS"/>
              </a:rPr>
              <a:t>×</a:t>
            </a:r>
            <a:r>
              <a:rPr lang="ru-RU" sz="2400" b="1" i="1" dirty="0" err="1">
                <a:solidFill>
                  <a:prstClr val="black"/>
                </a:solidFill>
                <a:latin typeface="Trebuchet MS"/>
              </a:rPr>
              <a:t>m</a:t>
            </a:r>
            <a:r>
              <a:rPr lang="ru-RU" sz="2400" dirty="0">
                <a:solidFill>
                  <a:prstClr val="black"/>
                </a:solidFill>
                <a:latin typeface="Trebuchet MS"/>
              </a:rPr>
              <a:t>. </a:t>
            </a:r>
            <a:endParaRPr lang="en-US" sz="2400" dirty="0">
              <a:solidFill>
                <a:prstClr val="black"/>
              </a:solidFill>
              <a:latin typeface="Trebuchet MS"/>
            </a:endParaRPr>
          </a:p>
          <a:p>
            <a:pPr marL="0" lvl="0" indent="0" algn="just" defTabSz="914400" fontAlgn="auto">
              <a:lnSpc>
                <a:spcPct val="100000"/>
              </a:lnSpc>
              <a:spcBef>
                <a:spcPts val="0"/>
              </a:spcBef>
              <a:spcAft>
                <a:spcPts val="0"/>
              </a:spcAft>
              <a:buNone/>
            </a:pPr>
            <a:r>
              <a:rPr lang="ru-RU" sz="2400" dirty="0">
                <a:solidFill>
                  <a:prstClr val="black"/>
                </a:solidFill>
                <a:latin typeface="Trebuchet MS"/>
              </a:rPr>
              <a:t>	В этом случае очевиден начальный опорный план (неотрицательное базисное решение).</a:t>
            </a:r>
          </a:p>
          <a:p>
            <a:pPr marL="0" lvl="0" indent="0" algn="just" defTabSz="914400" fontAlgn="auto">
              <a:lnSpc>
                <a:spcPct val="100000"/>
              </a:lnSpc>
              <a:spcBef>
                <a:spcPts val="0"/>
              </a:spcBef>
              <a:spcAft>
                <a:spcPts val="0"/>
              </a:spcAft>
              <a:buNone/>
            </a:pPr>
            <a:r>
              <a:rPr lang="ru-RU" sz="2400" dirty="0">
                <a:solidFill>
                  <a:prstClr val="black"/>
                </a:solidFill>
                <a:latin typeface="Trebuchet MS"/>
              </a:rPr>
              <a:t>	Для определенности предположим, что первые </a:t>
            </a:r>
            <a:r>
              <a:rPr lang="ru-RU" sz="2400" b="1" i="1" dirty="0">
                <a:solidFill>
                  <a:prstClr val="black"/>
                </a:solidFill>
                <a:latin typeface="Trebuchet MS"/>
              </a:rPr>
              <a:t>т</a:t>
            </a:r>
            <a:r>
              <a:rPr lang="ru-RU" sz="2400" i="1" dirty="0">
                <a:solidFill>
                  <a:prstClr val="black"/>
                </a:solidFill>
                <a:latin typeface="Trebuchet MS"/>
              </a:rPr>
              <a:t> </a:t>
            </a:r>
            <a:r>
              <a:rPr lang="ru-RU" sz="2400" dirty="0">
                <a:solidFill>
                  <a:prstClr val="black"/>
                </a:solidFill>
                <a:latin typeface="Trebuchet MS"/>
              </a:rPr>
              <a:t>векторов матрицы системы составляют единичную матрицу. Тогда первоначальный опорный план: </a:t>
            </a:r>
          </a:p>
          <a:p>
            <a:endParaRPr lang="ru-RU" dirty="0"/>
          </a:p>
        </p:txBody>
      </p:sp>
      <p:pic>
        <p:nvPicPr>
          <p:cNvPr id="4" name="Picture 2">
            <a:extLst>
              <a:ext uri="{FF2B5EF4-FFF2-40B4-BE49-F238E27FC236}">
                <a16:creationId xmlns:a16="http://schemas.microsoft.com/office/drawing/2014/main" id="{C35A3B2A-6534-4255-8B48-B63433A7971F}"/>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180898" y="5373162"/>
            <a:ext cx="2782203" cy="483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020911728"/>
      </p:ext>
    </p:extLst>
  </p:cSld>
  <p:clrMapOvr>
    <a:masterClrMapping/>
  </p:clrMapOvr>
  <p:transition spd="slow">
    <p:push dir="u"/>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D7C3361-5FFD-4912-9252-F4BE49221A84}"/>
              </a:ext>
            </a:extLst>
          </p:cNvPr>
          <p:cNvSpPr>
            <a:spLocks noGrp="1"/>
          </p:cNvSpPr>
          <p:nvPr>
            <p:ph type="title"/>
          </p:nvPr>
        </p:nvSpPr>
        <p:spPr>
          <a:xfrm>
            <a:off x="251640" y="188730"/>
            <a:ext cx="8640720" cy="720060"/>
          </a:xfrm>
        </p:spPr>
        <p:txBody>
          <a:bodyPr/>
          <a:lstStyle/>
          <a:p>
            <a:pPr algn="ctr"/>
            <a:r>
              <a:rPr lang="be-BY" sz="3200" b="1" dirty="0">
                <a:solidFill>
                  <a:srgbClr val="FF0000"/>
                </a:solidFill>
                <a:latin typeface="Century" panose="02040604050505020304" pitchFamily="18" charset="0"/>
                <a:ea typeface="+mn-ea"/>
                <a:cs typeface="+mn-cs"/>
              </a:rPr>
              <a:t>Симплекс-метод с естественным базисом</a:t>
            </a:r>
            <a:endParaRPr lang="ru-RU" sz="4000" b="1" dirty="0">
              <a:latin typeface="Century" panose="02040604050505020304" pitchFamily="18" charset="0"/>
            </a:endParaRPr>
          </a:p>
        </p:txBody>
      </p:sp>
      <p:sp>
        <p:nvSpPr>
          <p:cNvPr id="3" name="Объект 2">
            <a:extLst>
              <a:ext uri="{FF2B5EF4-FFF2-40B4-BE49-F238E27FC236}">
                <a16:creationId xmlns:a16="http://schemas.microsoft.com/office/drawing/2014/main" id="{06265F28-CBDE-4F6E-AFC2-6FF4DED54C5A}"/>
              </a:ext>
            </a:extLst>
          </p:cNvPr>
          <p:cNvSpPr>
            <a:spLocks noGrp="1"/>
          </p:cNvSpPr>
          <p:nvPr>
            <p:ph idx="1"/>
          </p:nvPr>
        </p:nvSpPr>
        <p:spPr>
          <a:xfrm>
            <a:off x="628649" y="1124808"/>
            <a:ext cx="7886700" cy="5400450"/>
          </a:xfrm>
        </p:spPr>
        <p:txBody>
          <a:bodyPr>
            <a:normAutofit/>
          </a:bodyPr>
          <a:lstStyle/>
          <a:p>
            <a:pPr marL="0" lvl="0" indent="0" algn="just" defTabSz="914400" fontAlgn="auto">
              <a:lnSpc>
                <a:spcPct val="100000"/>
              </a:lnSpc>
              <a:spcBef>
                <a:spcPts val="0"/>
              </a:spcBef>
              <a:spcAft>
                <a:spcPts val="0"/>
              </a:spcAft>
              <a:buNone/>
            </a:pPr>
            <a:r>
              <a:rPr lang="ru-RU" sz="2400" dirty="0">
                <a:solidFill>
                  <a:prstClr val="black"/>
                </a:solidFill>
                <a:latin typeface="Trebuchet MS"/>
              </a:rPr>
              <a:t>	Проверка на оптимальность опорного плана проходит с помощью критерия оптимальности, переход к другому опорному плану — с помощью преобразований </a:t>
            </a:r>
            <a:r>
              <a:rPr lang="ru-RU" sz="2400" dirty="0" err="1">
                <a:solidFill>
                  <a:prstClr val="black"/>
                </a:solidFill>
                <a:latin typeface="Trebuchet MS"/>
              </a:rPr>
              <a:t>Жордана</a:t>
            </a:r>
            <a:r>
              <a:rPr lang="ru-RU" sz="2400" dirty="0">
                <a:solidFill>
                  <a:prstClr val="black"/>
                </a:solidFill>
                <a:latin typeface="Trebuchet MS"/>
              </a:rPr>
              <a:t>-Гаусса и с использованием критерия оптимальности.</a:t>
            </a:r>
            <a:endParaRPr lang="en-US" sz="2400" dirty="0">
              <a:solidFill>
                <a:prstClr val="black"/>
              </a:solidFill>
              <a:latin typeface="Trebuchet MS"/>
            </a:endParaRPr>
          </a:p>
          <a:p>
            <a:pPr marL="0" lvl="0" indent="0" algn="just" defTabSz="914400" fontAlgn="auto">
              <a:lnSpc>
                <a:spcPct val="100000"/>
              </a:lnSpc>
              <a:spcBef>
                <a:spcPts val="0"/>
              </a:spcBef>
              <a:spcAft>
                <a:spcPts val="0"/>
              </a:spcAft>
              <a:buNone/>
            </a:pPr>
            <a:endParaRPr lang="ru-RU" sz="2400" dirty="0">
              <a:solidFill>
                <a:prstClr val="black"/>
              </a:solidFill>
              <a:latin typeface="Trebuchet MS"/>
            </a:endParaRPr>
          </a:p>
          <a:p>
            <a:pPr marL="0" lvl="0" indent="0" algn="just" defTabSz="914400" fontAlgn="auto">
              <a:lnSpc>
                <a:spcPct val="100000"/>
              </a:lnSpc>
              <a:spcBef>
                <a:spcPts val="0"/>
              </a:spcBef>
              <a:spcAft>
                <a:spcPts val="0"/>
              </a:spcAft>
              <a:buNone/>
            </a:pPr>
            <a:r>
              <a:rPr lang="ru-RU" sz="2400" dirty="0">
                <a:solidFill>
                  <a:prstClr val="black"/>
                </a:solidFill>
                <a:latin typeface="Trebuchet MS"/>
              </a:rPr>
              <a:t>	Полученный опорный план снова проверяется на оптимальность и т. д. Процесс заканчивается за конечное число шагов, причем на последнем шаге либо выявляется неразрешимость задачи (конечного оптимума нет), либо получаются оптимальный опорный план и соответствующее ему оптимальное значение целевой функции.</a:t>
            </a:r>
          </a:p>
          <a:p>
            <a:endParaRPr lang="ru-RU" dirty="0"/>
          </a:p>
        </p:txBody>
      </p:sp>
    </p:spTree>
    <p:extLst>
      <p:ext uri="{BB962C8B-B14F-4D97-AF65-F5344CB8AC3E}">
        <p14:creationId xmlns:p14="http://schemas.microsoft.com/office/powerpoint/2010/main" val="3680767665"/>
      </p:ext>
    </p:extLst>
  </p:cSld>
  <p:clrMapOvr>
    <a:masterClrMapping/>
  </p:clrMapOvr>
  <p:transition spd="slow">
    <p:push dir="u"/>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D7C3361-5FFD-4912-9252-F4BE49221A84}"/>
              </a:ext>
            </a:extLst>
          </p:cNvPr>
          <p:cNvSpPr>
            <a:spLocks noGrp="1"/>
          </p:cNvSpPr>
          <p:nvPr>
            <p:ph type="title"/>
          </p:nvPr>
        </p:nvSpPr>
        <p:spPr>
          <a:xfrm>
            <a:off x="251640" y="188730"/>
            <a:ext cx="8640720" cy="720060"/>
          </a:xfrm>
        </p:spPr>
        <p:txBody>
          <a:bodyPr/>
          <a:lstStyle/>
          <a:p>
            <a:pPr algn="ctr"/>
            <a:r>
              <a:rPr lang="be-BY" sz="3200" b="1" dirty="0">
                <a:solidFill>
                  <a:srgbClr val="FF0000"/>
                </a:solidFill>
                <a:latin typeface="Century" panose="02040604050505020304" pitchFamily="18" charset="0"/>
                <a:ea typeface="+mn-ea"/>
                <a:cs typeface="+mn-cs"/>
              </a:rPr>
              <a:t>Симплекс-метод с естественным базисом</a:t>
            </a:r>
            <a:endParaRPr lang="ru-RU" sz="4000" b="1" dirty="0">
              <a:latin typeface="Century" panose="02040604050505020304" pitchFamily="18" charset="0"/>
            </a:endParaRPr>
          </a:p>
        </p:txBody>
      </p:sp>
      <p:sp>
        <p:nvSpPr>
          <p:cNvPr id="3" name="Объект 2">
            <a:extLst>
              <a:ext uri="{FF2B5EF4-FFF2-40B4-BE49-F238E27FC236}">
                <a16:creationId xmlns:a16="http://schemas.microsoft.com/office/drawing/2014/main" id="{06265F28-CBDE-4F6E-AFC2-6FF4DED54C5A}"/>
              </a:ext>
            </a:extLst>
          </p:cNvPr>
          <p:cNvSpPr>
            <a:spLocks noGrp="1"/>
          </p:cNvSpPr>
          <p:nvPr>
            <p:ph idx="1"/>
          </p:nvPr>
        </p:nvSpPr>
        <p:spPr>
          <a:xfrm>
            <a:off x="628649" y="1124808"/>
            <a:ext cx="7886700" cy="1351477"/>
          </a:xfrm>
        </p:spPr>
        <p:txBody>
          <a:bodyPr>
            <a:normAutofit/>
          </a:bodyPr>
          <a:lstStyle/>
          <a:p>
            <a:pPr marL="0" lvl="0" indent="0" algn="just" defTabSz="914400" fontAlgn="auto">
              <a:lnSpc>
                <a:spcPct val="100000"/>
              </a:lnSpc>
              <a:spcBef>
                <a:spcPts val="0"/>
              </a:spcBef>
              <a:spcAft>
                <a:spcPts val="0"/>
              </a:spcAft>
              <a:buNone/>
            </a:pPr>
            <a:r>
              <a:rPr lang="ru-RU" sz="2000" dirty="0">
                <a:solidFill>
                  <a:prstClr val="black"/>
                </a:solidFill>
                <a:latin typeface="Trebuchet MS"/>
              </a:rPr>
              <a:t>Признак оптимальности заключается в следующих двух теоремах.</a:t>
            </a:r>
          </a:p>
          <a:p>
            <a:pPr marL="0" lvl="0" indent="0" algn="just" defTabSz="914400" fontAlgn="auto">
              <a:lnSpc>
                <a:spcPct val="100000"/>
              </a:lnSpc>
              <a:spcBef>
                <a:spcPts val="0"/>
              </a:spcBef>
              <a:spcAft>
                <a:spcPts val="0"/>
              </a:spcAft>
              <a:buNone/>
            </a:pPr>
            <a:r>
              <a:rPr lang="ru-RU" sz="2000" b="1" i="1" dirty="0">
                <a:solidFill>
                  <a:prstClr val="black"/>
                </a:solidFill>
                <a:latin typeface="Trebuchet MS"/>
              </a:rPr>
              <a:t>Теорема 1</a:t>
            </a:r>
            <a:r>
              <a:rPr lang="ru-RU" sz="2000" dirty="0">
                <a:solidFill>
                  <a:prstClr val="black"/>
                </a:solidFill>
                <a:latin typeface="Trebuchet MS"/>
              </a:rPr>
              <a:t>. Если для некоторого вектора, не входящего в базис, выполняется условие</a:t>
            </a:r>
          </a:p>
          <a:p>
            <a:endParaRPr lang="ru-RU" dirty="0"/>
          </a:p>
        </p:txBody>
      </p:sp>
      <p:pic>
        <p:nvPicPr>
          <p:cNvPr id="4" name="Picture 2">
            <a:extLst>
              <a:ext uri="{FF2B5EF4-FFF2-40B4-BE49-F238E27FC236}">
                <a16:creationId xmlns:a16="http://schemas.microsoft.com/office/drawing/2014/main" id="{74246C20-1CC7-4636-8E4D-7E8337F42752}"/>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55682" y="2731804"/>
            <a:ext cx="2305133" cy="5087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3">
            <a:extLst>
              <a:ext uri="{FF2B5EF4-FFF2-40B4-BE49-F238E27FC236}">
                <a16:creationId xmlns:a16="http://schemas.microsoft.com/office/drawing/2014/main" id="{C3699314-0246-43B6-B13F-3E7EDCB77421}"/>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851940" y="2448457"/>
            <a:ext cx="1811512" cy="9805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4">
            <a:extLst>
              <a:ext uri="{FF2B5EF4-FFF2-40B4-BE49-F238E27FC236}">
                <a16:creationId xmlns:a16="http://schemas.microsoft.com/office/drawing/2014/main" id="{F637A094-BA20-40ED-A809-FBE77A4129D1}"/>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640755" y="2703976"/>
            <a:ext cx="969297" cy="469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Объект 2">
            <a:extLst>
              <a:ext uri="{FF2B5EF4-FFF2-40B4-BE49-F238E27FC236}">
                <a16:creationId xmlns:a16="http://schemas.microsoft.com/office/drawing/2014/main" id="{E4C9E65A-3C76-47F9-A96C-C3BB16F78EBB}"/>
              </a:ext>
            </a:extLst>
          </p:cNvPr>
          <p:cNvSpPr txBox="1">
            <a:spLocks/>
          </p:cNvSpPr>
          <p:nvPr/>
        </p:nvSpPr>
        <p:spPr>
          <a:xfrm>
            <a:off x="573624" y="3589649"/>
            <a:ext cx="7886700" cy="2791597"/>
          </a:xfrm>
          <a:prstGeom prst="rect">
            <a:avLst/>
          </a:prstGeom>
        </p:spPr>
        <p:txBody>
          <a:bodyPr vert="horz" lIns="91440" tIns="45720" rIns="91440" bIns="45720" rtlCol="0">
            <a:normAutofit fontScale="92500" lnSpcReduction="10000"/>
          </a:bodyPr>
          <a:lstStyle>
            <a:lvl1pPr marL="171450" indent="-171450" algn="l" defTabSz="685800" rtl="0" fontAlgn="base">
              <a:lnSpc>
                <a:spcPct val="90000"/>
              </a:lnSpc>
              <a:spcBef>
                <a:spcPts val="750"/>
              </a:spcBef>
              <a:spcAft>
                <a:spcPct val="0"/>
              </a:spcAft>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fontAlgn="base">
              <a:lnSpc>
                <a:spcPct val="90000"/>
              </a:lnSpc>
              <a:spcBef>
                <a:spcPts val="375"/>
              </a:spcBef>
              <a:spcAft>
                <a:spcPct val="0"/>
              </a:spcAft>
              <a:buFont typeface="Arial" panose="020B0604020202020204" pitchFamily="34" charset="0"/>
              <a:buChar char="•"/>
              <a:defRPr kern="1200">
                <a:solidFill>
                  <a:schemeClr val="tx1"/>
                </a:solidFill>
                <a:latin typeface="+mn-lt"/>
                <a:ea typeface="+mn-ea"/>
                <a:cs typeface="+mn-cs"/>
              </a:defRPr>
            </a:lvl2pPr>
            <a:lvl3pPr marL="857250" indent="-171450" algn="l" defTabSz="685800" rtl="0" fontAlgn="base">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fontAlgn="base">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50" indent="-171450" algn="l" defTabSz="685800" rtl="0" fontAlgn="base">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lvl="0" indent="0" algn="just" defTabSz="914400" fontAlgn="auto">
              <a:lnSpc>
                <a:spcPct val="100000"/>
              </a:lnSpc>
              <a:spcBef>
                <a:spcPts val="0"/>
              </a:spcBef>
              <a:spcAft>
                <a:spcPts val="0"/>
              </a:spcAft>
              <a:buNone/>
            </a:pPr>
            <a:r>
              <a:rPr lang="ru-RU" sz="2200" dirty="0">
                <a:solidFill>
                  <a:prstClr val="black"/>
                </a:solidFill>
                <a:latin typeface="Trebuchet MS"/>
              </a:rPr>
              <a:t>то можно получить новый опорный план, для которого значение целевой функции будет больше исходного; при этом могут быть два случая:</a:t>
            </a:r>
          </a:p>
          <a:p>
            <a:pPr marL="457200" lvl="0" indent="-457200" algn="just" defTabSz="914400" fontAlgn="auto">
              <a:lnSpc>
                <a:spcPct val="100000"/>
              </a:lnSpc>
              <a:spcBef>
                <a:spcPts val="0"/>
              </a:spcBef>
              <a:spcAft>
                <a:spcPts val="0"/>
              </a:spcAft>
              <a:buFont typeface="+mj-lt"/>
              <a:buAutoNum type="arabicPeriod"/>
            </a:pPr>
            <a:r>
              <a:rPr lang="ru-RU" sz="2200" dirty="0">
                <a:solidFill>
                  <a:prstClr val="black"/>
                </a:solidFill>
                <a:latin typeface="Trebuchet MS"/>
              </a:rPr>
              <a:t>если все координаты вектора, подлежащего вводу в базис, </a:t>
            </a:r>
            <a:r>
              <a:rPr lang="ru-RU" sz="2200" dirty="0" err="1">
                <a:solidFill>
                  <a:prstClr val="black"/>
                </a:solidFill>
                <a:latin typeface="Trebuchet MS"/>
              </a:rPr>
              <a:t>неположительны</a:t>
            </a:r>
            <a:r>
              <a:rPr lang="ru-RU" sz="2200" dirty="0">
                <a:solidFill>
                  <a:prstClr val="black"/>
                </a:solidFill>
                <a:latin typeface="Trebuchet MS"/>
              </a:rPr>
              <a:t>, то задача линейного программирования не имеет решения;</a:t>
            </a:r>
          </a:p>
          <a:p>
            <a:pPr marL="457200" lvl="0" indent="-457200" algn="just" defTabSz="914400" fontAlgn="auto">
              <a:lnSpc>
                <a:spcPct val="100000"/>
              </a:lnSpc>
              <a:spcBef>
                <a:spcPts val="0"/>
              </a:spcBef>
              <a:spcAft>
                <a:spcPts val="0"/>
              </a:spcAft>
              <a:buFont typeface="+mj-lt"/>
              <a:buAutoNum type="arabicPeriod"/>
            </a:pPr>
            <a:r>
              <a:rPr lang="ru-RU" sz="2200" dirty="0">
                <a:solidFill>
                  <a:prstClr val="black"/>
                </a:solidFill>
                <a:latin typeface="Trebuchet MS"/>
              </a:rPr>
              <a:t>если имеется хотя бы одна положительная координата у вектора, подлежащего вводу в базис, то можно получить новый опорный план.</a:t>
            </a:r>
          </a:p>
          <a:p>
            <a:endParaRPr lang="ru-RU" dirty="0"/>
          </a:p>
        </p:txBody>
      </p:sp>
    </p:spTree>
    <p:extLst>
      <p:ext uri="{BB962C8B-B14F-4D97-AF65-F5344CB8AC3E}">
        <p14:creationId xmlns:p14="http://schemas.microsoft.com/office/powerpoint/2010/main" val="4193327271"/>
      </p:ext>
    </p:extLst>
  </p:cSld>
  <p:clrMapOvr>
    <a:masterClrMapping/>
  </p:clrMapOvr>
  <p:transition spd="slow">
    <p:push dir="u"/>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D7C3361-5FFD-4912-9252-F4BE49221A84}"/>
              </a:ext>
            </a:extLst>
          </p:cNvPr>
          <p:cNvSpPr>
            <a:spLocks noGrp="1"/>
          </p:cNvSpPr>
          <p:nvPr>
            <p:ph type="title"/>
          </p:nvPr>
        </p:nvSpPr>
        <p:spPr>
          <a:xfrm>
            <a:off x="251640" y="188730"/>
            <a:ext cx="8640720" cy="720060"/>
          </a:xfrm>
        </p:spPr>
        <p:txBody>
          <a:bodyPr/>
          <a:lstStyle/>
          <a:p>
            <a:pPr algn="ctr"/>
            <a:r>
              <a:rPr lang="be-BY" sz="3200" b="1" dirty="0">
                <a:solidFill>
                  <a:srgbClr val="FF0000"/>
                </a:solidFill>
                <a:latin typeface="Century" panose="02040604050505020304" pitchFamily="18" charset="0"/>
                <a:ea typeface="+mn-ea"/>
                <a:cs typeface="+mn-cs"/>
              </a:rPr>
              <a:t>Симплекс-метод с естественным базисом</a:t>
            </a:r>
            <a:endParaRPr lang="ru-RU" sz="4000" b="1" dirty="0">
              <a:latin typeface="Century" panose="02040604050505020304" pitchFamily="18" charset="0"/>
            </a:endParaRPr>
          </a:p>
        </p:txBody>
      </p:sp>
      <p:sp>
        <p:nvSpPr>
          <p:cNvPr id="3" name="Объект 2">
            <a:extLst>
              <a:ext uri="{FF2B5EF4-FFF2-40B4-BE49-F238E27FC236}">
                <a16:creationId xmlns:a16="http://schemas.microsoft.com/office/drawing/2014/main" id="{06265F28-CBDE-4F6E-AFC2-6FF4DED54C5A}"/>
              </a:ext>
            </a:extLst>
          </p:cNvPr>
          <p:cNvSpPr>
            <a:spLocks noGrp="1"/>
          </p:cNvSpPr>
          <p:nvPr>
            <p:ph idx="1"/>
          </p:nvPr>
        </p:nvSpPr>
        <p:spPr>
          <a:xfrm>
            <a:off x="628649" y="1124808"/>
            <a:ext cx="7886700" cy="864071"/>
          </a:xfrm>
        </p:spPr>
        <p:txBody>
          <a:bodyPr>
            <a:normAutofit/>
          </a:bodyPr>
          <a:lstStyle/>
          <a:p>
            <a:pPr marL="0" lvl="0" indent="0" algn="just" defTabSz="914400" fontAlgn="auto">
              <a:lnSpc>
                <a:spcPct val="100000"/>
              </a:lnSpc>
              <a:spcBef>
                <a:spcPts val="0"/>
              </a:spcBef>
              <a:spcAft>
                <a:spcPts val="0"/>
              </a:spcAft>
              <a:buNone/>
            </a:pPr>
            <a:r>
              <a:rPr lang="ru-RU" sz="2400" b="1" i="1" dirty="0">
                <a:solidFill>
                  <a:prstClr val="black"/>
                </a:solidFill>
                <a:latin typeface="Trebuchet MS"/>
              </a:rPr>
              <a:t>Теорема 2</a:t>
            </a:r>
            <a:r>
              <a:rPr lang="ru-RU" sz="2400" dirty="0">
                <a:solidFill>
                  <a:prstClr val="black"/>
                </a:solidFill>
                <a:latin typeface="Trebuchet MS"/>
              </a:rPr>
              <a:t>. Если для всех векторов выполняется условие </a:t>
            </a:r>
          </a:p>
          <a:p>
            <a:endParaRPr lang="ru-RU" dirty="0"/>
          </a:p>
        </p:txBody>
      </p:sp>
      <p:sp>
        <p:nvSpPr>
          <p:cNvPr id="7" name="Объект 2">
            <a:extLst>
              <a:ext uri="{FF2B5EF4-FFF2-40B4-BE49-F238E27FC236}">
                <a16:creationId xmlns:a16="http://schemas.microsoft.com/office/drawing/2014/main" id="{E4C9E65A-3C76-47F9-A96C-C3BB16F78EBB}"/>
              </a:ext>
            </a:extLst>
          </p:cNvPr>
          <p:cNvSpPr txBox="1">
            <a:spLocks/>
          </p:cNvSpPr>
          <p:nvPr/>
        </p:nvSpPr>
        <p:spPr>
          <a:xfrm>
            <a:off x="628649" y="3068970"/>
            <a:ext cx="7886700" cy="2791597"/>
          </a:xfrm>
          <a:prstGeom prst="rect">
            <a:avLst/>
          </a:prstGeom>
        </p:spPr>
        <p:txBody>
          <a:bodyPr vert="horz" lIns="91440" tIns="45720" rIns="91440" bIns="45720" rtlCol="0">
            <a:normAutofit/>
          </a:bodyPr>
          <a:lstStyle>
            <a:lvl1pPr marL="171450" indent="-171450" algn="l" defTabSz="685800" rtl="0" fontAlgn="base">
              <a:lnSpc>
                <a:spcPct val="90000"/>
              </a:lnSpc>
              <a:spcBef>
                <a:spcPts val="750"/>
              </a:spcBef>
              <a:spcAft>
                <a:spcPct val="0"/>
              </a:spcAft>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fontAlgn="base">
              <a:lnSpc>
                <a:spcPct val="90000"/>
              </a:lnSpc>
              <a:spcBef>
                <a:spcPts val="375"/>
              </a:spcBef>
              <a:spcAft>
                <a:spcPct val="0"/>
              </a:spcAft>
              <a:buFont typeface="Arial" panose="020B0604020202020204" pitchFamily="34" charset="0"/>
              <a:buChar char="•"/>
              <a:defRPr kern="1200">
                <a:solidFill>
                  <a:schemeClr val="tx1"/>
                </a:solidFill>
                <a:latin typeface="+mn-lt"/>
                <a:ea typeface="+mn-ea"/>
                <a:cs typeface="+mn-cs"/>
              </a:defRPr>
            </a:lvl2pPr>
            <a:lvl3pPr marL="857250" indent="-171450" algn="l" defTabSz="685800" rtl="0" fontAlgn="base">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fontAlgn="base">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50" indent="-171450" algn="l" defTabSz="685800" rtl="0" fontAlgn="base">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lvl="0" indent="0" algn="just" defTabSz="914400" fontAlgn="auto">
              <a:lnSpc>
                <a:spcPct val="100000"/>
              </a:lnSpc>
              <a:spcBef>
                <a:spcPts val="0"/>
              </a:spcBef>
              <a:spcAft>
                <a:spcPts val="0"/>
              </a:spcAft>
              <a:buNone/>
            </a:pPr>
            <a:r>
              <a:rPr lang="ru-RU" sz="2400" dirty="0">
                <a:solidFill>
                  <a:prstClr val="black"/>
                </a:solidFill>
                <a:latin typeface="Trebuchet MS"/>
              </a:rPr>
              <a:t>то полученный план является оптимальным. </a:t>
            </a:r>
          </a:p>
          <a:p>
            <a:pPr marL="0" lvl="0" indent="0" algn="just" defTabSz="914400" fontAlgn="auto">
              <a:lnSpc>
                <a:spcPct val="100000"/>
              </a:lnSpc>
              <a:spcBef>
                <a:spcPts val="0"/>
              </a:spcBef>
              <a:spcAft>
                <a:spcPts val="0"/>
              </a:spcAft>
              <a:buNone/>
            </a:pPr>
            <a:endParaRPr lang="ru-RU" sz="2400" dirty="0">
              <a:solidFill>
                <a:prstClr val="black"/>
              </a:solidFill>
              <a:latin typeface="Trebuchet MS"/>
            </a:endParaRPr>
          </a:p>
          <a:p>
            <a:pPr marL="0" lvl="0" indent="0" algn="just" defTabSz="914400" fontAlgn="auto">
              <a:lnSpc>
                <a:spcPct val="100000"/>
              </a:lnSpc>
              <a:spcBef>
                <a:spcPts val="0"/>
              </a:spcBef>
              <a:spcAft>
                <a:spcPts val="0"/>
              </a:spcAft>
              <a:buNone/>
            </a:pPr>
            <a:r>
              <a:rPr lang="ru-RU" sz="2400" dirty="0">
                <a:solidFill>
                  <a:prstClr val="black"/>
                </a:solidFill>
                <a:latin typeface="Trebuchet MS"/>
              </a:rPr>
              <a:t>На основании признака оптимальности в базис вводится вектор </a:t>
            </a:r>
            <a:r>
              <a:rPr lang="en-US" sz="2400" b="1" i="1" dirty="0">
                <a:solidFill>
                  <a:prstClr val="black"/>
                </a:solidFill>
                <a:latin typeface="Trebuchet MS"/>
              </a:rPr>
              <a:t>A</a:t>
            </a:r>
            <a:r>
              <a:rPr lang="en-US" sz="2400" b="1" i="1" baseline="-25000" dirty="0">
                <a:solidFill>
                  <a:prstClr val="black"/>
                </a:solidFill>
                <a:latin typeface="Trebuchet MS"/>
              </a:rPr>
              <a:t>k</a:t>
            </a:r>
            <a:r>
              <a:rPr lang="ru-RU" sz="2400" dirty="0">
                <a:solidFill>
                  <a:prstClr val="black"/>
                </a:solidFill>
                <a:latin typeface="Trebuchet MS"/>
              </a:rPr>
              <a:t>,</a:t>
            </a:r>
            <a:r>
              <a:rPr lang="ru-RU" sz="2400" i="1" dirty="0">
                <a:solidFill>
                  <a:prstClr val="black"/>
                </a:solidFill>
                <a:latin typeface="Trebuchet MS"/>
              </a:rPr>
              <a:t> </a:t>
            </a:r>
            <a:r>
              <a:rPr lang="ru-RU" sz="2400" dirty="0">
                <a:solidFill>
                  <a:prstClr val="black"/>
                </a:solidFill>
                <a:latin typeface="Trebuchet MS"/>
              </a:rPr>
              <a:t>давший минимальную отрицательную величину симплекс-разности:</a:t>
            </a:r>
          </a:p>
          <a:p>
            <a:pPr marL="0" lvl="0" indent="0" defTabSz="914400" fontAlgn="auto">
              <a:lnSpc>
                <a:spcPct val="100000"/>
              </a:lnSpc>
              <a:spcBef>
                <a:spcPts val="0"/>
              </a:spcBef>
              <a:spcAft>
                <a:spcPts val="0"/>
              </a:spcAft>
              <a:buNone/>
            </a:pPr>
            <a:endParaRPr lang="ru-RU" sz="2400" dirty="0">
              <a:solidFill>
                <a:prstClr val="black"/>
              </a:solidFill>
              <a:latin typeface="Trebuchet MS"/>
            </a:endParaRPr>
          </a:p>
          <a:p>
            <a:endParaRPr lang="ru-RU" dirty="0"/>
          </a:p>
        </p:txBody>
      </p:sp>
      <p:pic>
        <p:nvPicPr>
          <p:cNvPr id="8" name="Picture 2">
            <a:extLst>
              <a:ext uri="{FF2B5EF4-FFF2-40B4-BE49-F238E27FC236}">
                <a16:creationId xmlns:a16="http://schemas.microsoft.com/office/drawing/2014/main" id="{E94C2B9B-305B-4200-972A-66673E548F72}"/>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259724" y="2204897"/>
            <a:ext cx="2253463" cy="4973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3">
            <a:extLst>
              <a:ext uri="{FF2B5EF4-FFF2-40B4-BE49-F238E27FC236}">
                <a16:creationId xmlns:a16="http://schemas.microsoft.com/office/drawing/2014/main" id="{8FFC62D3-F03E-458D-B186-FD690A02CAA1}"/>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849376" y="5451947"/>
            <a:ext cx="3445245" cy="5624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29659386"/>
      </p:ext>
    </p:extLst>
  </p:cSld>
  <p:clrMapOvr>
    <a:masterClrMapping/>
  </p:clrMapOvr>
  <p:transition spd="slow">
    <p:push dir="u"/>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D7C3361-5FFD-4912-9252-F4BE49221A84}"/>
              </a:ext>
            </a:extLst>
          </p:cNvPr>
          <p:cNvSpPr>
            <a:spLocks noGrp="1"/>
          </p:cNvSpPr>
          <p:nvPr>
            <p:ph type="title"/>
          </p:nvPr>
        </p:nvSpPr>
        <p:spPr>
          <a:xfrm>
            <a:off x="251640" y="188730"/>
            <a:ext cx="8640720" cy="720060"/>
          </a:xfrm>
        </p:spPr>
        <p:txBody>
          <a:bodyPr/>
          <a:lstStyle/>
          <a:p>
            <a:pPr algn="ctr"/>
            <a:r>
              <a:rPr lang="be-BY" sz="3200" b="1" dirty="0">
                <a:solidFill>
                  <a:srgbClr val="FF0000"/>
                </a:solidFill>
                <a:latin typeface="Century" panose="02040604050505020304" pitchFamily="18" charset="0"/>
                <a:ea typeface="+mn-ea"/>
                <a:cs typeface="+mn-cs"/>
              </a:rPr>
              <a:t>Симплекс-метод с естественным базисом</a:t>
            </a:r>
            <a:endParaRPr lang="ru-RU" sz="4000" b="1" dirty="0">
              <a:latin typeface="Century" panose="02040604050505020304" pitchFamily="18" charset="0"/>
            </a:endParaRPr>
          </a:p>
        </p:txBody>
      </p:sp>
      <p:sp>
        <p:nvSpPr>
          <p:cNvPr id="3" name="Объект 2">
            <a:extLst>
              <a:ext uri="{FF2B5EF4-FFF2-40B4-BE49-F238E27FC236}">
                <a16:creationId xmlns:a16="http://schemas.microsoft.com/office/drawing/2014/main" id="{06265F28-CBDE-4F6E-AFC2-6FF4DED54C5A}"/>
              </a:ext>
            </a:extLst>
          </p:cNvPr>
          <p:cNvSpPr>
            <a:spLocks noGrp="1"/>
          </p:cNvSpPr>
          <p:nvPr>
            <p:ph idx="1"/>
          </p:nvPr>
        </p:nvSpPr>
        <p:spPr>
          <a:xfrm>
            <a:off x="628649" y="1124808"/>
            <a:ext cx="7886700" cy="1800150"/>
          </a:xfrm>
        </p:spPr>
        <p:txBody>
          <a:bodyPr>
            <a:normAutofit/>
          </a:bodyPr>
          <a:lstStyle/>
          <a:p>
            <a:pPr marL="0" lvl="0" indent="0" algn="just" defTabSz="914400" fontAlgn="auto">
              <a:lnSpc>
                <a:spcPct val="100000"/>
              </a:lnSpc>
              <a:spcBef>
                <a:spcPts val="0"/>
              </a:spcBef>
              <a:spcAft>
                <a:spcPts val="0"/>
              </a:spcAft>
              <a:buNone/>
            </a:pPr>
            <a:r>
              <a:rPr lang="ru-RU" sz="2400" dirty="0">
                <a:solidFill>
                  <a:prstClr val="black"/>
                </a:solidFill>
                <a:latin typeface="Trebuchet MS"/>
              </a:rPr>
              <a:t>Чтобы выполнялось условие </a:t>
            </a:r>
            <a:r>
              <a:rPr lang="ru-RU" sz="2400" dirty="0" err="1">
                <a:solidFill>
                  <a:prstClr val="black"/>
                </a:solidFill>
                <a:latin typeface="Trebuchet MS"/>
              </a:rPr>
              <a:t>неотрицательности</a:t>
            </a:r>
            <a:r>
              <a:rPr lang="ru-RU" sz="2400" dirty="0">
                <a:solidFill>
                  <a:prstClr val="black"/>
                </a:solidFill>
                <a:latin typeface="Trebuchet MS"/>
              </a:rPr>
              <a:t> значений опорного плана, выводится из базиса вектор </a:t>
            </a:r>
            <a:r>
              <a:rPr lang="en-US" sz="2400" b="1" i="1" dirty="0" err="1">
                <a:solidFill>
                  <a:prstClr val="black"/>
                </a:solidFill>
                <a:latin typeface="Trebuchet MS"/>
              </a:rPr>
              <a:t>A</a:t>
            </a:r>
            <a:r>
              <a:rPr lang="en-US" sz="2400" b="1" i="1" baseline="-25000" dirty="0" err="1">
                <a:solidFill>
                  <a:prstClr val="black"/>
                </a:solidFill>
                <a:latin typeface="Trebuchet MS"/>
              </a:rPr>
              <a:t>r</a:t>
            </a:r>
            <a:r>
              <a:rPr lang="ru-RU" sz="2400" b="1" i="1" baseline="-25000" dirty="0">
                <a:solidFill>
                  <a:prstClr val="black"/>
                </a:solidFill>
                <a:latin typeface="Trebuchet MS"/>
              </a:rPr>
              <a:t> </a:t>
            </a:r>
            <a:r>
              <a:rPr lang="ru-RU" sz="2400" i="1" dirty="0">
                <a:solidFill>
                  <a:prstClr val="black"/>
                </a:solidFill>
                <a:latin typeface="Trebuchet MS"/>
              </a:rPr>
              <a:t>, </a:t>
            </a:r>
            <a:r>
              <a:rPr lang="ru-RU" sz="2400" dirty="0">
                <a:solidFill>
                  <a:prstClr val="black"/>
                </a:solidFill>
                <a:latin typeface="Trebuchet MS"/>
              </a:rPr>
              <a:t>который дает минимальное положительное отношение </a:t>
            </a:r>
          </a:p>
          <a:p>
            <a:endParaRPr lang="ru-RU" dirty="0"/>
          </a:p>
        </p:txBody>
      </p:sp>
      <p:sp>
        <p:nvSpPr>
          <p:cNvPr id="7" name="Объект 2">
            <a:extLst>
              <a:ext uri="{FF2B5EF4-FFF2-40B4-BE49-F238E27FC236}">
                <a16:creationId xmlns:a16="http://schemas.microsoft.com/office/drawing/2014/main" id="{E4C9E65A-3C76-47F9-A96C-C3BB16F78EBB}"/>
              </a:ext>
            </a:extLst>
          </p:cNvPr>
          <p:cNvSpPr txBox="1">
            <a:spLocks/>
          </p:cNvSpPr>
          <p:nvPr/>
        </p:nvSpPr>
        <p:spPr>
          <a:xfrm>
            <a:off x="628650" y="3789030"/>
            <a:ext cx="7886700" cy="2791597"/>
          </a:xfrm>
          <a:prstGeom prst="rect">
            <a:avLst/>
          </a:prstGeom>
        </p:spPr>
        <p:txBody>
          <a:bodyPr vert="horz" lIns="91440" tIns="45720" rIns="91440" bIns="45720" rtlCol="0">
            <a:normAutofit/>
          </a:bodyPr>
          <a:lstStyle>
            <a:lvl1pPr marL="171450" indent="-171450" algn="l" defTabSz="685800" rtl="0" fontAlgn="base">
              <a:lnSpc>
                <a:spcPct val="90000"/>
              </a:lnSpc>
              <a:spcBef>
                <a:spcPts val="750"/>
              </a:spcBef>
              <a:spcAft>
                <a:spcPct val="0"/>
              </a:spcAft>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fontAlgn="base">
              <a:lnSpc>
                <a:spcPct val="90000"/>
              </a:lnSpc>
              <a:spcBef>
                <a:spcPts val="375"/>
              </a:spcBef>
              <a:spcAft>
                <a:spcPct val="0"/>
              </a:spcAft>
              <a:buFont typeface="Arial" panose="020B0604020202020204" pitchFamily="34" charset="0"/>
              <a:buChar char="•"/>
              <a:defRPr kern="1200">
                <a:solidFill>
                  <a:schemeClr val="tx1"/>
                </a:solidFill>
                <a:latin typeface="+mn-lt"/>
                <a:ea typeface="+mn-ea"/>
                <a:cs typeface="+mn-cs"/>
              </a:defRPr>
            </a:lvl2pPr>
            <a:lvl3pPr marL="857250" indent="-171450" algn="l" defTabSz="685800" rtl="0" fontAlgn="base">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fontAlgn="base">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50" indent="-171450" algn="l" defTabSz="685800" rtl="0" fontAlgn="base">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lvl="0" indent="0" algn="just" defTabSz="914400" fontAlgn="auto">
              <a:lnSpc>
                <a:spcPct val="100000"/>
              </a:lnSpc>
              <a:spcBef>
                <a:spcPts val="0"/>
              </a:spcBef>
              <a:spcAft>
                <a:spcPts val="0"/>
              </a:spcAft>
              <a:buNone/>
            </a:pPr>
            <a:r>
              <a:rPr lang="ru-RU" sz="2400" dirty="0">
                <a:solidFill>
                  <a:prstClr val="black"/>
                </a:solidFill>
                <a:latin typeface="Trebuchet MS"/>
              </a:rPr>
              <a:t>то полученный план является оптимальным. </a:t>
            </a:r>
          </a:p>
          <a:p>
            <a:pPr marL="0" lvl="0" indent="0" algn="just" defTabSz="914400" fontAlgn="auto">
              <a:lnSpc>
                <a:spcPct val="100000"/>
              </a:lnSpc>
              <a:spcBef>
                <a:spcPts val="0"/>
              </a:spcBef>
              <a:spcAft>
                <a:spcPts val="0"/>
              </a:spcAft>
              <a:buNone/>
            </a:pPr>
            <a:endParaRPr lang="ru-RU" sz="2400" dirty="0">
              <a:solidFill>
                <a:prstClr val="black"/>
              </a:solidFill>
              <a:latin typeface="Trebuchet MS"/>
            </a:endParaRPr>
          </a:p>
          <a:p>
            <a:pPr marL="0" lvl="0" indent="0" algn="just" defTabSz="914400" fontAlgn="auto">
              <a:lnSpc>
                <a:spcPct val="100000"/>
              </a:lnSpc>
              <a:spcBef>
                <a:spcPts val="0"/>
              </a:spcBef>
              <a:spcAft>
                <a:spcPts val="0"/>
              </a:spcAft>
              <a:buNone/>
            </a:pPr>
            <a:r>
              <a:rPr lang="ru-RU" sz="2400" dirty="0">
                <a:solidFill>
                  <a:prstClr val="black"/>
                </a:solidFill>
                <a:latin typeface="Trebuchet MS"/>
              </a:rPr>
              <a:t>Строка </a:t>
            </a:r>
            <a:r>
              <a:rPr lang="en-US" sz="2400" b="1" i="1" dirty="0" err="1">
                <a:solidFill>
                  <a:prstClr val="black"/>
                </a:solidFill>
                <a:latin typeface="Trebuchet MS"/>
              </a:rPr>
              <a:t>A</a:t>
            </a:r>
            <a:r>
              <a:rPr lang="en-US" sz="2400" b="1" i="1" baseline="-25000" dirty="0" err="1">
                <a:solidFill>
                  <a:prstClr val="black"/>
                </a:solidFill>
                <a:latin typeface="Trebuchet MS"/>
              </a:rPr>
              <a:t>r</a:t>
            </a:r>
            <a:r>
              <a:rPr lang="en-US" sz="2400" i="1" dirty="0">
                <a:solidFill>
                  <a:prstClr val="black"/>
                </a:solidFill>
                <a:latin typeface="Trebuchet MS"/>
              </a:rPr>
              <a:t> </a:t>
            </a:r>
            <a:r>
              <a:rPr lang="ru-RU" sz="2400" dirty="0">
                <a:solidFill>
                  <a:prstClr val="black"/>
                </a:solidFill>
                <a:latin typeface="Trebuchet MS"/>
              </a:rPr>
              <a:t>называется </a:t>
            </a:r>
            <a:r>
              <a:rPr lang="ru-RU" sz="2400" i="1" dirty="0">
                <a:solidFill>
                  <a:prstClr val="black"/>
                </a:solidFill>
                <a:latin typeface="Trebuchet MS"/>
              </a:rPr>
              <a:t>направляющей, </a:t>
            </a:r>
            <a:r>
              <a:rPr lang="ru-RU" sz="2400" dirty="0">
                <a:solidFill>
                  <a:prstClr val="black"/>
                </a:solidFill>
                <a:latin typeface="Trebuchet MS"/>
              </a:rPr>
              <a:t>столбец </a:t>
            </a:r>
            <a:r>
              <a:rPr lang="en-US" sz="2400" b="1" i="1" dirty="0">
                <a:solidFill>
                  <a:prstClr val="black"/>
                </a:solidFill>
                <a:latin typeface="Trebuchet MS"/>
              </a:rPr>
              <a:t>A</a:t>
            </a:r>
            <a:r>
              <a:rPr lang="en-US" sz="2400" b="1" i="1" baseline="-25000" dirty="0">
                <a:solidFill>
                  <a:prstClr val="black"/>
                </a:solidFill>
                <a:latin typeface="Trebuchet MS"/>
              </a:rPr>
              <a:t>k</a:t>
            </a:r>
            <a:r>
              <a:rPr lang="ru-RU" sz="2400" dirty="0">
                <a:solidFill>
                  <a:prstClr val="black"/>
                </a:solidFill>
                <a:latin typeface="Trebuchet MS"/>
              </a:rPr>
              <a:t> и элемент </a:t>
            </a:r>
            <a:r>
              <a:rPr lang="en-US" sz="2400" b="1" i="1" dirty="0">
                <a:solidFill>
                  <a:prstClr val="black"/>
                </a:solidFill>
                <a:latin typeface="Trebuchet MS"/>
              </a:rPr>
              <a:t>a</a:t>
            </a:r>
            <a:r>
              <a:rPr lang="en-US" sz="2400" b="1" i="1" baseline="-25000" dirty="0">
                <a:solidFill>
                  <a:prstClr val="black"/>
                </a:solidFill>
                <a:latin typeface="Trebuchet MS"/>
              </a:rPr>
              <a:t>rk</a:t>
            </a:r>
            <a:r>
              <a:rPr lang="en-US" sz="2400" dirty="0">
                <a:solidFill>
                  <a:prstClr val="black"/>
                </a:solidFill>
                <a:latin typeface="Trebuchet MS"/>
              </a:rPr>
              <a:t> </a:t>
            </a:r>
            <a:r>
              <a:rPr lang="ru-RU" sz="2400" dirty="0">
                <a:solidFill>
                  <a:prstClr val="black"/>
                </a:solidFill>
                <a:latin typeface="Trebuchet MS"/>
              </a:rPr>
              <a:t>— </a:t>
            </a:r>
            <a:r>
              <a:rPr lang="ru-RU" sz="2400" i="1" dirty="0">
                <a:solidFill>
                  <a:prstClr val="black"/>
                </a:solidFill>
                <a:latin typeface="Trebuchet MS"/>
              </a:rPr>
              <a:t>направляющими </a:t>
            </a:r>
            <a:r>
              <a:rPr lang="ru-RU" sz="2400" dirty="0">
                <a:solidFill>
                  <a:prstClr val="black"/>
                </a:solidFill>
                <a:latin typeface="Trebuchet MS"/>
              </a:rPr>
              <a:t>(последний называют также </a:t>
            </a:r>
            <a:r>
              <a:rPr lang="ru-RU" sz="2400" i="1" dirty="0">
                <a:solidFill>
                  <a:prstClr val="black"/>
                </a:solidFill>
                <a:latin typeface="Trebuchet MS"/>
              </a:rPr>
              <a:t>разрешающим </a:t>
            </a:r>
            <a:r>
              <a:rPr lang="ru-RU" sz="2400" dirty="0">
                <a:solidFill>
                  <a:prstClr val="black"/>
                </a:solidFill>
                <a:latin typeface="Trebuchet MS"/>
              </a:rPr>
              <a:t>элементом).</a:t>
            </a:r>
          </a:p>
          <a:p>
            <a:pPr marL="0" lvl="0" indent="0" defTabSz="914400" fontAlgn="auto">
              <a:lnSpc>
                <a:spcPct val="100000"/>
              </a:lnSpc>
              <a:spcBef>
                <a:spcPts val="0"/>
              </a:spcBef>
              <a:spcAft>
                <a:spcPts val="0"/>
              </a:spcAft>
              <a:buNone/>
            </a:pPr>
            <a:endParaRPr lang="ru-RU" sz="2400" dirty="0">
              <a:solidFill>
                <a:prstClr val="black"/>
              </a:solidFill>
              <a:latin typeface="Trebuchet MS"/>
            </a:endParaRPr>
          </a:p>
          <a:p>
            <a:endParaRPr lang="ru-RU" dirty="0"/>
          </a:p>
        </p:txBody>
      </p:sp>
      <p:pic>
        <p:nvPicPr>
          <p:cNvPr id="10" name="Picture 2">
            <a:extLst>
              <a:ext uri="{FF2B5EF4-FFF2-40B4-BE49-F238E27FC236}">
                <a16:creationId xmlns:a16="http://schemas.microsoft.com/office/drawing/2014/main" id="{98176289-E77E-4AA3-AB93-0BD94E1B167B}"/>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27688" y="2811854"/>
            <a:ext cx="2520280" cy="935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Picture 3">
            <a:extLst>
              <a:ext uri="{FF2B5EF4-FFF2-40B4-BE49-F238E27FC236}">
                <a16:creationId xmlns:a16="http://schemas.microsoft.com/office/drawing/2014/main" id="{E5BCB113-338D-454F-A369-7E1843AA4402}"/>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442330" y="3050623"/>
            <a:ext cx="994225" cy="4576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 name="Picture 4">
            <a:extLst>
              <a:ext uri="{FF2B5EF4-FFF2-40B4-BE49-F238E27FC236}">
                <a16:creationId xmlns:a16="http://schemas.microsoft.com/office/drawing/2014/main" id="{B645B38B-4712-4F71-9FFF-140A0A2C705D}"/>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228138" y="3036474"/>
            <a:ext cx="947652" cy="43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455408323"/>
      </p:ext>
    </p:extLst>
  </p:cSld>
  <p:clrMapOvr>
    <a:masterClrMapping/>
  </p:clrMapOvr>
  <p:transition spd="slow">
    <p:push dir="u"/>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D7C3361-5FFD-4912-9252-F4BE49221A84}"/>
              </a:ext>
            </a:extLst>
          </p:cNvPr>
          <p:cNvSpPr>
            <a:spLocks noGrp="1"/>
          </p:cNvSpPr>
          <p:nvPr>
            <p:ph type="title"/>
          </p:nvPr>
        </p:nvSpPr>
        <p:spPr>
          <a:xfrm>
            <a:off x="251640" y="188730"/>
            <a:ext cx="8640720" cy="720060"/>
          </a:xfrm>
        </p:spPr>
        <p:txBody>
          <a:bodyPr/>
          <a:lstStyle/>
          <a:p>
            <a:pPr algn="ctr"/>
            <a:r>
              <a:rPr lang="be-BY" sz="3200" b="1" dirty="0">
                <a:solidFill>
                  <a:srgbClr val="FF0000"/>
                </a:solidFill>
                <a:latin typeface="Century" panose="02040604050505020304" pitchFamily="18" charset="0"/>
                <a:ea typeface="+mn-ea"/>
                <a:cs typeface="+mn-cs"/>
              </a:rPr>
              <a:t>Симплекс-метод с естественным базисом</a:t>
            </a:r>
            <a:endParaRPr lang="ru-RU" sz="4000" b="1" dirty="0">
              <a:latin typeface="Century" panose="02040604050505020304" pitchFamily="18" charset="0"/>
            </a:endParaRPr>
          </a:p>
        </p:txBody>
      </p:sp>
      <p:sp>
        <p:nvSpPr>
          <p:cNvPr id="3" name="Объект 2">
            <a:extLst>
              <a:ext uri="{FF2B5EF4-FFF2-40B4-BE49-F238E27FC236}">
                <a16:creationId xmlns:a16="http://schemas.microsoft.com/office/drawing/2014/main" id="{06265F28-CBDE-4F6E-AFC2-6FF4DED54C5A}"/>
              </a:ext>
            </a:extLst>
          </p:cNvPr>
          <p:cNvSpPr>
            <a:spLocks noGrp="1"/>
          </p:cNvSpPr>
          <p:nvPr>
            <p:ph idx="1"/>
          </p:nvPr>
        </p:nvSpPr>
        <p:spPr>
          <a:xfrm>
            <a:off x="628649" y="1124808"/>
            <a:ext cx="7886700" cy="864072"/>
          </a:xfrm>
        </p:spPr>
        <p:txBody>
          <a:bodyPr>
            <a:normAutofit fontScale="85000" lnSpcReduction="10000"/>
          </a:bodyPr>
          <a:lstStyle/>
          <a:p>
            <a:pPr marL="0" lvl="0" indent="0" algn="just" defTabSz="914400" fontAlgn="auto">
              <a:lnSpc>
                <a:spcPct val="100000"/>
              </a:lnSpc>
              <a:spcBef>
                <a:spcPts val="0"/>
              </a:spcBef>
              <a:spcAft>
                <a:spcPts val="0"/>
              </a:spcAft>
              <a:buNone/>
            </a:pPr>
            <a:r>
              <a:rPr lang="ru-RU" sz="2400" dirty="0">
                <a:solidFill>
                  <a:prstClr val="black"/>
                </a:solidFill>
                <a:latin typeface="Trebuchet MS"/>
              </a:rPr>
              <a:t>Элементы вводимой строки, соответствующей направляющей строке, в новой симплекс-таблице вычисляются по формулам</a:t>
            </a:r>
          </a:p>
          <a:p>
            <a:endParaRPr lang="ru-RU" dirty="0"/>
          </a:p>
        </p:txBody>
      </p:sp>
      <p:sp>
        <p:nvSpPr>
          <p:cNvPr id="7" name="Объект 2">
            <a:extLst>
              <a:ext uri="{FF2B5EF4-FFF2-40B4-BE49-F238E27FC236}">
                <a16:creationId xmlns:a16="http://schemas.microsoft.com/office/drawing/2014/main" id="{E4C9E65A-3C76-47F9-A96C-C3BB16F78EBB}"/>
              </a:ext>
            </a:extLst>
          </p:cNvPr>
          <p:cNvSpPr txBox="1">
            <a:spLocks/>
          </p:cNvSpPr>
          <p:nvPr/>
        </p:nvSpPr>
        <p:spPr>
          <a:xfrm>
            <a:off x="628649" y="2745474"/>
            <a:ext cx="7886700" cy="3240270"/>
          </a:xfrm>
          <a:prstGeom prst="rect">
            <a:avLst/>
          </a:prstGeom>
        </p:spPr>
        <p:txBody>
          <a:bodyPr vert="horz" lIns="91440" tIns="45720" rIns="91440" bIns="45720" rtlCol="0">
            <a:normAutofit/>
          </a:bodyPr>
          <a:lstStyle>
            <a:lvl1pPr marL="171450" indent="-171450" algn="l" defTabSz="685800" rtl="0" fontAlgn="base">
              <a:lnSpc>
                <a:spcPct val="90000"/>
              </a:lnSpc>
              <a:spcBef>
                <a:spcPts val="750"/>
              </a:spcBef>
              <a:spcAft>
                <a:spcPct val="0"/>
              </a:spcAft>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fontAlgn="base">
              <a:lnSpc>
                <a:spcPct val="90000"/>
              </a:lnSpc>
              <a:spcBef>
                <a:spcPts val="375"/>
              </a:spcBef>
              <a:spcAft>
                <a:spcPct val="0"/>
              </a:spcAft>
              <a:buFont typeface="Arial" panose="020B0604020202020204" pitchFamily="34" charset="0"/>
              <a:buChar char="•"/>
              <a:defRPr kern="1200">
                <a:solidFill>
                  <a:schemeClr val="tx1"/>
                </a:solidFill>
                <a:latin typeface="+mn-lt"/>
                <a:ea typeface="+mn-ea"/>
                <a:cs typeface="+mn-cs"/>
              </a:defRPr>
            </a:lvl2pPr>
            <a:lvl3pPr marL="857250" indent="-171450" algn="l" defTabSz="685800" rtl="0" fontAlgn="base">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fontAlgn="base">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50" indent="-171450" algn="l" defTabSz="685800" rtl="0" fontAlgn="base">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lvl="0" indent="0" defTabSz="914400" fontAlgn="auto">
              <a:lnSpc>
                <a:spcPct val="100000"/>
              </a:lnSpc>
              <a:spcBef>
                <a:spcPts val="0"/>
              </a:spcBef>
              <a:spcAft>
                <a:spcPts val="0"/>
              </a:spcAft>
              <a:buNone/>
            </a:pPr>
            <a:r>
              <a:rPr lang="ru-RU" sz="2000" dirty="0">
                <a:solidFill>
                  <a:prstClr val="black"/>
                </a:solidFill>
                <a:latin typeface="Trebuchet MS"/>
              </a:rPr>
              <a:t>а элементы любой  другой </a:t>
            </a:r>
            <a:r>
              <a:rPr lang="en-US" sz="2000" b="1" i="1" dirty="0" err="1">
                <a:solidFill>
                  <a:prstClr val="black"/>
                </a:solidFill>
                <a:latin typeface="Trebuchet MS"/>
              </a:rPr>
              <a:t>i</a:t>
            </a:r>
            <a:r>
              <a:rPr lang="ru-RU" sz="2000" i="1" dirty="0">
                <a:solidFill>
                  <a:prstClr val="black"/>
                </a:solidFill>
                <a:latin typeface="Trebuchet MS"/>
              </a:rPr>
              <a:t>-й  </a:t>
            </a:r>
            <a:r>
              <a:rPr lang="ru-RU" sz="2000" dirty="0">
                <a:solidFill>
                  <a:prstClr val="black"/>
                </a:solidFill>
                <a:latin typeface="Trebuchet MS"/>
              </a:rPr>
              <a:t>строки пересчитываются по формулам:</a:t>
            </a:r>
          </a:p>
          <a:p>
            <a:pPr marL="0" lvl="0" indent="0" defTabSz="914400" fontAlgn="auto">
              <a:lnSpc>
                <a:spcPct val="100000"/>
              </a:lnSpc>
              <a:spcBef>
                <a:spcPts val="0"/>
              </a:spcBef>
              <a:spcAft>
                <a:spcPts val="0"/>
              </a:spcAft>
              <a:buNone/>
            </a:pPr>
            <a:endParaRPr lang="ru-RU" sz="2000" dirty="0">
              <a:solidFill>
                <a:prstClr val="black"/>
              </a:solidFill>
              <a:latin typeface="Trebuchet MS"/>
            </a:endParaRPr>
          </a:p>
          <a:p>
            <a:pPr marL="0" lvl="0" indent="0" defTabSz="914400" fontAlgn="auto">
              <a:lnSpc>
                <a:spcPct val="100000"/>
              </a:lnSpc>
              <a:spcBef>
                <a:spcPts val="0"/>
              </a:spcBef>
              <a:spcAft>
                <a:spcPts val="0"/>
              </a:spcAft>
              <a:buNone/>
            </a:pPr>
            <a:endParaRPr lang="ru-RU" sz="2000" dirty="0">
              <a:solidFill>
                <a:prstClr val="black"/>
              </a:solidFill>
              <a:latin typeface="Trebuchet MS"/>
            </a:endParaRPr>
          </a:p>
          <a:p>
            <a:pPr marL="0" lvl="0" indent="0" defTabSz="914400" fontAlgn="auto">
              <a:lnSpc>
                <a:spcPct val="100000"/>
              </a:lnSpc>
              <a:spcBef>
                <a:spcPts val="0"/>
              </a:spcBef>
              <a:spcAft>
                <a:spcPts val="0"/>
              </a:spcAft>
              <a:buNone/>
            </a:pPr>
            <a:endParaRPr lang="ru-RU" sz="2000" dirty="0">
              <a:solidFill>
                <a:prstClr val="black"/>
              </a:solidFill>
              <a:latin typeface="Trebuchet MS"/>
            </a:endParaRPr>
          </a:p>
          <a:p>
            <a:pPr marL="0" lvl="0" indent="0" defTabSz="914400" fontAlgn="auto">
              <a:lnSpc>
                <a:spcPct val="100000"/>
              </a:lnSpc>
              <a:spcBef>
                <a:spcPts val="0"/>
              </a:spcBef>
              <a:spcAft>
                <a:spcPts val="0"/>
              </a:spcAft>
              <a:buNone/>
            </a:pPr>
            <a:endParaRPr lang="ru-RU" sz="2000" dirty="0">
              <a:solidFill>
                <a:prstClr val="black"/>
              </a:solidFill>
              <a:latin typeface="Trebuchet MS"/>
            </a:endParaRPr>
          </a:p>
          <a:p>
            <a:pPr marL="0" lvl="0" indent="0" defTabSz="914400" fontAlgn="auto">
              <a:lnSpc>
                <a:spcPct val="100000"/>
              </a:lnSpc>
              <a:spcBef>
                <a:spcPts val="0"/>
              </a:spcBef>
              <a:spcAft>
                <a:spcPts val="0"/>
              </a:spcAft>
              <a:buNone/>
            </a:pPr>
            <a:r>
              <a:rPr lang="ru-RU" sz="2000" dirty="0">
                <a:solidFill>
                  <a:prstClr val="black"/>
                </a:solidFill>
                <a:latin typeface="Trebuchet MS"/>
              </a:rPr>
              <a:t>Значения базисных переменных нового опорного плана (показатели графы «план») рассчитываются по формулам:</a:t>
            </a:r>
          </a:p>
          <a:p>
            <a:pPr marL="0" lvl="0" indent="0" defTabSz="914400" fontAlgn="auto">
              <a:lnSpc>
                <a:spcPct val="100000"/>
              </a:lnSpc>
              <a:spcBef>
                <a:spcPts val="0"/>
              </a:spcBef>
              <a:spcAft>
                <a:spcPts val="0"/>
              </a:spcAft>
              <a:buNone/>
            </a:pPr>
            <a:endParaRPr lang="ru-RU" sz="2400" dirty="0">
              <a:solidFill>
                <a:prstClr val="black"/>
              </a:solidFill>
              <a:latin typeface="Trebuchet MS"/>
            </a:endParaRPr>
          </a:p>
          <a:p>
            <a:pPr marL="0" lvl="0" indent="0" defTabSz="914400" fontAlgn="auto">
              <a:lnSpc>
                <a:spcPct val="100000"/>
              </a:lnSpc>
              <a:spcBef>
                <a:spcPts val="0"/>
              </a:spcBef>
              <a:spcAft>
                <a:spcPts val="0"/>
              </a:spcAft>
              <a:buNone/>
            </a:pPr>
            <a:endParaRPr lang="ru-RU" sz="2400" dirty="0">
              <a:solidFill>
                <a:prstClr val="black"/>
              </a:solidFill>
              <a:latin typeface="Trebuchet MS"/>
            </a:endParaRPr>
          </a:p>
          <a:p>
            <a:endParaRPr lang="ru-RU" dirty="0"/>
          </a:p>
        </p:txBody>
      </p:sp>
      <p:pic>
        <p:nvPicPr>
          <p:cNvPr id="8" name="Picture 2">
            <a:extLst>
              <a:ext uri="{FF2B5EF4-FFF2-40B4-BE49-F238E27FC236}">
                <a16:creationId xmlns:a16="http://schemas.microsoft.com/office/drawing/2014/main" id="{02F0595B-F6FC-487F-82BA-81FF554EAE70}"/>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691760" y="1661015"/>
            <a:ext cx="1264781" cy="9524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3">
            <a:extLst>
              <a:ext uri="{FF2B5EF4-FFF2-40B4-BE49-F238E27FC236}">
                <a16:creationId xmlns:a16="http://schemas.microsoft.com/office/drawing/2014/main" id="{54615DA0-CAA8-4900-9705-A1FAF8628978}"/>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211970" y="1893179"/>
            <a:ext cx="974224" cy="4718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 name="Picture 4">
            <a:extLst>
              <a:ext uri="{FF2B5EF4-FFF2-40B4-BE49-F238E27FC236}">
                <a16:creationId xmlns:a16="http://schemas.microsoft.com/office/drawing/2014/main" id="{BB86019E-D660-48F3-B9F1-CF11DB54CCED}"/>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10962" y="3441795"/>
            <a:ext cx="3101008" cy="9700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 name="Picture 5">
            <a:extLst>
              <a:ext uri="{FF2B5EF4-FFF2-40B4-BE49-F238E27FC236}">
                <a16:creationId xmlns:a16="http://schemas.microsoft.com/office/drawing/2014/main" id="{207E813C-3971-4269-9B1C-EACE26BBA42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197931" y="3709386"/>
            <a:ext cx="897808" cy="434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 name="Picture 6">
            <a:extLst>
              <a:ext uri="{FF2B5EF4-FFF2-40B4-BE49-F238E27FC236}">
                <a16:creationId xmlns:a16="http://schemas.microsoft.com/office/drawing/2014/main" id="{2899870E-47A2-49DA-B426-7CBC4E63ACD7}"/>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732180" y="3684212"/>
            <a:ext cx="984488" cy="4531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 name="Прямоугольник 29">
            <a:extLst>
              <a:ext uri="{FF2B5EF4-FFF2-40B4-BE49-F238E27FC236}">
                <a16:creationId xmlns:a16="http://schemas.microsoft.com/office/drawing/2014/main" id="{CAC0EBB8-EC79-49A3-BDFA-37DEEA9CA25E}"/>
              </a:ext>
            </a:extLst>
          </p:cNvPr>
          <p:cNvSpPr/>
          <p:nvPr/>
        </p:nvSpPr>
        <p:spPr>
          <a:xfrm>
            <a:off x="2885118" y="5682257"/>
            <a:ext cx="269626" cy="461665"/>
          </a:xfrm>
          <a:prstGeom prst="rect">
            <a:avLst/>
          </a:prstGeom>
        </p:spPr>
        <p:txBody>
          <a:bodyPr wrap="none">
            <a:spAutoFit/>
          </a:bodyPr>
          <a:lstStyle>
            <a:defPPr>
              <a:defRPr lang="be-BY"/>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ru-RU" sz="2400" dirty="0">
                <a:latin typeface="Times New Roman" panose="02020603050405020304" pitchFamily="18" charset="0"/>
                <a:ea typeface="Times New Roman" panose="02020603050405020304" pitchFamily="18" charset="0"/>
              </a:rPr>
              <a:t>;</a:t>
            </a:r>
            <a:endParaRPr lang="ru-RU" sz="2400" dirty="0"/>
          </a:p>
        </p:txBody>
      </p:sp>
      <p:pic>
        <p:nvPicPr>
          <p:cNvPr id="31" name="Picture 7">
            <a:extLst>
              <a:ext uri="{FF2B5EF4-FFF2-40B4-BE49-F238E27FC236}">
                <a16:creationId xmlns:a16="http://schemas.microsoft.com/office/drawing/2014/main" id="{4C189A99-9EB7-4114-8002-08D39D9C12DA}"/>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262098" y="5511863"/>
            <a:ext cx="1092446" cy="8480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2" name="Прямоугольник 31">
            <a:extLst>
              <a:ext uri="{FF2B5EF4-FFF2-40B4-BE49-F238E27FC236}">
                <a16:creationId xmlns:a16="http://schemas.microsoft.com/office/drawing/2014/main" id="{707AFE4E-7AC1-4FDD-81E8-261BB9A36EE1}"/>
              </a:ext>
            </a:extLst>
          </p:cNvPr>
          <p:cNvSpPr/>
          <p:nvPr/>
        </p:nvSpPr>
        <p:spPr>
          <a:xfrm>
            <a:off x="1401883" y="5686436"/>
            <a:ext cx="697627" cy="461665"/>
          </a:xfrm>
          <a:prstGeom prst="rect">
            <a:avLst/>
          </a:prstGeom>
        </p:spPr>
        <p:txBody>
          <a:bodyPr wrap="square">
            <a:spAutoFit/>
          </a:bodyPr>
          <a:lstStyle>
            <a:defPPr>
              <a:defRPr lang="be-BY"/>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ru-RU" sz="2400" dirty="0"/>
              <a:t>для</a:t>
            </a:r>
          </a:p>
        </p:txBody>
      </p:sp>
      <p:pic>
        <p:nvPicPr>
          <p:cNvPr id="33" name="Picture 8">
            <a:extLst>
              <a:ext uri="{FF2B5EF4-FFF2-40B4-BE49-F238E27FC236}">
                <a16:creationId xmlns:a16="http://schemas.microsoft.com/office/drawing/2014/main" id="{2F4B333B-A00D-4A1C-95D1-B3AFFC65E944}"/>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2206781" y="5747257"/>
            <a:ext cx="797450" cy="3709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4" name="Picture 9">
            <a:extLst>
              <a:ext uri="{FF2B5EF4-FFF2-40B4-BE49-F238E27FC236}">
                <a16:creationId xmlns:a16="http://schemas.microsoft.com/office/drawing/2014/main" id="{8BA78A78-5AD2-4C94-86B7-BFFD7D267209}"/>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3319198" y="5541753"/>
            <a:ext cx="2715866" cy="8902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 name="Прямоугольник 34">
            <a:extLst>
              <a:ext uri="{FF2B5EF4-FFF2-40B4-BE49-F238E27FC236}">
                <a16:creationId xmlns:a16="http://schemas.microsoft.com/office/drawing/2014/main" id="{06A77A12-86AA-4883-8F13-E0C06BB8F86A}"/>
              </a:ext>
            </a:extLst>
          </p:cNvPr>
          <p:cNvSpPr/>
          <p:nvPr/>
        </p:nvSpPr>
        <p:spPr>
          <a:xfrm>
            <a:off x="5997991" y="5802187"/>
            <a:ext cx="338554" cy="369332"/>
          </a:xfrm>
          <a:prstGeom prst="rect">
            <a:avLst/>
          </a:prstGeom>
        </p:spPr>
        <p:txBody>
          <a:bodyPr wrap="none">
            <a:spAutoFit/>
          </a:bodyPr>
          <a:lstStyle>
            <a:defPPr>
              <a:defRPr lang="be-BY"/>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ru-RU" dirty="0"/>
              <a:t>, </a:t>
            </a:r>
          </a:p>
        </p:txBody>
      </p:sp>
      <p:pic>
        <p:nvPicPr>
          <p:cNvPr id="36" name="Picture 6">
            <a:extLst>
              <a:ext uri="{FF2B5EF4-FFF2-40B4-BE49-F238E27FC236}">
                <a16:creationId xmlns:a16="http://schemas.microsoft.com/office/drawing/2014/main" id="{ED2B1A64-8320-4E70-A85B-47101CB7E2B7}"/>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274712" y="5711874"/>
            <a:ext cx="984488" cy="4531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 name="Прямоугольник 36">
            <a:extLst>
              <a:ext uri="{FF2B5EF4-FFF2-40B4-BE49-F238E27FC236}">
                <a16:creationId xmlns:a16="http://schemas.microsoft.com/office/drawing/2014/main" id="{42847616-0A55-475C-86D8-DCDBD71730F2}"/>
              </a:ext>
            </a:extLst>
          </p:cNvPr>
          <p:cNvSpPr/>
          <p:nvPr/>
        </p:nvSpPr>
        <p:spPr>
          <a:xfrm>
            <a:off x="7302091" y="5711874"/>
            <a:ext cx="697627" cy="461665"/>
          </a:xfrm>
          <a:prstGeom prst="rect">
            <a:avLst/>
          </a:prstGeom>
        </p:spPr>
        <p:txBody>
          <a:bodyPr wrap="square">
            <a:spAutoFit/>
          </a:bodyPr>
          <a:lstStyle>
            <a:defPPr>
              <a:defRPr lang="be-BY"/>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ru-RU" sz="2400" dirty="0"/>
              <a:t>для</a:t>
            </a:r>
          </a:p>
        </p:txBody>
      </p:sp>
      <p:pic>
        <p:nvPicPr>
          <p:cNvPr id="38" name="Picture 10">
            <a:extLst>
              <a:ext uri="{FF2B5EF4-FFF2-40B4-BE49-F238E27FC236}">
                <a16:creationId xmlns:a16="http://schemas.microsoft.com/office/drawing/2014/main" id="{4A243A08-82AA-4961-983D-E6441CDA282C}"/>
              </a:ext>
            </a:extLst>
          </p:cNvPr>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7966672" y="5802187"/>
            <a:ext cx="699417" cy="325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993469642"/>
      </p:ext>
    </p:extLst>
  </p:cSld>
  <p:clrMapOvr>
    <a:masterClrMapping/>
  </p:clrMapOvr>
  <p:transition spd="slow">
    <p:push dir="u"/>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D7C3361-5FFD-4912-9252-F4BE49221A84}"/>
              </a:ext>
            </a:extLst>
          </p:cNvPr>
          <p:cNvSpPr>
            <a:spLocks noGrp="1"/>
          </p:cNvSpPr>
          <p:nvPr>
            <p:ph type="title"/>
          </p:nvPr>
        </p:nvSpPr>
        <p:spPr>
          <a:xfrm>
            <a:off x="251640" y="188730"/>
            <a:ext cx="8640720" cy="720060"/>
          </a:xfrm>
        </p:spPr>
        <p:txBody>
          <a:bodyPr/>
          <a:lstStyle/>
          <a:p>
            <a:pPr algn="ctr"/>
            <a:r>
              <a:rPr lang="be-BY" sz="3200" b="1" dirty="0">
                <a:solidFill>
                  <a:srgbClr val="FF0000"/>
                </a:solidFill>
                <a:latin typeface="Century" panose="02040604050505020304" pitchFamily="18" charset="0"/>
                <a:ea typeface="+mn-ea"/>
                <a:cs typeface="+mn-cs"/>
              </a:rPr>
              <a:t>Симплекс-метод с естественным базисом</a:t>
            </a:r>
            <a:endParaRPr lang="ru-RU" sz="4000" b="1" dirty="0">
              <a:latin typeface="Century" panose="02040604050505020304" pitchFamily="18" charset="0"/>
            </a:endParaRPr>
          </a:p>
        </p:txBody>
      </p:sp>
      <p:sp>
        <p:nvSpPr>
          <p:cNvPr id="3" name="Объект 2">
            <a:extLst>
              <a:ext uri="{FF2B5EF4-FFF2-40B4-BE49-F238E27FC236}">
                <a16:creationId xmlns:a16="http://schemas.microsoft.com/office/drawing/2014/main" id="{06265F28-CBDE-4F6E-AFC2-6FF4DED54C5A}"/>
              </a:ext>
            </a:extLst>
          </p:cNvPr>
          <p:cNvSpPr>
            <a:spLocks noGrp="1"/>
          </p:cNvSpPr>
          <p:nvPr>
            <p:ph idx="1"/>
          </p:nvPr>
        </p:nvSpPr>
        <p:spPr>
          <a:xfrm>
            <a:off x="628649" y="1124808"/>
            <a:ext cx="7886700" cy="5328444"/>
          </a:xfrm>
        </p:spPr>
        <p:txBody>
          <a:bodyPr>
            <a:normAutofit/>
          </a:bodyPr>
          <a:lstStyle/>
          <a:p>
            <a:pPr marL="6350" marR="6350" lvl="0" indent="219710" algn="just" defTabSz="914400" fontAlgn="auto">
              <a:lnSpc>
                <a:spcPct val="100000"/>
              </a:lnSpc>
              <a:spcBef>
                <a:spcPts val="0"/>
              </a:spcBef>
              <a:spcAft>
                <a:spcPts val="0"/>
              </a:spcAft>
              <a:buNone/>
            </a:pPr>
            <a:r>
              <a:rPr lang="ru-RU" sz="2400" spc="30" dirty="0">
                <a:solidFill>
                  <a:srgbClr val="000000"/>
                </a:solidFill>
                <a:latin typeface="Times New Roman" panose="02020603050405020304" pitchFamily="18" charset="0"/>
                <a:ea typeface="Times New Roman" panose="02020603050405020304" pitchFamily="18" charset="0"/>
              </a:rPr>
              <a:t>Если наименьшее значение </a:t>
            </a:r>
            <a:r>
              <a:rPr lang="en-US" sz="2400" b="1" i="1" spc="30" dirty="0">
                <a:solidFill>
                  <a:srgbClr val="000000"/>
                </a:solidFill>
                <a:latin typeface="Times New Roman" panose="02020603050405020304" pitchFamily="18" charset="0"/>
                <a:ea typeface="Times New Roman" panose="02020603050405020304" pitchFamily="18" charset="0"/>
              </a:rPr>
              <a:t>Q</a:t>
            </a:r>
            <a:r>
              <a:rPr lang="en-US" sz="2400" spc="30" dirty="0">
                <a:solidFill>
                  <a:srgbClr val="000000"/>
                </a:solidFill>
                <a:latin typeface="Times New Roman" panose="02020603050405020304" pitchFamily="18" charset="0"/>
                <a:ea typeface="Times New Roman" panose="02020603050405020304" pitchFamily="18" charset="0"/>
              </a:rPr>
              <a:t> </a:t>
            </a:r>
            <a:r>
              <a:rPr lang="ru-RU" sz="2400" spc="30" dirty="0">
                <a:solidFill>
                  <a:srgbClr val="000000"/>
                </a:solidFill>
                <a:latin typeface="Times New Roman" panose="02020603050405020304" pitchFamily="18" charset="0"/>
                <a:ea typeface="Times New Roman" panose="02020603050405020304" pitchFamily="18" charset="0"/>
              </a:rPr>
              <a:t>достигается для несколь</a:t>
            </a:r>
            <a:r>
              <a:rPr lang="ru-RU" sz="2400" spc="25" dirty="0">
                <a:solidFill>
                  <a:srgbClr val="000000"/>
                </a:solidFill>
                <a:latin typeface="Times New Roman" panose="02020603050405020304" pitchFamily="18" charset="0"/>
                <a:ea typeface="Times New Roman" panose="02020603050405020304" pitchFamily="18" charset="0"/>
              </a:rPr>
              <a:t>ких базисных векторов, то чтобы исключить возможность </a:t>
            </a:r>
            <a:r>
              <a:rPr lang="ru-RU" sz="2400" spc="35" dirty="0">
                <a:solidFill>
                  <a:srgbClr val="000000"/>
                </a:solidFill>
                <a:latin typeface="Times New Roman" panose="02020603050405020304" pitchFamily="18" charset="0"/>
                <a:ea typeface="Times New Roman" panose="02020603050405020304" pitchFamily="18" charset="0"/>
              </a:rPr>
              <a:t>зацикливания (повторения базиса), можно применить сле</a:t>
            </a:r>
            <a:r>
              <a:rPr lang="ru-RU" sz="2400" spc="30" dirty="0">
                <a:solidFill>
                  <a:srgbClr val="000000"/>
                </a:solidFill>
                <a:latin typeface="Times New Roman" panose="02020603050405020304" pitchFamily="18" charset="0"/>
                <a:ea typeface="Times New Roman" panose="02020603050405020304" pitchFamily="18" charset="0"/>
              </a:rPr>
              <a:t>дующий способ:</a:t>
            </a:r>
            <a:endParaRPr lang="ru-RU" sz="2400" dirty="0">
              <a:solidFill>
                <a:prstClr val="black"/>
              </a:solidFill>
              <a:latin typeface="Times New Roman" panose="02020603050405020304" pitchFamily="18" charset="0"/>
              <a:ea typeface="Times New Roman" panose="02020603050405020304" pitchFamily="18" charset="0"/>
            </a:endParaRPr>
          </a:p>
          <a:p>
            <a:pPr marL="342900" lvl="0" indent="-342900" algn="just" defTabSz="914400" fontAlgn="auto">
              <a:lnSpc>
                <a:spcPct val="100000"/>
              </a:lnSpc>
              <a:spcBef>
                <a:spcPts val="95"/>
              </a:spcBef>
              <a:spcAft>
                <a:spcPts val="0"/>
              </a:spcAft>
              <a:buFont typeface="Symbol" panose="05050102010706020507" pitchFamily="18" charset="2"/>
              <a:buChar char=""/>
            </a:pPr>
            <a:r>
              <a:rPr lang="ru-RU" sz="2400" spc="25" dirty="0">
                <a:solidFill>
                  <a:srgbClr val="000000"/>
                </a:solidFill>
                <a:latin typeface="Times New Roman" panose="02020603050405020304" pitchFamily="18" charset="0"/>
                <a:ea typeface="Times New Roman" panose="02020603050405020304" pitchFamily="18" charset="0"/>
              </a:rPr>
              <a:t>вычисляются частные, полученные от деления всех эле</a:t>
            </a:r>
            <a:r>
              <a:rPr lang="ru-RU" sz="2400" spc="30" dirty="0">
                <a:solidFill>
                  <a:srgbClr val="000000"/>
                </a:solidFill>
                <a:latin typeface="Times New Roman" panose="02020603050405020304" pitchFamily="18" charset="0"/>
                <a:ea typeface="Times New Roman" panose="02020603050405020304" pitchFamily="18" charset="0"/>
              </a:rPr>
              <a:t>ментов строк, давших одинаковое минимальное значение </a:t>
            </a:r>
            <a:r>
              <a:rPr lang="en-US" sz="2400" b="1" i="1" spc="30" dirty="0">
                <a:solidFill>
                  <a:srgbClr val="000000"/>
                </a:solidFill>
                <a:latin typeface="Times New Roman" panose="02020603050405020304" pitchFamily="18" charset="0"/>
                <a:ea typeface="Times New Roman" panose="02020603050405020304" pitchFamily="18" charset="0"/>
              </a:rPr>
              <a:t>Q</a:t>
            </a:r>
            <a:r>
              <a:rPr lang="en-US" sz="2400" spc="30" dirty="0">
                <a:solidFill>
                  <a:srgbClr val="000000"/>
                </a:solidFill>
                <a:latin typeface="Times New Roman" panose="02020603050405020304" pitchFamily="18" charset="0"/>
                <a:ea typeface="Times New Roman" panose="02020603050405020304" pitchFamily="18" charset="0"/>
              </a:rPr>
              <a:t> </a:t>
            </a:r>
            <a:r>
              <a:rPr lang="ru-RU" sz="2400" spc="30" dirty="0">
                <a:solidFill>
                  <a:srgbClr val="000000"/>
                </a:solidFill>
                <a:latin typeface="Times New Roman" panose="02020603050405020304" pitchFamily="18" charset="0"/>
                <a:ea typeface="Times New Roman" panose="02020603050405020304" pitchFamily="18" charset="0"/>
              </a:rPr>
              <a:t> на свои направляющие элементы. </a:t>
            </a:r>
            <a:endParaRPr lang="ru-RU" sz="2400" dirty="0">
              <a:solidFill>
                <a:prstClr val="black"/>
              </a:solidFill>
              <a:latin typeface="Times New Roman" panose="02020603050405020304" pitchFamily="18" charset="0"/>
              <a:ea typeface="Times New Roman" panose="02020603050405020304" pitchFamily="18" charset="0"/>
            </a:endParaRPr>
          </a:p>
          <a:p>
            <a:pPr marL="342900" lvl="0" indent="-342900" algn="just" defTabSz="914400" fontAlgn="auto">
              <a:lnSpc>
                <a:spcPct val="100000"/>
              </a:lnSpc>
              <a:spcBef>
                <a:spcPts val="95"/>
              </a:spcBef>
              <a:spcAft>
                <a:spcPts val="0"/>
              </a:spcAft>
              <a:buFont typeface="Symbol" panose="05050102010706020507" pitchFamily="18" charset="2"/>
              <a:buChar char=""/>
            </a:pPr>
            <a:r>
              <a:rPr lang="ru-RU" sz="2400" spc="30" dirty="0">
                <a:solidFill>
                  <a:srgbClr val="000000"/>
                </a:solidFill>
                <a:latin typeface="Times New Roman" panose="02020603050405020304" pitchFamily="18" charset="0"/>
                <a:ea typeface="Times New Roman" panose="02020603050405020304" pitchFamily="18" charset="0"/>
              </a:rPr>
              <a:t>полученные частные со</a:t>
            </a:r>
            <a:r>
              <a:rPr lang="ru-RU" sz="2400" spc="25" dirty="0">
                <a:solidFill>
                  <a:srgbClr val="000000"/>
                </a:solidFill>
                <a:latin typeface="Times New Roman" panose="02020603050405020304" pitchFamily="18" charset="0"/>
                <a:ea typeface="Times New Roman" panose="02020603050405020304" pitchFamily="18" charset="0"/>
              </a:rPr>
              <a:t>поставляются по столбцам слева направо, при этом учиты</a:t>
            </a:r>
            <a:r>
              <a:rPr lang="ru-RU" sz="2400" spc="30" dirty="0">
                <a:solidFill>
                  <a:srgbClr val="000000"/>
                </a:solidFill>
                <a:latin typeface="Times New Roman" panose="02020603050405020304" pitchFamily="18" charset="0"/>
                <a:ea typeface="Times New Roman" panose="02020603050405020304" pitchFamily="18" charset="0"/>
              </a:rPr>
              <a:t>ваются и нулевые, и отрицательные значения. </a:t>
            </a:r>
            <a:endParaRPr lang="ru-RU" sz="2400" dirty="0">
              <a:solidFill>
                <a:prstClr val="black"/>
              </a:solidFill>
              <a:latin typeface="Times New Roman" panose="02020603050405020304" pitchFamily="18" charset="0"/>
              <a:ea typeface="Times New Roman" panose="02020603050405020304" pitchFamily="18" charset="0"/>
            </a:endParaRPr>
          </a:p>
          <a:p>
            <a:pPr marL="342900" lvl="0" indent="-342900" algn="just" defTabSz="914400" fontAlgn="auto">
              <a:lnSpc>
                <a:spcPct val="100000"/>
              </a:lnSpc>
              <a:spcBef>
                <a:spcPts val="95"/>
              </a:spcBef>
              <a:spcAft>
                <a:spcPts val="0"/>
              </a:spcAft>
              <a:buFont typeface="Symbol" panose="05050102010706020507" pitchFamily="18" charset="2"/>
              <a:buChar char=""/>
            </a:pPr>
            <a:r>
              <a:rPr lang="ru-RU" sz="2400" spc="30" dirty="0">
                <a:solidFill>
                  <a:srgbClr val="000000"/>
                </a:solidFill>
                <a:latin typeface="Times New Roman" panose="02020603050405020304" pitchFamily="18" charset="0"/>
                <a:ea typeface="Times New Roman" panose="02020603050405020304" pitchFamily="18" charset="0"/>
              </a:rPr>
              <a:t>в процессе </a:t>
            </a:r>
            <a:r>
              <a:rPr lang="ru-RU" sz="2400" spc="20" dirty="0">
                <a:solidFill>
                  <a:srgbClr val="000000"/>
                </a:solidFill>
                <a:latin typeface="Times New Roman" panose="02020603050405020304" pitchFamily="18" charset="0"/>
                <a:ea typeface="Times New Roman" panose="02020603050405020304" pitchFamily="18" charset="0"/>
              </a:rPr>
              <a:t>просмотра отбрасываются строки, в которых имеются боль</a:t>
            </a:r>
            <a:r>
              <a:rPr lang="ru-RU" sz="2400" spc="25" dirty="0">
                <a:solidFill>
                  <a:srgbClr val="000000"/>
                </a:solidFill>
                <a:latin typeface="Times New Roman" panose="02020603050405020304" pitchFamily="18" charset="0"/>
                <a:ea typeface="Times New Roman" panose="02020603050405020304" pitchFamily="18" charset="0"/>
              </a:rPr>
              <a:t>шие отношения, и из базиса выводится вектор, соответст</a:t>
            </a:r>
            <a:r>
              <a:rPr lang="ru-RU" sz="2400" spc="30" dirty="0">
                <a:solidFill>
                  <a:srgbClr val="000000"/>
                </a:solidFill>
                <a:latin typeface="Times New Roman" panose="02020603050405020304" pitchFamily="18" charset="0"/>
                <a:ea typeface="Times New Roman" panose="02020603050405020304" pitchFamily="18" charset="0"/>
              </a:rPr>
              <a:t>вующий строке, в которой раньше обнаружится меньшее </a:t>
            </a:r>
            <a:r>
              <a:rPr lang="ru-RU" sz="2400" spc="15" dirty="0">
                <a:solidFill>
                  <a:srgbClr val="000000"/>
                </a:solidFill>
                <a:latin typeface="Times New Roman" panose="02020603050405020304" pitchFamily="18" charset="0"/>
                <a:ea typeface="Times New Roman" panose="02020603050405020304" pitchFamily="18" charset="0"/>
              </a:rPr>
              <a:t>частное.</a:t>
            </a:r>
            <a:endParaRPr lang="ru-RU" sz="2400" dirty="0">
              <a:solidFill>
                <a:prstClr val="black"/>
              </a:solidFill>
              <a:latin typeface="Times New Roman" panose="02020603050405020304" pitchFamily="18" charset="0"/>
              <a:ea typeface="Times New Roman" panose="02020603050405020304" pitchFamily="18" charset="0"/>
            </a:endParaRPr>
          </a:p>
          <a:p>
            <a:endParaRPr lang="ru-RU" dirty="0"/>
          </a:p>
        </p:txBody>
      </p:sp>
    </p:spTree>
    <p:extLst>
      <p:ext uri="{BB962C8B-B14F-4D97-AF65-F5344CB8AC3E}">
        <p14:creationId xmlns:p14="http://schemas.microsoft.com/office/powerpoint/2010/main" val="2388986663"/>
      </p:ext>
    </p:extLst>
  </p:cSld>
  <p:clrMapOvr>
    <a:masterClrMapping/>
  </p:clrMapOvr>
  <p:transition spd="slow">
    <p:push dir="u"/>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D7C3361-5FFD-4912-9252-F4BE49221A84}"/>
              </a:ext>
            </a:extLst>
          </p:cNvPr>
          <p:cNvSpPr>
            <a:spLocks noGrp="1"/>
          </p:cNvSpPr>
          <p:nvPr>
            <p:ph type="title"/>
          </p:nvPr>
        </p:nvSpPr>
        <p:spPr>
          <a:xfrm>
            <a:off x="251640" y="188730"/>
            <a:ext cx="8640720" cy="720060"/>
          </a:xfrm>
        </p:spPr>
        <p:txBody>
          <a:bodyPr/>
          <a:lstStyle/>
          <a:p>
            <a:pPr algn="ctr"/>
            <a:r>
              <a:rPr lang="be-BY" sz="3200" b="1" dirty="0">
                <a:solidFill>
                  <a:srgbClr val="FF0000"/>
                </a:solidFill>
                <a:latin typeface="Century" panose="02040604050505020304" pitchFamily="18" charset="0"/>
                <a:ea typeface="+mn-ea"/>
                <a:cs typeface="+mn-cs"/>
              </a:rPr>
              <a:t>Симплекс-метод</a:t>
            </a:r>
            <a:endParaRPr lang="ru-RU" sz="4000" b="1" dirty="0">
              <a:latin typeface="Century" panose="02040604050505020304" pitchFamily="18" charset="0"/>
            </a:endParaRPr>
          </a:p>
        </p:txBody>
      </p:sp>
      <p:sp>
        <p:nvSpPr>
          <p:cNvPr id="3" name="Объект 2">
            <a:extLst>
              <a:ext uri="{FF2B5EF4-FFF2-40B4-BE49-F238E27FC236}">
                <a16:creationId xmlns:a16="http://schemas.microsoft.com/office/drawing/2014/main" id="{06265F28-CBDE-4F6E-AFC2-6FF4DED54C5A}"/>
              </a:ext>
            </a:extLst>
          </p:cNvPr>
          <p:cNvSpPr>
            <a:spLocks noGrp="1"/>
          </p:cNvSpPr>
          <p:nvPr>
            <p:ph idx="1"/>
          </p:nvPr>
        </p:nvSpPr>
        <p:spPr>
          <a:xfrm>
            <a:off x="628649" y="1124808"/>
            <a:ext cx="7886700" cy="5328444"/>
          </a:xfrm>
        </p:spPr>
        <p:txBody>
          <a:bodyPr>
            <a:normAutofit/>
          </a:bodyPr>
          <a:lstStyle/>
          <a:p>
            <a:pPr marL="0" lvl="0" indent="0" algn="just" defTabSz="914400" fontAlgn="auto">
              <a:lnSpc>
                <a:spcPct val="100000"/>
              </a:lnSpc>
              <a:spcBef>
                <a:spcPts val="0"/>
              </a:spcBef>
              <a:spcAft>
                <a:spcPts val="0"/>
              </a:spcAft>
              <a:buNone/>
            </a:pPr>
            <a:r>
              <a:rPr lang="ru-RU" sz="2400" dirty="0">
                <a:solidFill>
                  <a:prstClr val="black"/>
                </a:solidFill>
                <a:latin typeface="Trebuchet MS"/>
              </a:rPr>
              <a:t>Последовательность действий, выполняемых в симплекс-методе:</a:t>
            </a:r>
          </a:p>
          <a:p>
            <a:pPr marL="457200" lvl="0" indent="-457200" algn="just" defTabSz="914400" fontAlgn="auto">
              <a:lnSpc>
                <a:spcPct val="100000"/>
              </a:lnSpc>
              <a:spcBef>
                <a:spcPts val="0"/>
              </a:spcBef>
              <a:spcAft>
                <a:spcPts val="0"/>
              </a:spcAft>
              <a:buFont typeface="+mj-lt"/>
              <a:buAutoNum type="arabicParenR"/>
            </a:pPr>
            <a:r>
              <a:rPr lang="ru-RU" sz="2400" dirty="0">
                <a:solidFill>
                  <a:prstClr val="black"/>
                </a:solidFill>
                <a:latin typeface="Trebuchet MS"/>
              </a:rPr>
              <a:t>преобразование задачи в стандартную форму;</a:t>
            </a:r>
          </a:p>
          <a:p>
            <a:pPr marL="457200" lvl="0" indent="-457200" algn="just" defTabSz="914400" fontAlgn="auto">
              <a:lnSpc>
                <a:spcPct val="100000"/>
              </a:lnSpc>
              <a:spcBef>
                <a:spcPts val="0"/>
              </a:spcBef>
              <a:spcAft>
                <a:spcPts val="0"/>
              </a:spcAft>
              <a:buFont typeface="+mj-lt"/>
              <a:buAutoNum type="arabicParenR"/>
            </a:pPr>
            <a:r>
              <a:rPr lang="ru-RU" sz="2400" dirty="0">
                <a:solidFill>
                  <a:prstClr val="black"/>
                </a:solidFill>
                <a:latin typeface="Trebuchet MS"/>
              </a:rPr>
              <a:t>находится начальное допустимое базисное решение;</a:t>
            </a:r>
          </a:p>
          <a:p>
            <a:pPr marL="457200" lvl="0" indent="-457200" algn="just" defTabSz="914400" fontAlgn="auto">
              <a:lnSpc>
                <a:spcPct val="100000"/>
              </a:lnSpc>
              <a:spcBef>
                <a:spcPts val="0"/>
              </a:spcBef>
              <a:spcAft>
                <a:spcPts val="0"/>
              </a:spcAft>
              <a:buFont typeface="+mj-lt"/>
              <a:buAutoNum type="arabicParenR"/>
            </a:pPr>
            <a:r>
              <a:rPr lang="ru-RU" sz="2400" dirty="0">
                <a:solidFill>
                  <a:prstClr val="black"/>
                </a:solidFill>
                <a:latin typeface="Trebuchet MS"/>
              </a:rPr>
              <a:t>на основе условия оптимальности определяется вводимая переменная. Если вводимых переменных нет, вычисления заканчиваются;</a:t>
            </a:r>
          </a:p>
          <a:p>
            <a:pPr marL="457200" lvl="0" indent="-457200" algn="just" defTabSz="914400" fontAlgn="auto">
              <a:lnSpc>
                <a:spcPct val="100000"/>
              </a:lnSpc>
              <a:spcBef>
                <a:spcPts val="0"/>
              </a:spcBef>
              <a:spcAft>
                <a:spcPts val="0"/>
              </a:spcAft>
              <a:buFont typeface="+mj-lt"/>
              <a:buAutoNum type="arabicParenR"/>
            </a:pPr>
            <a:r>
              <a:rPr lang="ru-RU" sz="2400" dirty="0">
                <a:solidFill>
                  <a:prstClr val="black"/>
                </a:solidFill>
                <a:latin typeface="Trebuchet MS"/>
              </a:rPr>
              <a:t>на основе условия допустимости выбирается исключаемая переменная;</a:t>
            </a:r>
          </a:p>
          <a:p>
            <a:pPr marL="457200" lvl="0" indent="-457200" algn="just" defTabSz="914400" fontAlgn="auto">
              <a:lnSpc>
                <a:spcPct val="100000"/>
              </a:lnSpc>
              <a:spcBef>
                <a:spcPts val="0"/>
              </a:spcBef>
              <a:spcAft>
                <a:spcPts val="0"/>
              </a:spcAft>
              <a:buFont typeface="+mj-lt"/>
              <a:buAutoNum type="arabicParenR"/>
            </a:pPr>
            <a:r>
              <a:rPr lang="ru-RU" sz="2400" dirty="0">
                <a:solidFill>
                  <a:prstClr val="black"/>
                </a:solidFill>
                <a:latin typeface="Trebuchet MS"/>
              </a:rPr>
              <a:t>методом </a:t>
            </a:r>
            <a:r>
              <a:rPr lang="ru-RU" sz="2400" dirty="0" err="1">
                <a:solidFill>
                  <a:prstClr val="black"/>
                </a:solidFill>
                <a:latin typeface="Trebuchet MS"/>
              </a:rPr>
              <a:t>Жордана</a:t>
            </a:r>
            <a:r>
              <a:rPr lang="ru-RU" sz="2400" dirty="0">
                <a:solidFill>
                  <a:prstClr val="black"/>
                </a:solidFill>
                <a:latin typeface="Trebuchet MS"/>
              </a:rPr>
              <a:t>-Гаусса вычисляется новое базисное решение</a:t>
            </a:r>
            <a:r>
              <a:rPr lang="en-US" sz="2400" dirty="0">
                <a:solidFill>
                  <a:prstClr val="black"/>
                </a:solidFill>
                <a:latin typeface="Trebuchet MS"/>
              </a:rPr>
              <a:t> </a:t>
            </a:r>
            <a:r>
              <a:rPr lang="ru-RU" sz="2400" dirty="0">
                <a:solidFill>
                  <a:prstClr val="black"/>
                </a:solidFill>
                <a:latin typeface="Trebuchet MS"/>
              </a:rPr>
              <a:t>и осуществляется переход к пункту 3.</a:t>
            </a:r>
          </a:p>
          <a:p>
            <a:endParaRPr lang="ru-RU" dirty="0"/>
          </a:p>
        </p:txBody>
      </p:sp>
    </p:spTree>
    <p:extLst>
      <p:ext uri="{BB962C8B-B14F-4D97-AF65-F5344CB8AC3E}">
        <p14:creationId xmlns:p14="http://schemas.microsoft.com/office/powerpoint/2010/main" val="1877911661"/>
      </p:ext>
    </p:extLst>
  </p:cSld>
  <p:clrMapOvr>
    <a:masterClrMapping/>
  </p:clrMapOvr>
  <p:transition spd="slow">
    <p:push dir="u"/>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a:extLst>
              <a:ext uri="{FF2B5EF4-FFF2-40B4-BE49-F238E27FC236}">
                <a16:creationId xmlns:a16="http://schemas.microsoft.com/office/drawing/2014/main" id="{AF6A2377-5816-4DCA-BA68-419A1F68F829}"/>
              </a:ext>
            </a:extLst>
          </p:cNvPr>
          <p:cNvSpPr/>
          <p:nvPr/>
        </p:nvSpPr>
        <p:spPr>
          <a:xfrm>
            <a:off x="258159" y="320427"/>
            <a:ext cx="8627682" cy="523220"/>
          </a:xfrm>
          <a:prstGeom prst="rect">
            <a:avLst/>
          </a:prstGeom>
        </p:spPr>
        <p:txBody>
          <a:bodyPr wrap="square">
            <a:spAutoFit/>
          </a:bodyPr>
          <a:lstStyle>
            <a:defPPr>
              <a:defRPr lang="be-BY"/>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ru-RU" sz="2800" b="1" dirty="0">
                <a:solidFill>
                  <a:srgbClr val="FF0000"/>
                </a:solidFill>
                <a:latin typeface="Century" panose="02040604050505020304" pitchFamily="18" charset="0"/>
              </a:rPr>
              <a:t>Преобразование задачи  в стандартную форму</a:t>
            </a:r>
            <a:endParaRPr lang="be-BY" sz="2800" b="1" dirty="0">
              <a:solidFill>
                <a:srgbClr val="FF0000"/>
              </a:solidFill>
              <a:latin typeface="Century" panose="02040604050505020304" pitchFamily="18" charset="0"/>
            </a:endParaRPr>
          </a:p>
        </p:txBody>
      </p:sp>
      <p:sp>
        <p:nvSpPr>
          <p:cNvPr id="3" name="Прямоугольник 2">
            <a:extLst>
              <a:ext uri="{FF2B5EF4-FFF2-40B4-BE49-F238E27FC236}">
                <a16:creationId xmlns:a16="http://schemas.microsoft.com/office/drawing/2014/main" id="{591C9577-5483-49B7-9A48-8F8D5DC6176E}"/>
              </a:ext>
            </a:extLst>
          </p:cNvPr>
          <p:cNvSpPr/>
          <p:nvPr/>
        </p:nvSpPr>
        <p:spPr>
          <a:xfrm>
            <a:off x="365663" y="1189906"/>
            <a:ext cx="1156086" cy="369332"/>
          </a:xfrm>
          <a:prstGeom prst="rect">
            <a:avLst/>
          </a:prstGeom>
        </p:spPr>
        <p:txBody>
          <a:bodyPr wrap="none">
            <a:spAutoFit/>
          </a:bodyPr>
          <a:lstStyle>
            <a:defPPr>
              <a:defRPr lang="be-BY"/>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be-BY" dirty="0">
                <a:solidFill>
                  <a:srgbClr val="FF0000"/>
                </a:solidFill>
              </a:rPr>
              <a:t>Пример: </a:t>
            </a:r>
          </a:p>
        </p:txBody>
      </p:sp>
      <p:pic>
        <p:nvPicPr>
          <p:cNvPr id="4" name="Рисунок 3">
            <a:extLst>
              <a:ext uri="{FF2B5EF4-FFF2-40B4-BE49-F238E27FC236}">
                <a16:creationId xmlns:a16="http://schemas.microsoft.com/office/drawing/2014/main" id="{02796D88-AF3E-4FEE-9292-9501882071C8}"/>
              </a:ext>
            </a:extLst>
          </p:cNvPr>
          <p:cNvPicPr>
            <a:picLocks noChangeAspect="1" noChangeArrowheads="1"/>
          </p:cNvPicPr>
          <p:nvPr/>
        </p:nvPicPr>
        <p:blipFill>
          <a:blip r:embed="rId2" cstate="hqprint">
            <a:extLst>
              <a:ext uri="{28A0092B-C50C-407E-A947-70E740481C1C}">
                <a14:useLocalDpi xmlns:a14="http://schemas.microsoft.com/office/drawing/2010/main" val="0"/>
              </a:ext>
            </a:extLst>
          </a:blip>
          <a:srcRect/>
          <a:stretch>
            <a:fillRect/>
          </a:stretch>
        </p:blipFill>
        <p:spPr bwMode="auto">
          <a:xfrm>
            <a:off x="2267138" y="1065344"/>
            <a:ext cx="4618951" cy="618455"/>
          </a:xfrm>
          <a:prstGeom prst="rect">
            <a:avLst/>
          </a:prstGeom>
          <a:noFill/>
          <a:extLst>
            <a:ext uri="{909E8E84-426E-40DD-AFC4-6F175D3DCCD1}">
              <a14:hiddenFill xmlns:a14="http://schemas.microsoft.com/office/drawing/2010/main">
                <a:solidFill>
                  <a:srgbClr val="FFFFFF"/>
                </a:solidFill>
              </a14:hiddenFill>
            </a:ext>
          </a:extLst>
        </p:spPr>
      </p:pic>
      <p:pic>
        <p:nvPicPr>
          <p:cNvPr id="5" name="Рисунок 4">
            <a:extLst>
              <a:ext uri="{FF2B5EF4-FFF2-40B4-BE49-F238E27FC236}">
                <a16:creationId xmlns:a16="http://schemas.microsoft.com/office/drawing/2014/main" id="{9D7E7D97-B905-476D-AFBF-EA5B403104CC}"/>
              </a:ext>
            </a:extLst>
          </p:cNvPr>
          <p:cNvPicPr>
            <a:picLocks noChangeAspect="1" noChangeArrowheads="1"/>
          </p:cNvPicPr>
          <p:nvPr/>
        </p:nvPicPr>
        <p:blipFill>
          <a:blip r:embed="rId3" cstate="hqprint">
            <a:extLst>
              <a:ext uri="{28A0092B-C50C-407E-A947-70E740481C1C}">
                <a14:useLocalDpi xmlns:a14="http://schemas.microsoft.com/office/drawing/2010/main" val="0"/>
              </a:ext>
            </a:extLst>
          </a:blip>
          <a:srcRect/>
          <a:stretch>
            <a:fillRect/>
          </a:stretch>
        </p:blipFill>
        <p:spPr bwMode="auto">
          <a:xfrm>
            <a:off x="337016" y="1959183"/>
            <a:ext cx="3701055" cy="2471665"/>
          </a:xfrm>
          <a:prstGeom prst="rect">
            <a:avLst/>
          </a:prstGeom>
          <a:noFill/>
          <a:extLst>
            <a:ext uri="{909E8E84-426E-40DD-AFC4-6F175D3DCCD1}">
              <a14:hiddenFill xmlns:a14="http://schemas.microsoft.com/office/drawing/2010/main">
                <a:solidFill>
                  <a:srgbClr val="FFFFFF"/>
                </a:solidFill>
              </a14:hiddenFill>
            </a:ext>
          </a:extLst>
        </p:spPr>
      </p:pic>
      <p:pic>
        <p:nvPicPr>
          <p:cNvPr id="6" name="Рисунок 5">
            <a:extLst>
              <a:ext uri="{FF2B5EF4-FFF2-40B4-BE49-F238E27FC236}">
                <a16:creationId xmlns:a16="http://schemas.microsoft.com/office/drawing/2014/main" id="{D59CD8C0-DADE-4BC9-B8A5-BE2A2FB23BA6}"/>
              </a:ext>
            </a:extLst>
          </p:cNvPr>
          <p:cNvPicPr>
            <a:picLocks noChangeAspect="1" noChangeArrowheads="1"/>
          </p:cNvPicPr>
          <p:nvPr/>
        </p:nvPicPr>
        <p:blipFill>
          <a:blip r:embed="rId4" cstate="hqprint">
            <a:extLst>
              <a:ext uri="{28A0092B-C50C-407E-A947-70E740481C1C}">
                <a14:useLocalDpi xmlns:a14="http://schemas.microsoft.com/office/drawing/2010/main" val="0"/>
              </a:ext>
            </a:extLst>
          </a:blip>
          <a:srcRect/>
          <a:stretch>
            <a:fillRect/>
          </a:stretch>
        </p:blipFill>
        <p:spPr bwMode="auto">
          <a:xfrm>
            <a:off x="4470119" y="2486050"/>
            <a:ext cx="450452" cy="581834"/>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7">
            <a:extLst>
              <a:ext uri="{FF2B5EF4-FFF2-40B4-BE49-F238E27FC236}">
                <a16:creationId xmlns:a16="http://schemas.microsoft.com/office/drawing/2014/main" id="{4CD61F52-E1BB-48C1-BCB5-3034C8D94F2E}"/>
              </a:ext>
            </a:extLst>
          </p:cNvPr>
          <p:cNvSpPr>
            <a:spLocks noChangeArrowheads="1"/>
          </p:cNvSpPr>
          <p:nvPr/>
        </p:nvSpPr>
        <p:spPr bwMode="auto">
          <a:xfrm>
            <a:off x="4835645" y="2590889"/>
            <a:ext cx="4050196"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defPPr>
              <a:defRPr lang="be-BY"/>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ru-RU" sz="2000" b="0" i="0" u="none" strike="noStrike" cap="none" normalizeH="0" baseline="0" dirty="0">
                <a:ln>
                  <a:noFill/>
                </a:ln>
                <a:solidFill>
                  <a:schemeClr val="tx1"/>
                </a:solidFill>
                <a:effectLst/>
                <a:ea typeface="Times New Roman" pitchFamily="18" charset="0"/>
                <a:cs typeface="Arial" pitchFamily="34" charset="0"/>
              </a:rPr>
              <a:t> - свободная переменная (без ограничений). </a:t>
            </a:r>
            <a:endParaRPr kumimoji="0" lang="ru-RU" sz="2000" b="0" i="0" u="none" strike="noStrike" cap="none" normalizeH="0" baseline="0" dirty="0">
              <a:ln>
                <a:noFill/>
              </a:ln>
              <a:solidFill>
                <a:schemeClr val="tx1"/>
              </a:solidFill>
              <a:effectLst/>
              <a:cs typeface="Arial" pitchFamily="34" charset="0"/>
            </a:endParaRPr>
          </a:p>
        </p:txBody>
      </p:sp>
      <p:sp>
        <p:nvSpPr>
          <p:cNvPr id="8" name="Прямоугольник 7">
            <a:extLst>
              <a:ext uri="{FF2B5EF4-FFF2-40B4-BE49-F238E27FC236}">
                <a16:creationId xmlns:a16="http://schemas.microsoft.com/office/drawing/2014/main" id="{D47F5994-2A63-4A72-B57F-E07ADB1063AA}"/>
              </a:ext>
            </a:extLst>
          </p:cNvPr>
          <p:cNvSpPr/>
          <p:nvPr/>
        </p:nvSpPr>
        <p:spPr>
          <a:xfrm>
            <a:off x="258159" y="4646290"/>
            <a:ext cx="8388424" cy="707886"/>
          </a:xfrm>
          <a:prstGeom prst="rect">
            <a:avLst/>
          </a:prstGeom>
        </p:spPr>
        <p:txBody>
          <a:bodyPr wrap="square">
            <a:spAutoFit/>
          </a:bodyPr>
          <a:lstStyle>
            <a:defPPr>
              <a:defRPr lang="be-BY"/>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r>
              <a:rPr lang="ru-RU" sz="2000" dirty="0"/>
              <a:t>Свободную переменную можно представить как разность двух неотрицательных переменных: </a:t>
            </a:r>
            <a:endParaRPr lang="be-BY" sz="2000" dirty="0"/>
          </a:p>
        </p:txBody>
      </p:sp>
      <p:pic>
        <p:nvPicPr>
          <p:cNvPr id="9" name="Рисунок 8">
            <a:extLst>
              <a:ext uri="{FF2B5EF4-FFF2-40B4-BE49-F238E27FC236}">
                <a16:creationId xmlns:a16="http://schemas.microsoft.com/office/drawing/2014/main" id="{AC9FCAC8-0675-4964-BF2A-CCE5CC56964F}"/>
              </a:ext>
            </a:extLst>
          </p:cNvPr>
          <p:cNvPicPr>
            <a:picLocks noChangeAspect="1" noChangeArrowheads="1"/>
          </p:cNvPicPr>
          <p:nvPr/>
        </p:nvPicPr>
        <p:blipFill>
          <a:blip r:embed="rId5" cstate="hqprint">
            <a:extLst>
              <a:ext uri="{28A0092B-C50C-407E-A947-70E740481C1C}">
                <a14:useLocalDpi xmlns:a14="http://schemas.microsoft.com/office/drawing/2010/main" val="0"/>
              </a:ext>
            </a:extLst>
          </a:blip>
          <a:srcRect/>
          <a:stretch>
            <a:fillRect/>
          </a:stretch>
        </p:blipFill>
        <p:spPr bwMode="auto">
          <a:xfrm>
            <a:off x="2093855" y="5582394"/>
            <a:ext cx="4921037" cy="6617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01921591"/>
      </p:ext>
    </p:extLst>
  </p:cSld>
  <p:clrMapOvr>
    <a:masterClrMapping/>
  </p:clrMapOvr>
  <p:transition spd="slow">
    <p:push dir="u"/>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Рисунок 1">
            <a:extLst>
              <a:ext uri="{FF2B5EF4-FFF2-40B4-BE49-F238E27FC236}">
                <a16:creationId xmlns:a16="http://schemas.microsoft.com/office/drawing/2014/main" id="{09D5CB83-AE4B-4986-92B4-AEB4EC32D0F1}"/>
              </a:ext>
            </a:extLst>
          </p:cNvPr>
          <p:cNvPicPr>
            <a:picLocks noChangeAspect="1" noChangeArrowheads="1"/>
          </p:cNvPicPr>
          <p:nvPr/>
        </p:nvPicPr>
        <p:blipFill>
          <a:blip r:embed="rId2" cstate="hqprint">
            <a:extLst>
              <a:ext uri="{28A0092B-C50C-407E-A947-70E740481C1C}">
                <a14:useLocalDpi xmlns:a14="http://schemas.microsoft.com/office/drawing/2010/main" val="0"/>
              </a:ext>
            </a:extLst>
          </a:blip>
          <a:srcRect/>
          <a:stretch>
            <a:fillRect/>
          </a:stretch>
        </p:blipFill>
        <p:spPr bwMode="auto">
          <a:xfrm>
            <a:off x="3547675" y="3888236"/>
            <a:ext cx="1729819" cy="562924"/>
          </a:xfrm>
          <a:prstGeom prst="rect">
            <a:avLst/>
          </a:prstGeom>
          <a:noFill/>
          <a:extLst>
            <a:ext uri="{909E8E84-426E-40DD-AFC4-6F175D3DCCD1}">
              <a14:hiddenFill xmlns:a14="http://schemas.microsoft.com/office/drawing/2010/main">
                <a:solidFill>
                  <a:srgbClr val="FFFFFF"/>
                </a:solidFill>
              </a14:hiddenFill>
            </a:ext>
          </a:extLst>
        </p:spPr>
      </p:pic>
      <p:pic>
        <p:nvPicPr>
          <p:cNvPr id="3" name="Рисунок 2">
            <a:extLst>
              <a:ext uri="{FF2B5EF4-FFF2-40B4-BE49-F238E27FC236}">
                <a16:creationId xmlns:a16="http://schemas.microsoft.com/office/drawing/2014/main" id="{F1A3648E-5419-44CF-AB48-A27B438683F3}"/>
              </a:ext>
            </a:extLst>
          </p:cNvPr>
          <p:cNvPicPr>
            <a:picLocks noChangeAspect="1" noChangeArrowheads="1"/>
          </p:cNvPicPr>
          <p:nvPr/>
        </p:nvPicPr>
        <p:blipFill>
          <a:blip r:embed="rId3" cstate="hqprint">
            <a:extLst>
              <a:ext uri="{28A0092B-C50C-407E-A947-70E740481C1C}">
                <a14:useLocalDpi xmlns:a14="http://schemas.microsoft.com/office/drawing/2010/main" val="0"/>
              </a:ext>
            </a:extLst>
          </a:blip>
          <a:srcRect/>
          <a:stretch>
            <a:fillRect/>
          </a:stretch>
        </p:blipFill>
        <p:spPr bwMode="auto">
          <a:xfrm>
            <a:off x="6074217" y="3881666"/>
            <a:ext cx="1446422" cy="576064"/>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7DEB2FD5-360C-482C-B60A-09D9ACF68903}"/>
              </a:ext>
            </a:extLst>
          </p:cNvPr>
          <p:cNvSpPr>
            <a:spLocks noChangeArrowheads="1"/>
          </p:cNvSpPr>
          <p:nvPr/>
        </p:nvSpPr>
        <p:spPr bwMode="auto">
          <a:xfrm>
            <a:off x="209437" y="384046"/>
            <a:ext cx="8725125"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defPPr>
              <a:defRPr lang="be-BY"/>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ru-RU" sz="2400" b="0" i="0" u="none" strike="noStrike" cap="none" normalizeH="0" baseline="0" dirty="0">
                <a:ln>
                  <a:noFill/>
                </a:ln>
                <a:solidFill>
                  <a:schemeClr val="tx1"/>
                </a:solidFill>
                <a:effectLst/>
                <a:ea typeface="Times New Roman" pitchFamily="18" charset="0"/>
                <a:cs typeface="Arial" pitchFamily="34" charset="0"/>
              </a:rPr>
              <a:t>Далее выполним следующие действия:</a:t>
            </a:r>
            <a:endParaRPr kumimoji="0" lang="be-BY" sz="2400" b="0" i="0" u="none" strike="noStrike" cap="none" normalizeH="0" baseline="0" dirty="0">
              <a:ln>
                <a:noFill/>
              </a:ln>
              <a:solidFill>
                <a:schemeClr val="tx1"/>
              </a:solidFill>
              <a:effectLst/>
              <a:cs typeface="Arial" pitchFamily="34" charset="0"/>
            </a:endParaRPr>
          </a:p>
          <a:p>
            <a:pPr marL="0" marR="0" lvl="0" indent="0" algn="just" defTabSz="914400" rtl="0" eaLnBrk="0" fontAlgn="base" latinLnBrk="0" hangingPunct="0">
              <a:lnSpc>
                <a:spcPct val="100000"/>
              </a:lnSpc>
              <a:spcBef>
                <a:spcPct val="0"/>
              </a:spcBef>
              <a:spcAft>
                <a:spcPct val="0"/>
              </a:spcAft>
              <a:buClrTx/>
              <a:buSzTx/>
              <a:tabLst/>
            </a:pPr>
            <a:r>
              <a:rPr kumimoji="0" lang="ru-RU" sz="2400" b="0" i="0" u="none" strike="noStrike" cap="none" normalizeH="0" baseline="0" dirty="0">
                <a:ln>
                  <a:noFill/>
                </a:ln>
                <a:solidFill>
                  <a:schemeClr val="tx1"/>
                </a:solidFill>
                <a:effectLst/>
                <a:ea typeface="Times New Roman" pitchFamily="18" charset="0"/>
                <a:cs typeface="Arial" pitchFamily="34" charset="0"/>
              </a:rPr>
              <a:t>1. Вычтем из левой части первого неравенства дополнительную переменную </a:t>
            </a:r>
            <a:r>
              <a:rPr kumimoji="0" lang="ru-RU" sz="2400" b="0" i="1" u="none" strike="noStrike" cap="none" normalizeH="0" baseline="0" dirty="0">
                <a:ln>
                  <a:noFill/>
                </a:ln>
                <a:solidFill>
                  <a:schemeClr val="tx1"/>
                </a:solidFill>
                <a:effectLst/>
                <a:ea typeface="Times New Roman" pitchFamily="18" charset="0"/>
                <a:cs typeface="Arial" pitchFamily="34" charset="0"/>
              </a:rPr>
              <a:t>х</a:t>
            </a:r>
            <a:r>
              <a:rPr kumimoji="0" lang="ru-RU" sz="2400" b="0" i="0" u="none" strike="noStrike" cap="none" normalizeH="0" baseline="-30000" dirty="0">
                <a:ln>
                  <a:noFill/>
                </a:ln>
                <a:solidFill>
                  <a:schemeClr val="tx1"/>
                </a:solidFill>
                <a:effectLst/>
                <a:ea typeface="Times New Roman" pitchFamily="18" charset="0"/>
                <a:cs typeface="Arial" pitchFamily="34" charset="0"/>
              </a:rPr>
              <a:t>4</a:t>
            </a:r>
            <a:r>
              <a:rPr kumimoji="0" lang="ru-RU" sz="2400" b="0" i="0" u="none" strike="noStrike" cap="none" normalizeH="0" baseline="0" dirty="0">
                <a:ln>
                  <a:noFill/>
                </a:ln>
                <a:solidFill>
                  <a:schemeClr val="tx1"/>
                </a:solidFill>
                <a:effectLst/>
                <a:ea typeface="Times New Roman" pitchFamily="18" charset="0"/>
                <a:cs typeface="Arial" pitchFamily="34" charset="0"/>
              </a:rPr>
              <a:t> и затем умножим все неравенство на -1, для того, чтобы правая часть неравенства стала положительной.</a:t>
            </a:r>
            <a:endParaRPr kumimoji="0" lang="be-BY" sz="2400" b="0" i="0" u="none" strike="noStrike" cap="none" normalizeH="0" baseline="0" dirty="0">
              <a:ln>
                <a:noFill/>
              </a:ln>
              <a:solidFill>
                <a:schemeClr val="tx1"/>
              </a:solidFill>
              <a:effectLst/>
              <a:cs typeface="Arial"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ru-RU" sz="2400" b="0" i="0" u="none" strike="noStrike" cap="none" normalizeH="0" baseline="0" dirty="0">
                <a:ln>
                  <a:noFill/>
                </a:ln>
                <a:solidFill>
                  <a:schemeClr val="tx1"/>
                </a:solidFill>
                <a:effectLst/>
                <a:ea typeface="Times New Roman" pitchFamily="18" charset="0"/>
                <a:cs typeface="Arial" pitchFamily="34" charset="0"/>
              </a:rPr>
              <a:t>2. Добавим дополнительную переменную </a:t>
            </a:r>
            <a:r>
              <a:rPr kumimoji="0" lang="ru-RU" sz="2400" b="0" i="1" u="none" strike="noStrike" cap="none" normalizeH="0" baseline="0" dirty="0">
                <a:ln>
                  <a:noFill/>
                </a:ln>
                <a:solidFill>
                  <a:schemeClr val="tx1"/>
                </a:solidFill>
                <a:effectLst/>
                <a:ea typeface="Times New Roman" pitchFamily="18" charset="0"/>
                <a:cs typeface="Arial" pitchFamily="34" charset="0"/>
              </a:rPr>
              <a:t>х</a:t>
            </a:r>
            <a:r>
              <a:rPr kumimoji="0" lang="ru-RU" sz="2400" b="0" i="0" u="none" strike="noStrike" cap="none" normalizeH="0" baseline="-30000" dirty="0">
                <a:ln>
                  <a:noFill/>
                </a:ln>
                <a:solidFill>
                  <a:schemeClr val="tx1"/>
                </a:solidFill>
                <a:effectLst/>
                <a:ea typeface="Times New Roman" pitchFamily="18" charset="0"/>
                <a:cs typeface="Arial" pitchFamily="34" charset="0"/>
              </a:rPr>
              <a:t>5</a:t>
            </a:r>
            <a:r>
              <a:rPr kumimoji="0" lang="ru-RU" sz="2400" b="0" i="0" u="none" strike="noStrike" cap="none" normalizeH="0" baseline="0" dirty="0">
                <a:ln>
                  <a:noFill/>
                </a:ln>
                <a:solidFill>
                  <a:schemeClr val="tx1"/>
                </a:solidFill>
                <a:effectLst/>
                <a:ea typeface="Times New Roman" pitchFamily="18" charset="0"/>
                <a:cs typeface="Arial" pitchFamily="34" charset="0"/>
              </a:rPr>
              <a:t> к левой части второго неравенства.</a:t>
            </a:r>
            <a:endParaRPr kumimoji="0" lang="be-BY" sz="2400" b="0" i="0" u="none" strike="noStrike" cap="none" normalizeH="0" baseline="0" dirty="0">
              <a:ln>
                <a:noFill/>
              </a:ln>
              <a:solidFill>
                <a:schemeClr val="tx1"/>
              </a:solidFill>
              <a:effectLst/>
              <a:cs typeface="Arial" pitchFamily="34" charset="0"/>
            </a:endParaRPr>
          </a:p>
          <a:p>
            <a:pPr eaLnBrk="0" fontAlgn="base" hangingPunct="0">
              <a:spcBef>
                <a:spcPct val="0"/>
              </a:spcBef>
              <a:spcAft>
                <a:spcPct val="0"/>
              </a:spcAft>
            </a:pPr>
            <a:r>
              <a:rPr lang="ru-RU" sz="2400" dirty="0">
                <a:ea typeface="Times New Roman" pitchFamily="18" charset="0"/>
                <a:cs typeface="Arial" pitchFamily="34" charset="0"/>
              </a:rPr>
              <a:t>3. Т.к. третье ограничение изначально записано в виде равенства, то оставляем его без изменений.</a:t>
            </a:r>
            <a:endParaRPr lang="be-BY" sz="2400" dirty="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be-BY" sz="2400" b="0" i="0" u="none" strike="noStrike" cap="none" normalizeH="0" baseline="0" dirty="0">
              <a:ln>
                <a:noFill/>
              </a:ln>
              <a:solidFill>
                <a:schemeClr val="tx1"/>
              </a:solidFill>
              <a:effectLst/>
              <a:cs typeface="Arial" pitchFamily="34" charset="0"/>
            </a:endParaRPr>
          </a:p>
        </p:txBody>
      </p:sp>
      <p:sp>
        <p:nvSpPr>
          <p:cNvPr id="5" name="Rectangle 5">
            <a:extLst>
              <a:ext uri="{FF2B5EF4-FFF2-40B4-BE49-F238E27FC236}">
                <a16:creationId xmlns:a16="http://schemas.microsoft.com/office/drawing/2014/main" id="{944D6A35-86C0-43A2-BC4A-B93204EAF53B}"/>
              </a:ext>
            </a:extLst>
          </p:cNvPr>
          <p:cNvSpPr>
            <a:spLocks noChangeArrowheads="1"/>
          </p:cNvSpPr>
          <p:nvPr/>
        </p:nvSpPr>
        <p:spPr bwMode="auto">
          <a:xfrm>
            <a:off x="241746" y="3986773"/>
            <a:ext cx="8437094"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defPPr>
              <a:defRPr lang="be-BY"/>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base">
              <a:spcBef>
                <a:spcPct val="0"/>
              </a:spcBef>
              <a:spcAft>
                <a:spcPct val="0"/>
              </a:spcAft>
            </a:pPr>
            <a:r>
              <a:rPr lang="ru-RU" sz="2400" dirty="0">
                <a:ea typeface="Times New Roman" pitchFamily="18" charset="0"/>
                <a:cs typeface="Arial" pitchFamily="34" charset="0"/>
              </a:rPr>
              <a:t>4. Выполняем замену                                 , где                       </a:t>
            </a:r>
            <a:r>
              <a:rPr lang="en-US" sz="2400" dirty="0">
                <a:ea typeface="Times New Roman" pitchFamily="18" charset="0"/>
                <a:cs typeface="Arial" pitchFamily="34" charset="0"/>
              </a:rPr>
              <a:t>  </a:t>
            </a:r>
            <a:r>
              <a:rPr lang="ru-RU" sz="2400" dirty="0">
                <a:ea typeface="Times New Roman" pitchFamily="18" charset="0"/>
                <a:cs typeface="Arial" pitchFamily="34" charset="0"/>
              </a:rPr>
              <a:t>во всех ограничениях и целевой функции.</a:t>
            </a:r>
          </a:p>
        </p:txBody>
      </p:sp>
      <p:pic>
        <p:nvPicPr>
          <p:cNvPr id="6" name="Рисунок 5">
            <a:extLst>
              <a:ext uri="{FF2B5EF4-FFF2-40B4-BE49-F238E27FC236}">
                <a16:creationId xmlns:a16="http://schemas.microsoft.com/office/drawing/2014/main" id="{9AD5DFD7-FB7B-4FC3-8627-FAB2A6E2BD5E}"/>
              </a:ext>
            </a:extLst>
          </p:cNvPr>
          <p:cNvPicPr>
            <a:picLocks noChangeAspect="1" noChangeArrowheads="1"/>
          </p:cNvPicPr>
          <p:nvPr/>
        </p:nvPicPr>
        <p:blipFill>
          <a:blip r:embed="rId4" cstate="hqprint">
            <a:extLst>
              <a:ext uri="{28A0092B-C50C-407E-A947-70E740481C1C}">
                <a14:useLocalDpi xmlns:a14="http://schemas.microsoft.com/office/drawing/2010/main" val="0"/>
              </a:ext>
            </a:extLst>
          </a:blip>
          <a:srcRect/>
          <a:stretch>
            <a:fillRect/>
          </a:stretch>
        </p:blipFill>
        <p:spPr bwMode="auto">
          <a:xfrm>
            <a:off x="1234136" y="5681866"/>
            <a:ext cx="6799842" cy="7920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87646978"/>
      </p:ext>
    </p:extLst>
  </p:cSld>
  <p:clrMapOvr>
    <a:masterClrMapping/>
  </p:clrMapOvr>
  <p:transition spd="slow">
    <p:push dir="u"/>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Рисунок 1">
            <a:extLst>
              <a:ext uri="{FF2B5EF4-FFF2-40B4-BE49-F238E27FC236}">
                <a16:creationId xmlns:a16="http://schemas.microsoft.com/office/drawing/2014/main" id="{4D9A75B1-40C9-435D-899D-6AE4B135CD5B}"/>
              </a:ext>
            </a:extLst>
          </p:cNvPr>
          <p:cNvPicPr>
            <a:picLocks noChangeAspect="1"/>
          </p:cNvPicPr>
          <p:nvPr/>
        </p:nvPicPr>
        <p:blipFill>
          <a:blip r:embed="rId2"/>
          <a:stretch>
            <a:fillRect/>
          </a:stretch>
        </p:blipFill>
        <p:spPr>
          <a:xfrm>
            <a:off x="289560" y="1695450"/>
            <a:ext cx="8564880" cy="3467100"/>
          </a:xfrm>
          <a:prstGeom prst="rect">
            <a:avLst/>
          </a:prstGeom>
        </p:spPr>
      </p:pic>
    </p:spTree>
    <p:extLst>
      <p:ext uri="{BB962C8B-B14F-4D97-AF65-F5344CB8AC3E}">
        <p14:creationId xmlns:p14="http://schemas.microsoft.com/office/powerpoint/2010/main" val="4194713757"/>
      </p:ext>
    </p:extLst>
  </p:cSld>
  <p:clrMapOvr>
    <a:masterClrMapping/>
  </p:clrMapOvr>
  <p:transition spd="slow">
    <p:push dir="u"/>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D7C3361-5FFD-4912-9252-F4BE49221A84}"/>
              </a:ext>
            </a:extLst>
          </p:cNvPr>
          <p:cNvSpPr>
            <a:spLocks noGrp="1"/>
          </p:cNvSpPr>
          <p:nvPr>
            <p:ph type="title"/>
          </p:nvPr>
        </p:nvSpPr>
        <p:spPr>
          <a:xfrm>
            <a:off x="251640" y="188730"/>
            <a:ext cx="8640720" cy="720060"/>
          </a:xfrm>
        </p:spPr>
        <p:txBody>
          <a:bodyPr/>
          <a:lstStyle/>
          <a:p>
            <a:pPr algn="ctr"/>
            <a:r>
              <a:rPr lang="be-BY" sz="3200" b="1" dirty="0">
                <a:solidFill>
                  <a:srgbClr val="FF0000"/>
                </a:solidFill>
                <a:latin typeface="Century" panose="02040604050505020304" pitchFamily="18" charset="0"/>
                <a:ea typeface="+mn-ea"/>
                <a:cs typeface="+mn-cs"/>
              </a:rPr>
              <a:t>Определение базисных решений</a:t>
            </a:r>
            <a:endParaRPr lang="ru-RU" sz="4000" b="1" dirty="0">
              <a:latin typeface="Century" panose="02040604050505020304" pitchFamily="18" charset="0"/>
            </a:endParaRPr>
          </a:p>
        </p:txBody>
      </p:sp>
      <p:pic>
        <p:nvPicPr>
          <p:cNvPr id="6" name="Picture 2">
            <a:extLst>
              <a:ext uri="{FF2B5EF4-FFF2-40B4-BE49-F238E27FC236}">
                <a16:creationId xmlns:a16="http://schemas.microsoft.com/office/drawing/2014/main" id="{53BCA60B-45F1-4978-9682-5393A8B43E10}"/>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42343" y="1628850"/>
            <a:ext cx="8859313" cy="39419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880049817"/>
      </p:ext>
    </p:extLst>
  </p:cSld>
  <p:clrMapOvr>
    <a:masterClrMapping/>
  </p:clrMapOvr>
  <p:transition spd="slow">
    <p:push dir="u"/>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Рисунок 1">
            <a:extLst>
              <a:ext uri="{FF2B5EF4-FFF2-40B4-BE49-F238E27FC236}">
                <a16:creationId xmlns:a16="http://schemas.microsoft.com/office/drawing/2014/main" id="{404AA1B0-B084-4914-BCA0-829E0BB2B07D}"/>
              </a:ext>
            </a:extLst>
          </p:cNvPr>
          <p:cNvPicPr>
            <a:picLocks noChangeAspect="1" noChangeArrowheads="1"/>
          </p:cNvPicPr>
          <p:nvPr/>
        </p:nvPicPr>
        <p:blipFill>
          <a:blip r:embed="rId2" cstate="hqprint">
            <a:extLst>
              <a:ext uri="{28A0092B-C50C-407E-A947-70E740481C1C}">
                <a14:useLocalDpi xmlns:a14="http://schemas.microsoft.com/office/drawing/2010/main" val="0"/>
              </a:ext>
            </a:extLst>
          </a:blip>
          <a:srcRect/>
          <a:stretch>
            <a:fillRect/>
          </a:stretch>
        </p:blipFill>
        <p:spPr bwMode="auto">
          <a:xfrm>
            <a:off x="1850886" y="145227"/>
            <a:ext cx="4041571" cy="681137"/>
          </a:xfrm>
          <a:prstGeom prst="rect">
            <a:avLst/>
          </a:prstGeom>
          <a:noFill/>
          <a:extLst>
            <a:ext uri="{909E8E84-426E-40DD-AFC4-6F175D3DCCD1}">
              <a14:hiddenFill xmlns:a14="http://schemas.microsoft.com/office/drawing/2010/main">
                <a:solidFill>
                  <a:srgbClr val="FFFFFF"/>
                </a:solidFill>
              </a14:hiddenFill>
            </a:ext>
          </a:extLst>
        </p:spPr>
      </p:pic>
      <p:pic>
        <p:nvPicPr>
          <p:cNvPr id="3" name="Рисунок 2">
            <a:extLst>
              <a:ext uri="{FF2B5EF4-FFF2-40B4-BE49-F238E27FC236}">
                <a16:creationId xmlns:a16="http://schemas.microsoft.com/office/drawing/2014/main" id="{D000DFCA-DE2A-4929-B490-A9B57D57F395}"/>
              </a:ext>
            </a:extLst>
          </p:cNvPr>
          <p:cNvPicPr>
            <a:picLocks noChangeAspect="1" noChangeArrowheads="1"/>
          </p:cNvPicPr>
          <p:nvPr/>
        </p:nvPicPr>
        <p:blipFill>
          <a:blip r:embed="rId3" cstate="hqprint">
            <a:extLst>
              <a:ext uri="{28A0092B-C50C-407E-A947-70E740481C1C}">
                <a14:useLocalDpi xmlns:a14="http://schemas.microsoft.com/office/drawing/2010/main" val="0"/>
              </a:ext>
            </a:extLst>
          </a:blip>
          <a:srcRect/>
          <a:stretch>
            <a:fillRect/>
          </a:stretch>
        </p:blipFill>
        <p:spPr bwMode="auto">
          <a:xfrm>
            <a:off x="6036216" y="127017"/>
            <a:ext cx="2318642" cy="2659894"/>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4E2117A3-2831-4138-81DC-302F3182F58A}"/>
              </a:ext>
            </a:extLst>
          </p:cNvPr>
          <p:cNvSpPr>
            <a:spLocks noChangeArrowheads="1"/>
          </p:cNvSpPr>
          <p:nvPr/>
        </p:nvSpPr>
        <p:spPr bwMode="auto">
          <a:xfrm>
            <a:off x="707624" y="127017"/>
            <a:ext cx="1143262" cy="6771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defPPr>
              <a:defRPr lang="be-BY"/>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ru-RU" sz="2000" b="1" i="0" u="none" strike="noStrike" cap="none" normalizeH="0" baseline="0" dirty="0">
                <a:ln>
                  <a:noFill/>
                </a:ln>
                <a:solidFill>
                  <a:srgbClr val="FF0000"/>
                </a:solidFill>
                <a:effectLst/>
                <a:ea typeface="Times New Roman" pitchFamily="18" charset="0"/>
                <a:cs typeface="Arial" pitchFamily="34" charset="0"/>
              </a:rPr>
              <a:t>Пример</a:t>
            </a:r>
            <a:endParaRPr kumimoji="0" lang="be-BY" sz="2000" b="0" i="0" u="none" strike="noStrike" cap="none" normalizeH="0" baseline="0" dirty="0">
              <a:ln>
                <a:noFill/>
              </a:ln>
              <a:solidFill>
                <a:srgbClr val="FF0000"/>
              </a:solidFill>
              <a:effectLst/>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be-BY" sz="1800" b="0" i="0" u="none" strike="noStrike" cap="none" normalizeH="0" baseline="0" dirty="0">
              <a:ln>
                <a:noFill/>
              </a:ln>
              <a:solidFill>
                <a:schemeClr val="tx1"/>
              </a:solidFill>
              <a:effectLst/>
              <a:latin typeface="Arial" pitchFamily="34" charset="0"/>
              <a:cs typeface="Arial" pitchFamily="34" charset="0"/>
            </a:endParaRPr>
          </a:p>
        </p:txBody>
      </p:sp>
      <p:pic>
        <p:nvPicPr>
          <p:cNvPr id="5" name="Рисунок 4">
            <a:extLst>
              <a:ext uri="{FF2B5EF4-FFF2-40B4-BE49-F238E27FC236}">
                <a16:creationId xmlns:a16="http://schemas.microsoft.com/office/drawing/2014/main" id="{92F9620D-C7F6-43DE-B73B-EEA00A018CE1}"/>
              </a:ext>
            </a:extLst>
          </p:cNvPr>
          <p:cNvPicPr>
            <a:picLocks noChangeAspect="1" noChangeArrowheads="1"/>
          </p:cNvPicPr>
          <p:nvPr/>
        </p:nvPicPr>
        <p:blipFill>
          <a:blip r:embed="rId4" cstate="hqprint">
            <a:extLst>
              <a:ext uri="{28A0092B-C50C-407E-A947-70E740481C1C}">
                <a14:useLocalDpi xmlns:a14="http://schemas.microsoft.com/office/drawing/2010/main" val="0"/>
              </a:ext>
            </a:extLst>
          </a:blip>
          <a:srcRect/>
          <a:stretch>
            <a:fillRect/>
          </a:stretch>
        </p:blipFill>
        <p:spPr bwMode="auto">
          <a:xfrm>
            <a:off x="1499712" y="3202862"/>
            <a:ext cx="6936663" cy="644326"/>
          </a:xfrm>
          <a:prstGeom prst="rect">
            <a:avLst/>
          </a:prstGeom>
          <a:noFill/>
          <a:extLst>
            <a:ext uri="{909E8E84-426E-40DD-AFC4-6F175D3DCCD1}">
              <a14:hiddenFill xmlns:a14="http://schemas.microsoft.com/office/drawing/2010/main">
                <a:solidFill>
                  <a:srgbClr val="FFFFFF"/>
                </a:solidFill>
              </a14:hiddenFill>
            </a:ext>
          </a:extLst>
        </p:spPr>
      </p:pic>
      <p:pic>
        <p:nvPicPr>
          <p:cNvPr id="6" name="Рисунок 5">
            <a:extLst>
              <a:ext uri="{FF2B5EF4-FFF2-40B4-BE49-F238E27FC236}">
                <a16:creationId xmlns:a16="http://schemas.microsoft.com/office/drawing/2014/main" id="{542E9556-8E78-4F1E-B1C7-ACDA1786D81D}"/>
              </a:ext>
            </a:extLst>
          </p:cNvPr>
          <p:cNvPicPr>
            <a:picLocks noChangeAspect="1" noChangeArrowheads="1"/>
          </p:cNvPicPr>
          <p:nvPr/>
        </p:nvPicPr>
        <p:blipFill>
          <a:blip r:embed="rId5" cstate="hqprint">
            <a:extLst>
              <a:ext uri="{28A0092B-C50C-407E-A947-70E740481C1C}">
                <a14:useLocalDpi xmlns:a14="http://schemas.microsoft.com/office/drawing/2010/main" val="0"/>
              </a:ext>
            </a:extLst>
          </a:blip>
          <a:srcRect/>
          <a:stretch>
            <a:fillRect/>
          </a:stretch>
        </p:blipFill>
        <p:spPr bwMode="auto">
          <a:xfrm>
            <a:off x="2106087" y="3922694"/>
            <a:ext cx="6016625" cy="28082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91119511"/>
      </p:ext>
    </p:extLst>
  </p:cSld>
  <p:clrMapOvr>
    <a:masterClrMapping/>
  </p:clrMapOvr>
  <p:transition spd="slow">
    <p:push dir="u"/>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Рисунок 1">
            <a:extLst>
              <a:ext uri="{FF2B5EF4-FFF2-40B4-BE49-F238E27FC236}">
                <a16:creationId xmlns:a16="http://schemas.microsoft.com/office/drawing/2014/main" id="{1EAB94BA-DD48-4A3F-8E0A-BCCBC24B7297}"/>
              </a:ext>
            </a:extLst>
          </p:cNvPr>
          <p:cNvPicPr>
            <a:picLocks noChangeAspect="1" noChangeArrowheads="1"/>
          </p:cNvPicPr>
          <p:nvPr/>
        </p:nvPicPr>
        <p:blipFill>
          <a:blip r:embed="rId2" cstate="hqprint">
            <a:extLst>
              <a:ext uri="{28A0092B-C50C-407E-A947-70E740481C1C}">
                <a14:useLocalDpi xmlns:a14="http://schemas.microsoft.com/office/drawing/2010/main" val="0"/>
              </a:ext>
            </a:extLst>
          </a:blip>
          <a:srcRect/>
          <a:stretch>
            <a:fillRect/>
          </a:stretch>
        </p:blipFill>
        <p:spPr bwMode="auto">
          <a:xfrm>
            <a:off x="55780" y="440668"/>
            <a:ext cx="8465657" cy="2664296"/>
          </a:xfrm>
          <a:prstGeom prst="rect">
            <a:avLst/>
          </a:prstGeom>
          <a:noFill/>
          <a:extLst>
            <a:ext uri="{909E8E84-426E-40DD-AFC4-6F175D3DCCD1}">
              <a14:hiddenFill xmlns:a14="http://schemas.microsoft.com/office/drawing/2010/main">
                <a:solidFill>
                  <a:srgbClr val="FFFFFF"/>
                </a:solidFill>
              </a14:hiddenFill>
            </a:ext>
          </a:extLst>
        </p:spPr>
      </p:pic>
      <p:pic>
        <p:nvPicPr>
          <p:cNvPr id="3" name="Рисунок 2">
            <a:extLst>
              <a:ext uri="{FF2B5EF4-FFF2-40B4-BE49-F238E27FC236}">
                <a16:creationId xmlns:a16="http://schemas.microsoft.com/office/drawing/2014/main" id="{CEDF5DE0-7E71-4E38-8879-ABCA68A57761}"/>
              </a:ext>
            </a:extLst>
          </p:cNvPr>
          <p:cNvPicPr>
            <a:picLocks noChangeAspect="1" noChangeArrowheads="1"/>
          </p:cNvPicPr>
          <p:nvPr/>
        </p:nvPicPr>
        <p:blipFill>
          <a:blip r:embed="rId3" cstate="hqprint">
            <a:extLst>
              <a:ext uri="{28A0092B-C50C-407E-A947-70E740481C1C}">
                <a14:useLocalDpi xmlns:a14="http://schemas.microsoft.com/office/drawing/2010/main" val="0"/>
              </a:ext>
            </a:extLst>
          </a:blip>
          <a:srcRect/>
          <a:stretch>
            <a:fillRect/>
          </a:stretch>
        </p:blipFill>
        <p:spPr bwMode="auto">
          <a:xfrm>
            <a:off x="343812" y="3825044"/>
            <a:ext cx="8744408" cy="25922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54618062"/>
      </p:ext>
    </p:extLst>
  </p:cSld>
  <p:clrMapOvr>
    <a:masterClrMapping/>
  </p:clrMapOvr>
  <p:transition spd="slow">
    <p:push dir="u"/>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Рисунок 1">
            <a:extLst>
              <a:ext uri="{FF2B5EF4-FFF2-40B4-BE49-F238E27FC236}">
                <a16:creationId xmlns:a16="http://schemas.microsoft.com/office/drawing/2014/main" id="{F41E4E36-C010-4173-B464-36EA1A1E29DB}"/>
              </a:ext>
            </a:extLst>
          </p:cNvPr>
          <p:cNvPicPr>
            <a:picLocks noChangeAspect="1" noChangeArrowheads="1"/>
          </p:cNvPicPr>
          <p:nvPr/>
        </p:nvPicPr>
        <p:blipFill>
          <a:blip r:embed="rId2" cstate="hqprint">
            <a:extLst>
              <a:ext uri="{28A0092B-C50C-407E-A947-70E740481C1C}">
                <a14:useLocalDpi xmlns:a14="http://schemas.microsoft.com/office/drawing/2010/main" val="0"/>
              </a:ext>
            </a:extLst>
          </a:blip>
          <a:srcRect/>
          <a:stretch>
            <a:fillRect/>
          </a:stretch>
        </p:blipFill>
        <p:spPr bwMode="auto">
          <a:xfrm>
            <a:off x="224771" y="36502"/>
            <a:ext cx="8694458" cy="2736304"/>
          </a:xfrm>
          <a:prstGeom prst="rect">
            <a:avLst/>
          </a:prstGeom>
          <a:noFill/>
          <a:extLst>
            <a:ext uri="{909E8E84-426E-40DD-AFC4-6F175D3DCCD1}">
              <a14:hiddenFill xmlns:a14="http://schemas.microsoft.com/office/drawing/2010/main">
                <a:solidFill>
                  <a:srgbClr val="FFFFFF"/>
                </a:solidFill>
              </a14:hiddenFill>
            </a:ext>
          </a:extLst>
        </p:spPr>
      </p:pic>
      <p:pic>
        <p:nvPicPr>
          <p:cNvPr id="3" name="Рисунок 2">
            <a:extLst>
              <a:ext uri="{FF2B5EF4-FFF2-40B4-BE49-F238E27FC236}">
                <a16:creationId xmlns:a16="http://schemas.microsoft.com/office/drawing/2014/main" id="{A312DFD6-A470-4771-8B83-A6179953BDD9}"/>
              </a:ext>
            </a:extLst>
          </p:cNvPr>
          <p:cNvPicPr>
            <a:picLocks noChangeAspect="1" noChangeArrowheads="1"/>
          </p:cNvPicPr>
          <p:nvPr/>
        </p:nvPicPr>
        <p:blipFill>
          <a:blip r:embed="rId3" cstate="hqprint">
            <a:extLst>
              <a:ext uri="{28A0092B-C50C-407E-A947-70E740481C1C}">
                <a14:useLocalDpi xmlns:a14="http://schemas.microsoft.com/office/drawing/2010/main" val="0"/>
              </a:ext>
            </a:extLst>
          </a:blip>
          <a:srcRect/>
          <a:stretch>
            <a:fillRect/>
          </a:stretch>
        </p:blipFill>
        <p:spPr bwMode="auto">
          <a:xfrm>
            <a:off x="224771" y="4085195"/>
            <a:ext cx="8637164" cy="2736304"/>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2">
            <a:extLst>
              <a:ext uri="{FF2B5EF4-FFF2-40B4-BE49-F238E27FC236}">
                <a16:creationId xmlns:a16="http://schemas.microsoft.com/office/drawing/2014/main" id="{946EB855-989B-4ECB-A685-F54151A62A3D}"/>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24771" y="2528402"/>
            <a:ext cx="7704856" cy="14401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963242005"/>
      </p:ext>
    </p:extLst>
  </p:cSld>
  <p:clrMapOvr>
    <a:masterClrMapping/>
  </p:clrMapOvr>
  <p:transition spd="slow">
    <p:push dir="u"/>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a:extLst>
              <a:ext uri="{FF2B5EF4-FFF2-40B4-BE49-F238E27FC236}">
                <a16:creationId xmlns:a16="http://schemas.microsoft.com/office/drawing/2014/main" id="{A798BA23-DACC-4FB1-B045-864A2F877E2A}"/>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36172" y="980728"/>
            <a:ext cx="8871657" cy="48965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extBox 1">
            <a:extLst>
              <a:ext uri="{FF2B5EF4-FFF2-40B4-BE49-F238E27FC236}">
                <a16:creationId xmlns:a16="http://schemas.microsoft.com/office/drawing/2014/main" id="{7C2A97D2-7D7A-4A5D-B9AC-FCE6AACBD196}"/>
              </a:ext>
            </a:extLst>
          </p:cNvPr>
          <p:cNvSpPr txBox="1"/>
          <p:nvPr/>
        </p:nvSpPr>
        <p:spPr>
          <a:xfrm>
            <a:off x="424204" y="1000200"/>
            <a:ext cx="306494" cy="369332"/>
          </a:xfrm>
          <a:prstGeom prst="rect">
            <a:avLst/>
          </a:prstGeom>
          <a:solidFill>
            <a:schemeClr val="bg1"/>
          </a:solidFill>
          <a:ln>
            <a:solidFill>
              <a:schemeClr val="bg1"/>
            </a:solidFill>
          </a:ln>
        </p:spPr>
        <p:txBody>
          <a:bodyPr wrap="none" rtlCol="0">
            <a:spAutoFit/>
          </a:bodyPr>
          <a:lstStyle>
            <a:defPPr>
              <a:defRPr lang="be-BY"/>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2</a:t>
            </a:r>
            <a:endParaRPr lang="be-BY" dirty="0"/>
          </a:p>
        </p:txBody>
      </p:sp>
    </p:spTree>
    <p:extLst>
      <p:ext uri="{BB962C8B-B14F-4D97-AF65-F5344CB8AC3E}">
        <p14:creationId xmlns:p14="http://schemas.microsoft.com/office/powerpoint/2010/main" val="1446687901"/>
      </p:ext>
    </p:extLst>
  </p:cSld>
  <p:clrMapOvr>
    <a:masterClrMapping/>
  </p:clrMapOvr>
  <p:transition spd="slow">
    <p:push dir="u"/>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a:extLst>
              <a:ext uri="{FF2B5EF4-FFF2-40B4-BE49-F238E27FC236}">
                <a16:creationId xmlns:a16="http://schemas.microsoft.com/office/drawing/2014/main" id="{3583FB85-3DAD-4919-AC9D-2F862B8238C6}"/>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9756" y="1054533"/>
            <a:ext cx="8964488" cy="47489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899852644"/>
      </p:ext>
    </p:extLst>
  </p:cSld>
  <p:clrMapOvr>
    <a:masterClrMapping/>
  </p:clrMapOvr>
  <p:transition spd="slow">
    <p:push dir="u"/>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a:extLst>
              <a:ext uri="{FF2B5EF4-FFF2-40B4-BE49-F238E27FC236}">
                <a16:creationId xmlns:a16="http://schemas.microsoft.com/office/drawing/2014/main" id="{C0BF38EA-F579-419A-B445-DCE1C3856A50}"/>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9243" y="1088740"/>
            <a:ext cx="8945514" cy="46805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502707208"/>
      </p:ext>
    </p:extLst>
  </p:cSld>
  <p:clrMapOvr>
    <a:masterClrMapping/>
  </p:clrMapOvr>
  <p:transition spd="slow">
    <p:push dir="u"/>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a:extLst>
              <a:ext uri="{FF2B5EF4-FFF2-40B4-BE49-F238E27FC236}">
                <a16:creationId xmlns:a16="http://schemas.microsoft.com/office/drawing/2014/main" id="{2CBE8EBA-DDC5-4969-9A05-68AC6930FB35}"/>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56648" y="224643"/>
            <a:ext cx="8830705" cy="6408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3" name="Прямая соединительная линия 2">
            <a:extLst>
              <a:ext uri="{FF2B5EF4-FFF2-40B4-BE49-F238E27FC236}">
                <a16:creationId xmlns:a16="http://schemas.microsoft.com/office/drawing/2014/main" id="{5CA9904A-3EAF-4C29-AC99-C8A9FC8AA3A9}"/>
              </a:ext>
            </a:extLst>
          </p:cNvPr>
          <p:cNvCxnSpPr/>
          <p:nvPr/>
        </p:nvCxnSpPr>
        <p:spPr>
          <a:xfrm>
            <a:off x="1452793" y="5769260"/>
            <a:ext cx="0" cy="14401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 name="Прямоугольник 3">
            <a:extLst>
              <a:ext uri="{FF2B5EF4-FFF2-40B4-BE49-F238E27FC236}">
                <a16:creationId xmlns:a16="http://schemas.microsoft.com/office/drawing/2014/main" id="{695E15FB-162F-495B-B9E3-B803ABDEED40}"/>
              </a:ext>
            </a:extLst>
          </p:cNvPr>
          <p:cNvSpPr/>
          <p:nvPr/>
        </p:nvSpPr>
        <p:spPr>
          <a:xfrm>
            <a:off x="4189097" y="5697252"/>
            <a:ext cx="216024" cy="216024"/>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defPPr>
              <a:defRPr lang="be-BY"/>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endParaRPr lang="be-BY" dirty="0"/>
          </a:p>
        </p:txBody>
      </p:sp>
      <p:cxnSp>
        <p:nvCxnSpPr>
          <p:cNvPr id="5" name="Прямая соединительная линия 4">
            <a:extLst>
              <a:ext uri="{FF2B5EF4-FFF2-40B4-BE49-F238E27FC236}">
                <a16:creationId xmlns:a16="http://schemas.microsoft.com/office/drawing/2014/main" id="{21F579B8-12B9-4791-B5D2-1D26B386E623}"/>
              </a:ext>
            </a:extLst>
          </p:cNvPr>
          <p:cNvCxnSpPr/>
          <p:nvPr/>
        </p:nvCxnSpPr>
        <p:spPr>
          <a:xfrm>
            <a:off x="4225101" y="5826055"/>
            <a:ext cx="144016" cy="0"/>
          </a:xfrm>
          <a:prstGeom prst="line">
            <a:avLst/>
          </a:prstGeom>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2715310043"/>
      </p:ext>
    </p:extLst>
  </p:cSld>
  <p:clrMapOvr>
    <a:masterClrMapping/>
  </p:clrMapOvr>
  <p:transition spd="slow">
    <p:push dir="u"/>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a:extLst>
              <a:ext uri="{FF2B5EF4-FFF2-40B4-BE49-F238E27FC236}">
                <a16:creationId xmlns:a16="http://schemas.microsoft.com/office/drawing/2014/main" id="{E5AB56AB-BB82-414C-B20F-59710A18A562}"/>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69374" y="548680"/>
            <a:ext cx="8805253" cy="57606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extBox 1">
            <a:extLst>
              <a:ext uri="{FF2B5EF4-FFF2-40B4-BE49-F238E27FC236}">
                <a16:creationId xmlns:a16="http://schemas.microsoft.com/office/drawing/2014/main" id="{D955584E-3136-4887-947D-2CBF4E090D5E}"/>
              </a:ext>
            </a:extLst>
          </p:cNvPr>
          <p:cNvSpPr txBox="1"/>
          <p:nvPr/>
        </p:nvSpPr>
        <p:spPr>
          <a:xfrm>
            <a:off x="4345840" y="2771636"/>
            <a:ext cx="306494" cy="369332"/>
          </a:xfrm>
          <a:prstGeom prst="rect">
            <a:avLst/>
          </a:prstGeom>
          <a:solidFill>
            <a:schemeClr val="bg1"/>
          </a:solidFill>
        </p:spPr>
        <p:txBody>
          <a:bodyPr wrap="none" rtlCol="0">
            <a:spAutoFit/>
          </a:bodyPr>
          <a:lstStyle>
            <a:defPPr>
              <a:defRPr lang="be-BY"/>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2</a:t>
            </a:r>
            <a:endParaRPr lang="be-BY" dirty="0"/>
          </a:p>
        </p:txBody>
      </p:sp>
    </p:spTree>
    <p:extLst>
      <p:ext uri="{BB962C8B-B14F-4D97-AF65-F5344CB8AC3E}">
        <p14:creationId xmlns:p14="http://schemas.microsoft.com/office/powerpoint/2010/main" val="3931109896"/>
      </p:ext>
    </p:extLst>
  </p:cSld>
  <p:clrMapOvr>
    <a:masterClrMapping/>
  </p:clrMapOvr>
  <p:transition spd="slow">
    <p:push dir="u"/>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a:extLst>
              <a:ext uri="{FF2B5EF4-FFF2-40B4-BE49-F238E27FC236}">
                <a16:creationId xmlns:a16="http://schemas.microsoft.com/office/drawing/2014/main" id="{15B73B8D-2240-487B-B1E2-A96494BAA870}"/>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25088" y="512676"/>
            <a:ext cx="9018912" cy="58326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extBox 1">
            <a:extLst>
              <a:ext uri="{FF2B5EF4-FFF2-40B4-BE49-F238E27FC236}">
                <a16:creationId xmlns:a16="http://schemas.microsoft.com/office/drawing/2014/main" id="{18C62DCA-6EA6-433D-9047-39DAE4D911DC}"/>
              </a:ext>
            </a:extLst>
          </p:cNvPr>
          <p:cNvSpPr txBox="1"/>
          <p:nvPr/>
        </p:nvSpPr>
        <p:spPr>
          <a:xfrm>
            <a:off x="0" y="2555121"/>
            <a:ext cx="548548" cy="400110"/>
          </a:xfrm>
          <a:prstGeom prst="rect">
            <a:avLst/>
          </a:prstGeom>
          <a:noFill/>
        </p:spPr>
        <p:txBody>
          <a:bodyPr wrap="none" rtlCol="0">
            <a:spAutoFit/>
          </a:bodyPr>
          <a:lstStyle>
            <a:defPPr>
              <a:defRPr lang="be-BY"/>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000" dirty="0"/>
              <a:t>21)</a:t>
            </a:r>
            <a:endParaRPr lang="be-BY" sz="2000" dirty="0"/>
          </a:p>
        </p:txBody>
      </p:sp>
    </p:spTree>
    <p:extLst>
      <p:ext uri="{BB962C8B-B14F-4D97-AF65-F5344CB8AC3E}">
        <p14:creationId xmlns:p14="http://schemas.microsoft.com/office/powerpoint/2010/main" val="4128774412"/>
      </p:ext>
    </p:extLst>
  </p:cSld>
  <p:clrMapOvr>
    <a:masterClrMapping/>
  </p:clrMapOvr>
  <p:transition spd="slow">
    <p:push dir="u"/>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a:extLst>
              <a:ext uri="{FF2B5EF4-FFF2-40B4-BE49-F238E27FC236}">
                <a16:creationId xmlns:a16="http://schemas.microsoft.com/office/drawing/2014/main" id="{6793521D-F707-4118-B140-9BA4EA2E42FE}"/>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36416" y="1113977"/>
            <a:ext cx="8871168" cy="46300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Овал 2">
            <a:extLst>
              <a:ext uri="{FF2B5EF4-FFF2-40B4-BE49-F238E27FC236}">
                <a16:creationId xmlns:a16="http://schemas.microsoft.com/office/drawing/2014/main" id="{463BC94D-4399-4A36-87CB-3C71AE854F27}"/>
              </a:ext>
            </a:extLst>
          </p:cNvPr>
          <p:cNvSpPr/>
          <p:nvPr/>
        </p:nvSpPr>
        <p:spPr>
          <a:xfrm>
            <a:off x="5724094" y="4498353"/>
            <a:ext cx="72008" cy="72008"/>
          </a:xfrm>
          <a:prstGeom prst="ellipse">
            <a:avLst/>
          </a:prstGeom>
          <a:solidFill>
            <a:srgbClr val="FF0000"/>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be-BY"/>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be-BY"/>
          </a:p>
        </p:txBody>
      </p:sp>
    </p:spTree>
    <p:extLst>
      <p:ext uri="{BB962C8B-B14F-4D97-AF65-F5344CB8AC3E}">
        <p14:creationId xmlns:p14="http://schemas.microsoft.com/office/powerpoint/2010/main" val="1686070807"/>
      </p:ext>
    </p:extLst>
  </p:cSld>
  <p:clrMapOvr>
    <a:masterClrMapping/>
  </p:clrMapOvr>
  <p:transition spd="slow">
    <p:push dir="u"/>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D7C3361-5FFD-4912-9252-F4BE49221A84}"/>
              </a:ext>
            </a:extLst>
          </p:cNvPr>
          <p:cNvSpPr>
            <a:spLocks noGrp="1"/>
          </p:cNvSpPr>
          <p:nvPr>
            <p:ph type="title"/>
          </p:nvPr>
        </p:nvSpPr>
        <p:spPr>
          <a:xfrm>
            <a:off x="251640" y="188730"/>
            <a:ext cx="8640720" cy="720060"/>
          </a:xfrm>
        </p:spPr>
        <p:txBody>
          <a:bodyPr/>
          <a:lstStyle/>
          <a:p>
            <a:pPr algn="ctr"/>
            <a:r>
              <a:rPr lang="be-BY" sz="3200" b="1" dirty="0">
                <a:solidFill>
                  <a:srgbClr val="FF0000"/>
                </a:solidFill>
                <a:latin typeface="Century" panose="02040604050505020304" pitchFamily="18" charset="0"/>
                <a:ea typeface="+mn-ea"/>
                <a:cs typeface="+mn-cs"/>
              </a:rPr>
              <a:t>Симплекс-метод с искусственным базисом</a:t>
            </a:r>
            <a:endParaRPr lang="ru-RU" sz="4000" b="1" dirty="0">
              <a:latin typeface="Century" panose="02040604050505020304" pitchFamily="18" charset="0"/>
            </a:endParaRPr>
          </a:p>
        </p:txBody>
      </p:sp>
      <p:sp>
        <p:nvSpPr>
          <p:cNvPr id="3" name="Объект 2">
            <a:extLst>
              <a:ext uri="{FF2B5EF4-FFF2-40B4-BE49-F238E27FC236}">
                <a16:creationId xmlns:a16="http://schemas.microsoft.com/office/drawing/2014/main" id="{06265F28-CBDE-4F6E-AFC2-6FF4DED54C5A}"/>
              </a:ext>
            </a:extLst>
          </p:cNvPr>
          <p:cNvSpPr>
            <a:spLocks noGrp="1"/>
          </p:cNvSpPr>
          <p:nvPr>
            <p:ph idx="1"/>
          </p:nvPr>
        </p:nvSpPr>
        <p:spPr>
          <a:xfrm>
            <a:off x="628650" y="1052802"/>
            <a:ext cx="7886700" cy="5328444"/>
          </a:xfrm>
        </p:spPr>
        <p:txBody>
          <a:bodyPr>
            <a:normAutofit fontScale="92500" lnSpcReduction="10000"/>
          </a:bodyPr>
          <a:lstStyle/>
          <a:p>
            <a:pPr marL="0" lvl="0" indent="0" algn="just" defTabSz="914400" fontAlgn="auto">
              <a:lnSpc>
                <a:spcPct val="100000"/>
              </a:lnSpc>
              <a:spcBef>
                <a:spcPts val="0"/>
              </a:spcBef>
              <a:spcAft>
                <a:spcPts val="0"/>
              </a:spcAft>
              <a:buNone/>
            </a:pPr>
            <a:r>
              <a:rPr lang="ru-RU" sz="2400" dirty="0">
                <a:solidFill>
                  <a:prstClr val="black"/>
                </a:solidFill>
                <a:latin typeface="Times New Roman" panose="02020603050405020304" pitchFamily="18" charset="0"/>
                <a:cs typeface="Times New Roman" panose="02020603050405020304" pitchFamily="18" charset="0"/>
              </a:rPr>
              <a:t>Симплексный метод с искусственным базисом применяется в тех случаях, когда затруднительно найти первоначальный опорный план исходной задачи линейного программирования, записанной в канонической форме. </a:t>
            </a:r>
          </a:p>
          <a:p>
            <a:pPr marL="0" lvl="0" indent="0" algn="just" defTabSz="914400" fontAlgn="auto">
              <a:lnSpc>
                <a:spcPct val="100000"/>
              </a:lnSpc>
              <a:spcBef>
                <a:spcPts val="0"/>
              </a:spcBef>
              <a:spcAft>
                <a:spcPts val="0"/>
              </a:spcAft>
              <a:buNone/>
            </a:pPr>
            <a:endParaRPr lang="ru-RU" sz="2400" i="1" dirty="0">
              <a:solidFill>
                <a:prstClr val="black"/>
              </a:solidFill>
              <a:latin typeface="Times New Roman" panose="02020603050405020304" pitchFamily="18" charset="0"/>
              <a:cs typeface="Times New Roman" panose="02020603050405020304" pitchFamily="18" charset="0"/>
            </a:endParaRPr>
          </a:p>
          <a:p>
            <a:pPr marL="0" lvl="0" indent="0" algn="just" defTabSz="914400" fontAlgn="auto">
              <a:lnSpc>
                <a:spcPct val="100000"/>
              </a:lnSpc>
              <a:spcBef>
                <a:spcPts val="0"/>
              </a:spcBef>
              <a:spcAft>
                <a:spcPts val="0"/>
              </a:spcAft>
              <a:buNone/>
            </a:pPr>
            <a:r>
              <a:rPr lang="ru-RU" sz="2400" i="1" dirty="0">
                <a:solidFill>
                  <a:prstClr val="black"/>
                </a:solidFill>
                <a:latin typeface="Times New Roman" panose="02020603050405020304" pitchFamily="18" charset="0"/>
                <a:cs typeface="Times New Roman" panose="02020603050405020304" pitchFamily="18" charset="0"/>
              </a:rPr>
              <a:t>М</a:t>
            </a:r>
            <a:r>
              <a:rPr lang="ru-RU" sz="2400" dirty="0">
                <a:solidFill>
                  <a:prstClr val="black"/>
                </a:solidFill>
                <a:latin typeface="Times New Roman" panose="02020603050405020304" pitchFamily="18" charset="0"/>
                <a:cs typeface="Times New Roman" panose="02020603050405020304" pitchFamily="18" charset="0"/>
              </a:rPr>
              <a:t>-метод заключается в применении правил симплекс-метода к так называемой </a:t>
            </a:r>
            <a:r>
              <a:rPr lang="ru-RU" sz="2400" i="1" dirty="0">
                <a:solidFill>
                  <a:prstClr val="black"/>
                </a:solidFill>
                <a:latin typeface="Times New Roman" panose="02020603050405020304" pitchFamily="18" charset="0"/>
                <a:cs typeface="Times New Roman" panose="02020603050405020304" pitchFamily="18" charset="0"/>
              </a:rPr>
              <a:t>М-задаче</a:t>
            </a:r>
            <a:r>
              <a:rPr lang="ru-RU" sz="2400" dirty="0">
                <a:solidFill>
                  <a:prstClr val="black"/>
                </a:solidFill>
                <a:latin typeface="Times New Roman" panose="02020603050405020304" pitchFamily="18" charset="0"/>
                <a:cs typeface="Times New Roman" panose="02020603050405020304" pitchFamily="18" charset="0"/>
              </a:rPr>
              <a:t>. Она получается из исходной добавлением к левой части системы уравнений в канонической форме исходной задачи линейного программирования таких искусственных единичных векторов с соответствующими неотрицательными искусственными переменными, чтобы вновь полученная матрица содержала систему единичных линейно-независимых векторов. В линейную форму исходной задачи добавляется в случае её максимизации слагаемое, представляющее собой произведение числа (</a:t>
            </a:r>
            <a:r>
              <a:rPr lang="ru-RU" sz="2400" b="1" i="1" dirty="0">
                <a:solidFill>
                  <a:prstClr val="black"/>
                </a:solidFill>
                <a:latin typeface="Times New Roman" panose="02020603050405020304" pitchFamily="18" charset="0"/>
                <a:cs typeface="Times New Roman" panose="02020603050405020304" pitchFamily="18" charset="0"/>
              </a:rPr>
              <a:t>–М</a:t>
            </a:r>
            <a:r>
              <a:rPr lang="ru-RU" sz="2400" dirty="0">
                <a:solidFill>
                  <a:prstClr val="black"/>
                </a:solidFill>
                <a:latin typeface="Times New Roman" panose="02020603050405020304" pitchFamily="18" charset="0"/>
                <a:cs typeface="Times New Roman" panose="02020603050405020304" pitchFamily="18" charset="0"/>
              </a:rPr>
              <a:t>) на сумму искусственных переменных, где </a:t>
            </a:r>
            <a:r>
              <a:rPr lang="ru-RU" sz="2400" b="1" i="1" dirty="0">
                <a:solidFill>
                  <a:prstClr val="black"/>
                </a:solidFill>
                <a:latin typeface="Times New Roman" panose="02020603050405020304" pitchFamily="18" charset="0"/>
                <a:cs typeface="Times New Roman" panose="02020603050405020304" pitchFamily="18" charset="0"/>
              </a:rPr>
              <a:t>М</a:t>
            </a:r>
            <a:r>
              <a:rPr lang="ru-RU" sz="2400" dirty="0">
                <a:solidFill>
                  <a:prstClr val="black"/>
                </a:solidFill>
                <a:latin typeface="Times New Roman" panose="02020603050405020304" pitchFamily="18" charset="0"/>
                <a:cs typeface="Times New Roman" panose="02020603050405020304" pitchFamily="18" charset="0"/>
              </a:rPr>
              <a:t> – достаточно большое положительное число.</a:t>
            </a:r>
          </a:p>
          <a:p>
            <a:endParaRPr lang="ru-RU" dirty="0"/>
          </a:p>
        </p:txBody>
      </p:sp>
    </p:spTree>
    <p:extLst>
      <p:ext uri="{BB962C8B-B14F-4D97-AF65-F5344CB8AC3E}">
        <p14:creationId xmlns:p14="http://schemas.microsoft.com/office/powerpoint/2010/main" val="2976054313"/>
      </p:ext>
    </p:extLst>
  </p:cSld>
  <p:clrMapOvr>
    <a:masterClrMapping/>
  </p:clrMapOvr>
  <p:transition spd="slow">
    <p:push dir="u"/>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D7C3361-5FFD-4912-9252-F4BE49221A84}"/>
              </a:ext>
            </a:extLst>
          </p:cNvPr>
          <p:cNvSpPr>
            <a:spLocks noGrp="1"/>
          </p:cNvSpPr>
          <p:nvPr>
            <p:ph type="title"/>
          </p:nvPr>
        </p:nvSpPr>
        <p:spPr>
          <a:xfrm>
            <a:off x="251640" y="188730"/>
            <a:ext cx="8640720" cy="720060"/>
          </a:xfrm>
        </p:spPr>
        <p:txBody>
          <a:bodyPr/>
          <a:lstStyle/>
          <a:p>
            <a:pPr algn="ctr"/>
            <a:r>
              <a:rPr lang="be-BY" sz="3200" b="1" dirty="0">
                <a:solidFill>
                  <a:srgbClr val="FF0000"/>
                </a:solidFill>
                <a:latin typeface="Century" panose="02040604050505020304" pitchFamily="18" charset="0"/>
                <a:ea typeface="+mn-ea"/>
                <a:cs typeface="+mn-cs"/>
              </a:rPr>
              <a:t>Симплекс-метод с искусственным базисом</a:t>
            </a:r>
            <a:endParaRPr lang="ru-RU" sz="4000" b="1" dirty="0">
              <a:latin typeface="Century" panose="02040604050505020304" pitchFamily="18" charset="0"/>
            </a:endParaRPr>
          </a:p>
        </p:txBody>
      </p:sp>
      <p:sp>
        <p:nvSpPr>
          <p:cNvPr id="3" name="Объект 2">
            <a:extLst>
              <a:ext uri="{FF2B5EF4-FFF2-40B4-BE49-F238E27FC236}">
                <a16:creationId xmlns:a16="http://schemas.microsoft.com/office/drawing/2014/main" id="{06265F28-CBDE-4F6E-AFC2-6FF4DED54C5A}"/>
              </a:ext>
            </a:extLst>
          </p:cNvPr>
          <p:cNvSpPr>
            <a:spLocks noGrp="1"/>
          </p:cNvSpPr>
          <p:nvPr>
            <p:ph idx="1"/>
          </p:nvPr>
        </p:nvSpPr>
        <p:spPr>
          <a:xfrm>
            <a:off x="628650" y="1052802"/>
            <a:ext cx="7886700" cy="5328444"/>
          </a:xfrm>
        </p:spPr>
        <p:txBody>
          <a:bodyPr>
            <a:normAutofit fontScale="92500"/>
          </a:bodyPr>
          <a:lstStyle/>
          <a:p>
            <a:pPr marL="0" lvl="0" indent="0" algn="just" defTabSz="914400" fontAlgn="auto">
              <a:lnSpc>
                <a:spcPct val="100000"/>
              </a:lnSpc>
              <a:spcBef>
                <a:spcPts val="0"/>
              </a:spcBef>
              <a:spcAft>
                <a:spcPts val="0"/>
              </a:spcAft>
              <a:buNone/>
            </a:pPr>
            <a:r>
              <a:rPr lang="ru-RU" sz="2400" dirty="0">
                <a:solidFill>
                  <a:prstClr val="black"/>
                </a:solidFill>
                <a:latin typeface="Times New Roman" panose="02020603050405020304" pitchFamily="18" charset="0"/>
                <a:cs typeface="Times New Roman" panose="02020603050405020304" pitchFamily="18" charset="0"/>
              </a:rPr>
              <a:t>	В полученной задаче первоначальный опорный план очевиден. При применении к этой задаче симплекс-метода оценки </a:t>
            </a:r>
            <a:r>
              <a:rPr lang="ru-RU" sz="2400" b="1" dirty="0">
                <a:solidFill>
                  <a:prstClr val="black"/>
                </a:solidFill>
                <a:latin typeface="Times New Roman" panose="02020603050405020304" pitchFamily="18" charset="0"/>
                <a:cs typeface="Times New Roman" panose="02020603050405020304" pitchFamily="18" charset="0"/>
              </a:rPr>
              <a:t>∆</a:t>
            </a:r>
            <a:r>
              <a:rPr lang="en-US" sz="2400" b="1" i="1" baseline="-25000" dirty="0" err="1">
                <a:solidFill>
                  <a:prstClr val="black"/>
                </a:solidFill>
                <a:latin typeface="Times New Roman" panose="02020603050405020304" pitchFamily="18" charset="0"/>
                <a:cs typeface="Times New Roman" panose="02020603050405020304" pitchFamily="18" charset="0"/>
              </a:rPr>
              <a:t>i</a:t>
            </a:r>
            <a:r>
              <a:rPr lang="ru-RU" sz="2400" baseline="-25000" dirty="0">
                <a:solidFill>
                  <a:prstClr val="black"/>
                </a:solidFill>
                <a:latin typeface="Times New Roman" panose="02020603050405020304" pitchFamily="18" charset="0"/>
                <a:cs typeface="Times New Roman" panose="02020603050405020304" pitchFamily="18" charset="0"/>
              </a:rPr>
              <a:t> </a:t>
            </a:r>
            <a:r>
              <a:rPr lang="ru-RU" sz="2400" dirty="0">
                <a:solidFill>
                  <a:prstClr val="black"/>
                </a:solidFill>
                <a:latin typeface="Times New Roman" panose="02020603050405020304" pitchFamily="18" charset="0"/>
                <a:cs typeface="Times New Roman" panose="02020603050405020304" pitchFamily="18" charset="0"/>
              </a:rPr>
              <a:t>теперь будут зависеть от числа </a:t>
            </a:r>
            <a:r>
              <a:rPr lang="ru-RU" sz="2400" b="1" i="1" dirty="0">
                <a:solidFill>
                  <a:prstClr val="black"/>
                </a:solidFill>
                <a:latin typeface="Times New Roman" panose="02020603050405020304" pitchFamily="18" charset="0"/>
                <a:cs typeface="Times New Roman" panose="02020603050405020304" pitchFamily="18" charset="0"/>
              </a:rPr>
              <a:t>М</a:t>
            </a:r>
            <a:r>
              <a:rPr lang="ru-RU" sz="2400" dirty="0">
                <a:solidFill>
                  <a:prstClr val="black"/>
                </a:solidFill>
                <a:latin typeface="Times New Roman" panose="02020603050405020304" pitchFamily="18" charset="0"/>
                <a:cs typeface="Times New Roman" panose="02020603050405020304" pitchFamily="18" charset="0"/>
              </a:rPr>
              <a:t>. Для сравнения оценок нужно помнить, что </a:t>
            </a:r>
            <a:r>
              <a:rPr lang="ru-RU" sz="2400" b="1" i="1" dirty="0">
                <a:solidFill>
                  <a:prstClr val="black"/>
                </a:solidFill>
                <a:latin typeface="Times New Roman" panose="02020603050405020304" pitchFamily="18" charset="0"/>
                <a:cs typeface="Times New Roman" panose="02020603050405020304" pitchFamily="18" charset="0"/>
              </a:rPr>
              <a:t>М</a:t>
            </a:r>
            <a:r>
              <a:rPr lang="ru-RU" sz="2400" dirty="0">
                <a:solidFill>
                  <a:prstClr val="black"/>
                </a:solidFill>
                <a:latin typeface="Times New Roman" panose="02020603050405020304" pitchFamily="18" charset="0"/>
                <a:cs typeface="Times New Roman" panose="02020603050405020304" pitchFamily="18" charset="0"/>
              </a:rPr>
              <a:t> – достаточно большое положительное число, поэтому из базиса будут выводиться в первую очередь искусственные переменные.</a:t>
            </a:r>
          </a:p>
          <a:p>
            <a:pPr marL="0" lvl="0" indent="0" algn="just" defTabSz="914400" fontAlgn="auto">
              <a:lnSpc>
                <a:spcPct val="100000"/>
              </a:lnSpc>
              <a:spcBef>
                <a:spcPts val="0"/>
              </a:spcBef>
              <a:spcAft>
                <a:spcPts val="0"/>
              </a:spcAft>
              <a:buNone/>
            </a:pPr>
            <a:r>
              <a:rPr lang="en-US" sz="2400" dirty="0">
                <a:solidFill>
                  <a:prstClr val="black"/>
                </a:solidFill>
                <a:latin typeface="Times New Roman" panose="02020603050405020304" pitchFamily="18" charset="0"/>
                <a:cs typeface="Times New Roman" panose="02020603050405020304" pitchFamily="18" charset="0"/>
              </a:rPr>
              <a:t>	</a:t>
            </a:r>
            <a:r>
              <a:rPr lang="ru-RU" sz="2400" dirty="0">
                <a:solidFill>
                  <a:prstClr val="black"/>
                </a:solidFill>
                <a:latin typeface="Times New Roman" panose="02020603050405020304" pitchFamily="18" charset="0"/>
                <a:cs typeface="Times New Roman" panose="02020603050405020304" pitchFamily="18" charset="0"/>
              </a:rPr>
              <a:t>В процессе решения </a:t>
            </a:r>
            <a:r>
              <a:rPr lang="ru-RU" sz="2400" b="1" i="1" dirty="0">
                <a:solidFill>
                  <a:prstClr val="black"/>
                </a:solidFill>
                <a:latin typeface="Times New Roman" panose="02020603050405020304" pitchFamily="18" charset="0"/>
                <a:cs typeface="Times New Roman" panose="02020603050405020304" pitchFamily="18" charset="0"/>
              </a:rPr>
              <a:t>М–</a:t>
            </a:r>
            <a:r>
              <a:rPr lang="ru-RU" sz="2400" dirty="0">
                <a:solidFill>
                  <a:prstClr val="black"/>
                </a:solidFill>
                <a:latin typeface="Times New Roman" panose="02020603050405020304" pitchFamily="18" charset="0"/>
                <a:cs typeface="Times New Roman" panose="02020603050405020304" pitchFamily="18" charset="0"/>
              </a:rPr>
              <a:t>задачи следует вычеркивать в симплекс-таблице искусственные векторы по мере их выхода из базиса. Если все искусственные векторы вышли из базиса, то получаем исходную задачу. Если оптимальное решение   </a:t>
            </a:r>
            <a:r>
              <a:rPr lang="ru-RU" sz="2400" b="1" i="1" dirty="0">
                <a:solidFill>
                  <a:prstClr val="black"/>
                </a:solidFill>
                <a:latin typeface="Times New Roman" panose="02020603050405020304" pitchFamily="18" charset="0"/>
                <a:cs typeface="Times New Roman" panose="02020603050405020304" pitchFamily="18" charset="0"/>
              </a:rPr>
              <a:t>М–</a:t>
            </a:r>
            <a:r>
              <a:rPr lang="ru-RU" sz="2400" dirty="0">
                <a:solidFill>
                  <a:prstClr val="black"/>
                </a:solidFill>
                <a:latin typeface="Times New Roman" panose="02020603050405020304" pitchFamily="18" charset="0"/>
                <a:cs typeface="Times New Roman" panose="02020603050405020304" pitchFamily="18" charset="0"/>
              </a:rPr>
              <a:t>задачи содержит искусственные векторы или </a:t>
            </a:r>
            <a:r>
              <a:rPr lang="ru-RU" sz="2400" b="1" i="1" dirty="0">
                <a:solidFill>
                  <a:prstClr val="black"/>
                </a:solidFill>
                <a:latin typeface="Times New Roman" panose="02020603050405020304" pitchFamily="18" charset="0"/>
                <a:cs typeface="Times New Roman" panose="02020603050405020304" pitchFamily="18" charset="0"/>
              </a:rPr>
              <a:t>М–</a:t>
            </a:r>
            <a:r>
              <a:rPr lang="ru-RU" sz="2400" dirty="0">
                <a:solidFill>
                  <a:prstClr val="black"/>
                </a:solidFill>
                <a:latin typeface="Times New Roman" panose="02020603050405020304" pitchFamily="18" charset="0"/>
                <a:cs typeface="Times New Roman" panose="02020603050405020304" pitchFamily="18" charset="0"/>
              </a:rPr>
              <a:t>задача неразрешима, то исходная задача также неразрешима.</a:t>
            </a:r>
          </a:p>
          <a:p>
            <a:pPr marL="0" lvl="0" indent="0" algn="just" defTabSz="914400" fontAlgn="auto">
              <a:lnSpc>
                <a:spcPct val="100000"/>
              </a:lnSpc>
              <a:spcBef>
                <a:spcPts val="0"/>
              </a:spcBef>
              <a:spcAft>
                <a:spcPts val="0"/>
              </a:spcAft>
              <a:buNone/>
            </a:pPr>
            <a:r>
              <a:rPr lang="ru-RU" sz="2400" dirty="0">
                <a:solidFill>
                  <a:prstClr val="black"/>
                </a:solidFill>
                <a:latin typeface="Times New Roman" panose="02020603050405020304" pitchFamily="18" charset="0"/>
                <a:cs typeface="Times New Roman" panose="02020603050405020304" pitchFamily="18" charset="0"/>
              </a:rPr>
              <a:t>	Путем преобразований число вводимых переменных, составляющих искусственный базис, может быть уменьшено до одной.</a:t>
            </a:r>
          </a:p>
          <a:p>
            <a:endParaRPr lang="ru-RU" dirty="0"/>
          </a:p>
        </p:txBody>
      </p:sp>
    </p:spTree>
    <p:extLst>
      <p:ext uri="{BB962C8B-B14F-4D97-AF65-F5344CB8AC3E}">
        <p14:creationId xmlns:p14="http://schemas.microsoft.com/office/powerpoint/2010/main" val="1207587549"/>
      </p:ext>
    </p:extLst>
  </p:cSld>
  <p:clrMapOvr>
    <a:masterClrMapping/>
  </p:clrMapOvr>
  <p:transition spd="slow">
    <p:push dir="u"/>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D7C3361-5FFD-4912-9252-F4BE49221A84}"/>
              </a:ext>
            </a:extLst>
          </p:cNvPr>
          <p:cNvSpPr>
            <a:spLocks noGrp="1"/>
          </p:cNvSpPr>
          <p:nvPr>
            <p:ph type="title"/>
          </p:nvPr>
        </p:nvSpPr>
        <p:spPr>
          <a:xfrm>
            <a:off x="251640" y="188730"/>
            <a:ext cx="8640720" cy="720060"/>
          </a:xfrm>
        </p:spPr>
        <p:txBody>
          <a:bodyPr/>
          <a:lstStyle/>
          <a:p>
            <a:pPr algn="ctr"/>
            <a:r>
              <a:rPr lang="be-BY" sz="3200" b="1" dirty="0">
                <a:solidFill>
                  <a:srgbClr val="FF0000"/>
                </a:solidFill>
                <a:latin typeface="Century" panose="02040604050505020304" pitchFamily="18" charset="0"/>
                <a:ea typeface="+mn-ea"/>
                <a:cs typeface="+mn-cs"/>
              </a:rPr>
              <a:t>Нелинейное программирование</a:t>
            </a:r>
            <a:endParaRPr lang="ru-RU" sz="4000" b="1" dirty="0">
              <a:latin typeface="Century" panose="02040604050505020304" pitchFamily="18" charset="0"/>
            </a:endParaRPr>
          </a:p>
        </p:txBody>
      </p:sp>
      <p:sp>
        <p:nvSpPr>
          <p:cNvPr id="3" name="Объект 2">
            <a:extLst>
              <a:ext uri="{FF2B5EF4-FFF2-40B4-BE49-F238E27FC236}">
                <a16:creationId xmlns:a16="http://schemas.microsoft.com/office/drawing/2014/main" id="{06265F28-CBDE-4F6E-AFC2-6FF4DED54C5A}"/>
              </a:ext>
            </a:extLst>
          </p:cNvPr>
          <p:cNvSpPr>
            <a:spLocks noGrp="1"/>
          </p:cNvSpPr>
          <p:nvPr>
            <p:ph idx="1"/>
          </p:nvPr>
        </p:nvSpPr>
        <p:spPr>
          <a:xfrm>
            <a:off x="628650" y="1529556"/>
            <a:ext cx="7886700" cy="5328444"/>
          </a:xfrm>
        </p:spPr>
        <p:txBody>
          <a:bodyPr>
            <a:normAutofit/>
          </a:bodyPr>
          <a:lstStyle/>
          <a:p>
            <a:pPr marL="0" lvl="0" indent="0" algn="just" defTabSz="914400" fontAlgn="auto">
              <a:lnSpc>
                <a:spcPct val="100000"/>
              </a:lnSpc>
              <a:spcBef>
                <a:spcPts val="0"/>
              </a:spcBef>
              <a:spcAft>
                <a:spcPts val="0"/>
              </a:spcAft>
              <a:buNone/>
            </a:pPr>
            <a:r>
              <a:rPr lang="ru-RU" sz="2800" spc="-1" dirty="0">
                <a:solidFill>
                  <a:srgbClr val="FF0000"/>
                </a:solidFill>
                <a:latin typeface="Times New Roman"/>
              </a:rPr>
              <a:t>	</a:t>
            </a:r>
            <a:r>
              <a:rPr lang="ru-RU" sz="2800" b="1" spc="-1" dirty="0">
                <a:latin typeface="Times New Roman"/>
              </a:rPr>
              <a:t>Нелинейное программирование </a:t>
            </a:r>
            <a:r>
              <a:rPr lang="ru-RU" sz="2800" spc="-1" dirty="0">
                <a:solidFill>
                  <a:srgbClr val="000000"/>
                </a:solidFill>
                <a:latin typeface="Times New Roman"/>
              </a:rPr>
              <a:t>– раздел математического программирования, изучающий методы решения экстремальных задач с нелинейной целевой функцией и (или) областью допустимых решений, определенной нелинейными ограничениями. К нелинейному программированию относят квадратичное, дробное, выпуклое, дискретное, целочисленное и геометрическое программирование.</a:t>
            </a:r>
            <a:endParaRPr lang="ru-RU" sz="2800" spc="-1" dirty="0">
              <a:solidFill>
                <a:prstClr val="black"/>
              </a:solidFill>
              <a:latin typeface="Arial"/>
            </a:endParaRPr>
          </a:p>
          <a:p>
            <a:endParaRPr lang="ru-RU" dirty="0"/>
          </a:p>
        </p:txBody>
      </p:sp>
    </p:spTree>
    <p:extLst>
      <p:ext uri="{BB962C8B-B14F-4D97-AF65-F5344CB8AC3E}">
        <p14:creationId xmlns:p14="http://schemas.microsoft.com/office/powerpoint/2010/main" val="4153477282"/>
      </p:ext>
    </p:extLst>
  </p:cSld>
  <p:clrMapOvr>
    <a:masterClrMapping/>
  </p:clrMapOvr>
  <p:transition spd="slow">
    <p:push dir="u"/>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D7C3361-5FFD-4912-9252-F4BE49221A84}"/>
              </a:ext>
            </a:extLst>
          </p:cNvPr>
          <p:cNvSpPr>
            <a:spLocks noGrp="1"/>
          </p:cNvSpPr>
          <p:nvPr>
            <p:ph type="title"/>
          </p:nvPr>
        </p:nvSpPr>
        <p:spPr>
          <a:xfrm>
            <a:off x="251640" y="188730"/>
            <a:ext cx="8640720" cy="720060"/>
          </a:xfrm>
        </p:spPr>
        <p:txBody>
          <a:bodyPr/>
          <a:lstStyle/>
          <a:p>
            <a:pPr algn="ctr"/>
            <a:r>
              <a:rPr lang="be-BY" sz="3200" b="1" dirty="0">
                <a:solidFill>
                  <a:srgbClr val="FF0000"/>
                </a:solidFill>
                <a:latin typeface="Century" panose="02040604050505020304" pitchFamily="18" charset="0"/>
                <a:ea typeface="+mn-ea"/>
                <a:cs typeface="+mn-cs"/>
              </a:rPr>
              <a:t>Нелинейное программирование</a:t>
            </a:r>
            <a:endParaRPr lang="ru-RU" sz="4000" b="1" dirty="0">
              <a:latin typeface="Century" panose="02040604050505020304" pitchFamily="18" charset="0"/>
            </a:endParaRPr>
          </a:p>
        </p:txBody>
      </p:sp>
      <p:sp>
        <p:nvSpPr>
          <p:cNvPr id="3" name="Объект 2">
            <a:extLst>
              <a:ext uri="{FF2B5EF4-FFF2-40B4-BE49-F238E27FC236}">
                <a16:creationId xmlns:a16="http://schemas.microsoft.com/office/drawing/2014/main" id="{06265F28-CBDE-4F6E-AFC2-6FF4DED54C5A}"/>
              </a:ext>
            </a:extLst>
          </p:cNvPr>
          <p:cNvSpPr>
            <a:spLocks noGrp="1"/>
          </p:cNvSpPr>
          <p:nvPr>
            <p:ph idx="1"/>
          </p:nvPr>
        </p:nvSpPr>
        <p:spPr>
          <a:xfrm>
            <a:off x="628650" y="1196814"/>
            <a:ext cx="7886700" cy="5328444"/>
          </a:xfrm>
        </p:spPr>
        <p:txBody>
          <a:bodyPr>
            <a:normAutofit/>
          </a:bodyPr>
          <a:lstStyle/>
          <a:p>
            <a:pPr marL="0" lvl="0" indent="0" algn="just" defTabSz="914400" fontAlgn="auto">
              <a:lnSpc>
                <a:spcPct val="115000"/>
              </a:lnSpc>
              <a:spcBef>
                <a:spcPts val="0"/>
              </a:spcBef>
              <a:spcAft>
                <a:spcPts val="0"/>
              </a:spcAft>
              <a:buNone/>
            </a:pPr>
            <a:r>
              <a:rPr lang="ru-RU" sz="2800" spc="-1" dirty="0">
                <a:solidFill>
                  <a:srgbClr val="000000"/>
                </a:solidFill>
                <a:latin typeface="Times New Roman" panose="02020603050405020304" pitchFamily="18" charset="0"/>
                <a:ea typeface="Times New Roman"/>
                <a:cs typeface="Times New Roman" panose="02020603050405020304" pitchFamily="18" charset="0"/>
              </a:rPr>
              <a:t>Среди большого числа вычислительных алгоритмов нелинейного программирования значительное место занимают:</a:t>
            </a:r>
            <a:endParaRPr lang="ru-RU" sz="2800" spc="-1" dirty="0">
              <a:solidFill>
                <a:prstClr val="black"/>
              </a:solidFill>
              <a:latin typeface="Times New Roman" panose="02020603050405020304" pitchFamily="18" charset="0"/>
              <a:cs typeface="Times New Roman" panose="02020603050405020304" pitchFamily="18" charset="0"/>
            </a:endParaRPr>
          </a:p>
          <a:p>
            <a:pPr marL="343080" lvl="0" indent="-342720" algn="just" defTabSz="914400" fontAlgn="auto">
              <a:lnSpc>
                <a:spcPct val="115000"/>
              </a:lnSpc>
              <a:spcBef>
                <a:spcPts val="0"/>
              </a:spcBef>
              <a:spcAft>
                <a:spcPts val="0"/>
              </a:spcAft>
              <a:buClr>
                <a:srgbClr val="000000"/>
              </a:buClr>
              <a:buFont typeface="Symbol"/>
              <a:buChar char=""/>
            </a:pPr>
            <a:r>
              <a:rPr lang="ru-RU" sz="2800" spc="-1" dirty="0">
                <a:solidFill>
                  <a:srgbClr val="000000"/>
                </a:solidFill>
                <a:latin typeface="Times New Roman" panose="02020603050405020304" pitchFamily="18" charset="0"/>
                <a:ea typeface="Times New Roman"/>
                <a:cs typeface="Times New Roman" panose="02020603050405020304" pitchFamily="18" charset="0"/>
              </a:rPr>
              <a:t>различные варианты градиентных методов (метод проекции градиента, метод условного градиента и т. п.); </a:t>
            </a:r>
            <a:endParaRPr lang="ru-RU" sz="2800" spc="-1" dirty="0">
              <a:solidFill>
                <a:prstClr val="black"/>
              </a:solidFill>
              <a:latin typeface="Times New Roman" panose="02020603050405020304" pitchFamily="18" charset="0"/>
              <a:cs typeface="Times New Roman" panose="02020603050405020304" pitchFamily="18" charset="0"/>
            </a:endParaRPr>
          </a:p>
          <a:p>
            <a:pPr marL="343080" lvl="0" indent="-342720" algn="just" defTabSz="914400" fontAlgn="auto">
              <a:lnSpc>
                <a:spcPct val="115000"/>
              </a:lnSpc>
              <a:spcBef>
                <a:spcPts val="0"/>
              </a:spcBef>
              <a:spcAft>
                <a:spcPts val="0"/>
              </a:spcAft>
              <a:buClr>
                <a:srgbClr val="000000"/>
              </a:buClr>
              <a:buFont typeface="Symbol"/>
              <a:buChar char=""/>
            </a:pPr>
            <a:r>
              <a:rPr lang="ru-RU" sz="2800" spc="-1" dirty="0">
                <a:solidFill>
                  <a:srgbClr val="000000"/>
                </a:solidFill>
                <a:latin typeface="Times New Roman" panose="02020603050405020304" pitchFamily="18" charset="0"/>
                <a:ea typeface="Times New Roman"/>
                <a:cs typeface="Times New Roman" panose="02020603050405020304" pitchFamily="18" charset="0"/>
              </a:rPr>
              <a:t>методы штрафных функций;</a:t>
            </a:r>
            <a:endParaRPr lang="ru-RU" sz="2800" spc="-1" dirty="0">
              <a:solidFill>
                <a:prstClr val="black"/>
              </a:solidFill>
              <a:latin typeface="Times New Roman" panose="02020603050405020304" pitchFamily="18" charset="0"/>
              <a:cs typeface="Times New Roman" panose="02020603050405020304" pitchFamily="18" charset="0"/>
            </a:endParaRPr>
          </a:p>
          <a:p>
            <a:pPr marL="343080" lvl="0" indent="-342720" algn="just" defTabSz="914400" fontAlgn="auto">
              <a:lnSpc>
                <a:spcPct val="115000"/>
              </a:lnSpc>
              <a:spcBef>
                <a:spcPts val="0"/>
              </a:spcBef>
              <a:spcAft>
                <a:spcPts val="0"/>
              </a:spcAft>
              <a:buClr>
                <a:srgbClr val="000000"/>
              </a:buClr>
              <a:buFont typeface="Symbol"/>
              <a:buChar char=""/>
            </a:pPr>
            <a:r>
              <a:rPr lang="ru-RU" sz="2800" spc="-1" dirty="0">
                <a:solidFill>
                  <a:srgbClr val="000000"/>
                </a:solidFill>
                <a:latin typeface="Times New Roman" panose="02020603050405020304" pitchFamily="18" charset="0"/>
                <a:ea typeface="Times New Roman"/>
                <a:cs typeface="Times New Roman" panose="02020603050405020304" pitchFamily="18" charset="0"/>
              </a:rPr>
              <a:t>методы барьерных функций;</a:t>
            </a:r>
            <a:endParaRPr lang="ru-RU" sz="2800" spc="-1" dirty="0">
              <a:solidFill>
                <a:prstClr val="black"/>
              </a:solidFill>
              <a:latin typeface="Times New Roman" panose="02020603050405020304" pitchFamily="18" charset="0"/>
              <a:cs typeface="Times New Roman" panose="02020603050405020304" pitchFamily="18" charset="0"/>
            </a:endParaRPr>
          </a:p>
          <a:p>
            <a:pPr marL="343080" lvl="0" indent="-342720" algn="just" defTabSz="914400" fontAlgn="auto">
              <a:lnSpc>
                <a:spcPct val="115000"/>
              </a:lnSpc>
              <a:spcBef>
                <a:spcPts val="0"/>
              </a:spcBef>
              <a:spcAft>
                <a:spcPts val="0"/>
              </a:spcAft>
              <a:buClr>
                <a:srgbClr val="000000"/>
              </a:buClr>
              <a:buFont typeface="Symbol"/>
              <a:buChar char=""/>
            </a:pPr>
            <a:r>
              <a:rPr lang="ru-RU" sz="2800" spc="-1" dirty="0">
                <a:solidFill>
                  <a:srgbClr val="000000"/>
                </a:solidFill>
                <a:latin typeface="Times New Roman" panose="02020603050405020304" pitchFamily="18" charset="0"/>
                <a:ea typeface="Times New Roman"/>
                <a:cs typeface="Times New Roman" panose="02020603050405020304" pitchFamily="18" charset="0"/>
              </a:rPr>
              <a:t>метод модифицированных функций Лагранжа и др.</a:t>
            </a:r>
            <a:endParaRPr lang="ru-RU" sz="2800" spc="-1" dirty="0">
              <a:solidFill>
                <a:prstClr val="black"/>
              </a:solidFill>
              <a:latin typeface="Times New Roman" panose="02020603050405020304" pitchFamily="18" charset="0"/>
              <a:cs typeface="Times New Roman" panose="02020603050405020304" pitchFamily="18" charset="0"/>
            </a:endParaRPr>
          </a:p>
          <a:p>
            <a:endParaRPr lang="ru-RU" dirty="0"/>
          </a:p>
        </p:txBody>
      </p:sp>
    </p:spTree>
    <p:extLst>
      <p:ext uri="{BB962C8B-B14F-4D97-AF65-F5344CB8AC3E}">
        <p14:creationId xmlns:p14="http://schemas.microsoft.com/office/powerpoint/2010/main" val="2072139362"/>
      </p:ext>
    </p:extLst>
  </p:cSld>
  <p:clrMapOvr>
    <a:masterClrMapping/>
  </p:clrMapOvr>
  <p:transition spd="slow">
    <p:push dir="u"/>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stomShape 1">
            <a:extLst>
              <a:ext uri="{FF2B5EF4-FFF2-40B4-BE49-F238E27FC236}">
                <a16:creationId xmlns:a16="http://schemas.microsoft.com/office/drawing/2014/main" id="{716A1FE0-A44E-44BA-A4DE-DB81BF37D794}"/>
              </a:ext>
            </a:extLst>
          </p:cNvPr>
          <p:cNvSpPr/>
          <p:nvPr/>
        </p:nvSpPr>
        <p:spPr>
          <a:xfrm>
            <a:off x="110144" y="260736"/>
            <a:ext cx="9001080" cy="583321"/>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gn="ctr">
              <a:lnSpc>
                <a:spcPct val="100000"/>
              </a:lnSpc>
            </a:pPr>
            <a:r>
              <a:rPr lang="ru-RU" sz="3200" b="1" strike="noStrike" spc="-1" dirty="0">
                <a:solidFill>
                  <a:srgbClr val="FF0000"/>
                </a:solidFill>
                <a:latin typeface="Century" panose="02040604050505020304" pitchFamily="18" charset="0"/>
              </a:rPr>
              <a:t>Построение математической модели задачи</a:t>
            </a:r>
            <a:endParaRPr lang="ru-RU" sz="3200" b="0" strike="noStrike" spc="-1" dirty="0">
              <a:latin typeface="Century" panose="02040604050505020304" pitchFamily="18" charset="0"/>
            </a:endParaRPr>
          </a:p>
        </p:txBody>
      </p:sp>
      <p:sp>
        <p:nvSpPr>
          <p:cNvPr id="5" name="CustomShape 2">
            <a:extLst>
              <a:ext uri="{FF2B5EF4-FFF2-40B4-BE49-F238E27FC236}">
                <a16:creationId xmlns:a16="http://schemas.microsoft.com/office/drawing/2014/main" id="{E3C35DA1-AA85-415A-89BE-C92582834411}"/>
              </a:ext>
            </a:extLst>
          </p:cNvPr>
          <p:cNvSpPr/>
          <p:nvPr/>
        </p:nvSpPr>
        <p:spPr>
          <a:xfrm>
            <a:off x="467658" y="1484838"/>
            <a:ext cx="8424720" cy="4356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gn="just">
              <a:lnSpc>
                <a:spcPct val="100000"/>
              </a:lnSpc>
            </a:pPr>
            <a:r>
              <a:rPr lang="ru-RU" sz="2800" b="0" strike="noStrike" spc="-1" dirty="0">
                <a:solidFill>
                  <a:srgbClr val="000000"/>
                </a:solidFill>
                <a:latin typeface="Times New Roman"/>
                <a:ea typeface="Times New Roman"/>
              </a:rPr>
              <a:t>В общем виде задачу нелинейного программирования можно сформулировать так:</a:t>
            </a:r>
            <a:endParaRPr lang="ru-RU" sz="2800" b="0" strike="noStrike" spc="-1" dirty="0">
              <a:latin typeface="Arial"/>
            </a:endParaRPr>
          </a:p>
          <a:p>
            <a:pPr algn="just">
              <a:lnSpc>
                <a:spcPct val="100000"/>
              </a:lnSpc>
            </a:pPr>
            <a:endParaRPr lang="ru-RU" sz="2800" b="0" strike="noStrike" spc="-1" dirty="0">
              <a:latin typeface="Arial"/>
            </a:endParaRPr>
          </a:p>
          <a:p>
            <a:pPr algn="r">
              <a:lnSpc>
                <a:spcPct val="100000"/>
              </a:lnSpc>
            </a:pPr>
            <a:r>
              <a:rPr lang="en-US" sz="2800" b="1" i="1" strike="noStrike" spc="-1" dirty="0">
                <a:solidFill>
                  <a:srgbClr val="000000"/>
                </a:solidFill>
                <a:latin typeface="Times New Roman"/>
                <a:ea typeface="Times New Roman"/>
              </a:rPr>
              <a:t>f</a:t>
            </a:r>
            <a:r>
              <a:rPr lang="ru-RU" sz="2800" b="0" strike="noStrike" spc="-1" dirty="0">
                <a:solidFill>
                  <a:srgbClr val="000000"/>
                </a:solidFill>
                <a:latin typeface="Times New Roman"/>
                <a:ea typeface="Times New Roman"/>
              </a:rPr>
              <a:t>(</a:t>
            </a:r>
            <a:r>
              <a:rPr lang="en-US" sz="2800" b="0" i="1" strike="noStrike" spc="-1" dirty="0">
                <a:solidFill>
                  <a:srgbClr val="000000"/>
                </a:solidFill>
                <a:latin typeface="Times New Roman"/>
                <a:ea typeface="Times New Roman"/>
              </a:rPr>
              <a:t>M</a:t>
            </a:r>
            <a:r>
              <a:rPr lang="ru-RU" sz="2800" b="0" strike="noStrike" spc="-1" dirty="0">
                <a:solidFill>
                  <a:srgbClr val="000000"/>
                </a:solidFill>
                <a:latin typeface="Times New Roman"/>
                <a:ea typeface="Times New Roman"/>
              </a:rPr>
              <a:t>)→</a:t>
            </a:r>
            <a:r>
              <a:rPr lang="en-US" sz="2800" b="0" strike="noStrike" spc="-1" dirty="0">
                <a:solidFill>
                  <a:srgbClr val="000000"/>
                </a:solidFill>
                <a:latin typeface="Times New Roman"/>
                <a:ea typeface="Times New Roman"/>
              </a:rPr>
              <a:t>min</a:t>
            </a:r>
            <a:r>
              <a:rPr lang="ru-RU" sz="2800" b="0" strike="noStrike" spc="-1" dirty="0">
                <a:solidFill>
                  <a:srgbClr val="000000"/>
                </a:solidFill>
                <a:latin typeface="Times New Roman"/>
                <a:ea typeface="Times New Roman"/>
              </a:rPr>
              <a:t> (</a:t>
            </a:r>
            <a:r>
              <a:rPr lang="en-US" sz="2800" b="0" strike="noStrike" spc="-1" dirty="0">
                <a:solidFill>
                  <a:srgbClr val="000000"/>
                </a:solidFill>
                <a:latin typeface="Times New Roman"/>
                <a:ea typeface="Times New Roman"/>
              </a:rPr>
              <a:t>max</a:t>
            </a:r>
            <a:r>
              <a:rPr lang="ru-RU" sz="2800" b="0" strike="noStrike" spc="-1" dirty="0">
                <a:solidFill>
                  <a:srgbClr val="000000"/>
                </a:solidFill>
                <a:latin typeface="Times New Roman"/>
                <a:ea typeface="Times New Roman"/>
              </a:rPr>
              <a:t>)       		                       </a:t>
            </a:r>
            <a:endParaRPr lang="ru-RU" sz="2800" b="0" strike="noStrike" spc="-1" dirty="0">
              <a:latin typeface="Arial"/>
            </a:endParaRPr>
          </a:p>
          <a:p>
            <a:pPr>
              <a:lnSpc>
                <a:spcPct val="100000"/>
              </a:lnSpc>
            </a:pPr>
            <a:r>
              <a:rPr lang="ru-RU" sz="2800" b="0" strike="noStrike" spc="-1" dirty="0">
                <a:solidFill>
                  <a:srgbClr val="000000"/>
                </a:solidFill>
                <a:latin typeface="Times New Roman"/>
                <a:ea typeface="Times New Roman"/>
              </a:rPr>
              <a:t>при условии</a:t>
            </a:r>
            <a:endParaRPr lang="ru-RU" sz="2800" b="0" strike="noStrike" spc="-1" dirty="0">
              <a:latin typeface="Arial"/>
            </a:endParaRPr>
          </a:p>
          <a:p>
            <a:pPr algn="r">
              <a:lnSpc>
                <a:spcPct val="100000"/>
              </a:lnSpc>
            </a:pPr>
            <a:r>
              <a:rPr lang="en-US" sz="2800" b="0" i="1" strike="noStrike" spc="-1" dirty="0">
                <a:solidFill>
                  <a:srgbClr val="000000"/>
                </a:solidFill>
                <a:latin typeface="Times New Roman"/>
                <a:ea typeface="Times New Roman"/>
              </a:rPr>
              <a:t>g</a:t>
            </a:r>
            <a:r>
              <a:rPr lang="ru-RU" sz="2800" b="0" strike="noStrike" spc="-1" dirty="0">
                <a:solidFill>
                  <a:srgbClr val="000000"/>
                </a:solidFill>
                <a:latin typeface="Times New Roman"/>
                <a:ea typeface="Times New Roman"/>
              </a:rPr>
              <a:t>(</a:t>
            </a:r>
            <a:r>
              <a:rPr lang="en-US" sz="2800" b="0" i="1" strike="noStrike" spc="-1" dirty="0">
                <a:solidFill>
                  <a:srgbClr val="000000"/>
                </a:solidFill>
                <a:latin typeface="Times New Roman"/>
                <a:ea typeface="Times New Roman"/>
              </a:rPr>
              <a:t>M</a:t>
            </a:r>
            <a:r>
              <a:rPr lang="ru-RU" sz="2800" b="0" strike="noStrike" spc="-1" dirty="0">
                <a:solidFill>
                  <a:srgbClr val="000000"/>
                </a:solidFill>
                <a:latin typeface="Times New Roman"/>
                <a:ea typeface="Times New Roman"/>
              </a:rPr>
              <a:t>)≤ 0,              		</a:t>
            </a:r>
            <a:endParaRPr lang="ru-RU" sz="2800" b="0" strike="noStrike" spc="-1" dirty="0">
              <a:latin typeface="Arial"/>
            </a:endParaRPr>
          </a:p>
          <a:p>
            <a:pPr algn="r">
              <a:lnSpc>
                <a:spcPct val="100000"/>
              </a:lnSpc>
            </a:pPr>
            <a:r>
              <a:rPr lang="ru-RU" sz="2800" b="0" strike="noStrike" spc="-1" dirty="0">
                <a:solidFill>
                  <a:srgbClr val="000000"/>
                </a:solidFill>
                <a:latin typeface="Times New Roman"/>
                <a:ea typeface="Times New Roman"/>
              </a:rPr>
              <a:t> </a:t>
            </a:r>
            <a:endParaRPr lang="ru-RU" sz="2800" b="0" strike="noStrike" spc="-1" dirty="0">
              <a:latin typeface="Arial"/>
            </a:endParaRPr>
          </a:p>
          <a:p>
            <a:pPr algn="just">
              <a:lnSpc>
                <a:spcPct val="100000"/>
              </a:lnSpc>
            </a:pPr>
            <a:r>
              <a:rPr lang="ru-RU" sz="2800" b="0" strike="noStrike" spc="-1" dirty="0">
                <a:solidFill>
                  <a:srgbClr val="000000"/>
                </a:solidFill>
                <a:latin typeface="Times New Roman"/>
                <a:ea typeface="Times New Roman"/>
              </a:rPr>
              <a:t>где </a:t>
            </a:r>
            <a:r>
              <a:rPr lang="en-US" sz="2800" b="0" strike="noStrike" spc="-1" dirty="0">
                <a:solidFill>
                  <a:srgbClr val="000000"/>
                </a:solidFill>
                <a:latin typeface="Times New Roman"/>
                <a:ea typeface="Times New Roman"/>
              </a:rPr>
              <a:t>	</a:t>
            </a:r>
            <a:r>
              <a:rPr lang="en-US" sz="2800" b="0" i="1" strike="noStrike" spc="-1" dirty="0">
                <a:solidFill>
                  <a:srgbClr val="000000"/>
                </a:solidFill>
                <a:latin typeface="Times New Roman"/>
                <a:ea typeface="Times New Roman"/>
              </a:rPr>
              <a:t>M</a:t>
            </a:r>
            <a:r>
              <a:rPr lang="ru-RU" sz="2800" b="0" strike="noStrike" spc="-1" dirty="0">
                <a:solidFill>
                  <a:srgbClr val="000000"/>
                </a:solidFill>
                <a:latin typeface="Times New Roman"/>
                <a:ea typeface="Times New Roman"/>
              </a:rPr>
              <a:t> – вектор искомых переменных; </a:t>
            </a:r>
            <a:endParaRPr lang="ru-RU" sz="2800" b="0" strike="noStrike" spc="-1" dirty="0">
              <a:latin typeface="Arial"/>
            </a:endParaRPr>
          </a:p>
          <a:p>
            <a:pPr algn="just">
              <a:lnSpc>
                <a:spcPct val="100000"/>
              </a:lnSpc>
            </a:pPr>
            <a:r>
              <a:rPr lang="en-US" sz="2800" b="0" i="1" strike="noStrike" spc="-1" dirty="0">
                <a:solidFill>
                  <a:srgbClr val="000000"/>
                </a:solidFill>
                <a:latin typeface="Times New Roman"/>
                <a:ea typeface="Times New Roman"/>
              </a:rPr>
              <a:t>	F</a:t>
            </a:r>
            <a:r>
              <a:rPr lang="ru-RU" sz="2800" b="0" strike="noStrike" spc="-1" dirty="0">
                <a:solidFill>
                  <a:srgbClr val="000000"/>
                </a:solidFill>
                <a:latin typeface="Times New Roman"/>
                <a:ea typeface="Times New Roman"/>
              </a:rPr>
              <a:t>(</a:t>
            </a:r>
            <a:r>
              <a:rPr lang="en-US" sz="2800" b="0" i="1" strike="noStrike" spc="-1" dirty="0">
                <a:solidFill>
                  <a:srgbClr val="000000"/>
                </a:solidFill>
                <a:latin typeface="Times New Roman"/>
                <a:ea typeface="Times New Roman"/>
              </a:rPr>
              <a:t>M</a:t>
            </a:r>
            <a:r>
              <a:rPr lang="ru-RU" sz="2800" b="0" strike="noStrike" spc="-1" dirty="0">
                <a:solidFill>
                  <a:srgbClr val="000000"/>
                </a:solidFill>
                <a:latin typeface="Times New Roman"/>
                <a:ea typeface="Times New Roman"/>
              </a:rPr>
              <a:t>) - целевая числовая функция; </a:t>
            </a:r>
            <a:endParaRPr lang="ru-RU" sz="2800" b="0" strike="noStrike" spc="-1" dirty="0">
              <a:latin typeface="Arial"/>
            </a:endParaRPr>
          </a:p>
          <a:p>
            <a:pPr algn="just">
              <a:lnSpc>
                <a:spcPct val="100000"/>
              </a:lnSpc>
            </a:pPr>
            <a:r>
              <a:rPr lang="en-US" sz="2800" b="0" i="1" strike="noStrike" spc="-1" dirty="0">
                <a:solidFill>
                  <a:srgbClr val="000000"/>
                </a:solidFill>
                <a:latin typeface="Times New Roman"/>
                <a:ea typeface="Times New Roman"/>
              </a:rPr>
              <a:t>	g</a:t>
            </a:r>
            <a:r>
              <a:rPr lang="ru-RU" sz="2800" b="0" strike="noStrike" spc="-1" dirty="0">
                <a:solidFill>
                  <a:srgbClr val="000000"/>
                </a:solidFill>
                <a:latin typeface="Times New Roman"/>
                <a:ea typeface="Times New Roman"/>
              </a:rPr>
              <a:t>(</a:t>
            </a:r>
            <a:r>
              <a:rPr lang="en-US" sz="2800" b="0" i="1" strike="noStrike" spc="-1" dirty="0">
                <a:solidFill>
                  <a:srgbClr val="000000"/>
                </a:solidFill>
                <a:latin typeface="Times New Roman"/>
                <a:ea typeface="Times New Roman"/>
              </a:rPr>
              <a:t>M</a:t>
            </a:r>
            <a:r>
              <a:rPr lang="ru-RU" sz="2800" b="0" strike="noStrike" spc="-1" dirty="0">
                <a:solidFill>
                  <a:srgbClr val="000000"/>
                </a:solidFill>
                <a:latin typeface="Times New Roman"/>
                <a:ea typeface="Times New Roman"/>
              </a:rPr>
              <a:t>) – вектор-функция системы ограничений.</a:t>
            </a:r>
            <a:endParaRPr lang="ru-RU" sz="2800" b="0" strike="noStrike" spc="-1" dirty="0">
              <a:latin typeface="Arial"/>
            </a:endParaRPr>
          </a:p>
        </p:txBody>
      </p:sp>
    </p:spTree>
    <p:extLst>
      <p:ext uri="{BB962C8B-B14F-4D97-AF65-F5344CB8AC3E}">
        <p14:creationId xmlns:p14="http://schemas.microsoft.com/office/powerpoint/2010/main" val="1149849441"/>
      </p:ext>
    </p:extLst>
  </p:cSld>
  <p:clrMapOvr>
    <a:masterClrMapping/>
  </p:clrMapOvr>
  <p:transition spd="slow">
    <p:push dir="u"/>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stomShape 1">
            <a:extLst>
              <a:ext uri="{FF2B5EF4-FFF2-40B4-BE49-F238E27FC236}">
                <a16:creationId xmlns:a16="http://schemas.microsoft.com/office/drawing/2014/main" id="{716A1FE0-A44E-44BA-A4DE-DB81BF37D794}"/>
              </a:ext>
            </a:extLst>
          </p:cNvPr>
          <p:cNvSpPr/>
          <p:nvPr/>
        </p:nvSpPr>
        <p:spPr>
          <a:xfrm>
            <a:off x="110144" y="260736"/>
            <a:ext cx="9001080" cy="583321"/>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gn="ctr">
              <a:lnSpc>
                <a:spcPct val="100000"/>
              </a:lnSpc>
            </a:pPr>
            <a:r>
              <a:rPr lang="ru-RU" sz="3200" b="1" strike="noStrike" spc="-1" dirty="0">
                <a:solidFill>
                  <a:srgbClr val="FF0000"/>
                </a:solidFill>
                <a:latin typeface="Century" panose="02040604050505020304" pitchFamily="18" charset="0"/>
              </a:rPr>
              <a:t>Построение математической модели задачи</a:t>
            </a:r>
            <a:endParaRPr lang="ru-RU" sz="3200" b="0" strike="noStrike" spc="-1" dirty="0">
              <a:latin typeface="Century" panose="02040604050505020304" pitchFamily="18" charset="0"/>
            </a:endParaRPr>
          </a:p>
        </p:txBody>
      </p:sp>
      <p:sp>
        <p:nvSpPr>
          <p:cNvPr id="5" name="CustomShape 2">
            <a:extLst>
              <a:ext uri="{FF2B5EF4-FFF2-40B4-BE49-F238E27FC236}">
                <a16:creationId xmlns:a16="http://schemas.microsoft.com/office/drawing/2014/main" id="{E3C35DA1-AA85-415A-89BE-C92582834411}"/>
              </a:ext>
            </a:extLst>
          </p:cNvPr>
          <p:cNvSpPr/>
          <p:nvPr/>
        </p:nvSpPr>
        <p:spPr>
          <a:xfrm>
            <a:off x="398324" y="1020524"/>
            <a:ext cx="8424720" cy="55767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lvl="0" algn="just" fontAlgn="auto">
              <a:lnSpc>
                <a:spcPct val="115000"/>
              </a:lnSpc>
              <a:spcBef>
                <a:spcPts val="0"/>
              </a:spcBef>
              <a:spcAft>
                <a:spcPts val="0"/>
              </a:spcAft>
            </a:pPr>
            <a:r>
              <a:rPr lang="ru-RU" sz="2400" spc="-1" dirty="0">
                <a:solidFill>
                  <a:srgbClr val="000000"/>
                </a:solidFill>
                <a:latin typeface="Trebuchet MS"/>
                <a:ea typeface="Times New Roman"/>
              </a:rPr>
              <a:t>При этом могут быть разные случаи: </a:t>
            </a:r>
            <a:endParaRPr lang="ru-RU" sz="2400" spc="-1" dirty="0">
              <a:solidFill>
                <a:prstClr val="black"/>
              </a:solidFill>
              <a:latin typeface="Arial"/>
            </a:endParaRPr>
          </a:p>
          <a:p>
            <a:pPr marL="343080" lvl="0" indent="-342720" algn="just" fontAlgn="auto">
              <a:lnSpc>
                <a:spcPct val="115000"/>
              </a:lnSpc>
              <a:spcBef>
                <a:spcPts val="0"/>
              </a:spcBef>
              <a:spcAft>
                <a:spcPts val="0"/>
              </a:spcAft>
              <a:buClr>
                <a:srgbClr val="000000"/>
              </a:buClr>
              <a:buFont typeface="Trebuchet MS"/>
              <a:buAutoNum type="arabicParenR"/>
            </a:pPr>
            <a:r>
              <a:rPr lang="ru-RU" sz="2400" spc="-1" dirty="0">
                <a:solidFill>
                  <a:srgbClr val="000000"/>
                </a:solidFill>
                <a:latin typeface="Trebuchet MS"/>
                <a:ea typeface="Times New Roman"/>
              </a:rPr>
              <a:t>целевая функция – нелинейная, а ограничения – линейны; </a:t>
            </a:r>
            <a:endParaRPr lang="ru-RU" sz="2400" spc="-1" dirty="0">
              <a:solidFill>
                <a:prstClr val="black"/>
              </a:solidFill>
              <a:latin typeface="Arial"/>
            </a:endParaRPr>
          </a:p>
          <a:p>
            <a:pPr marL="343080" lvl="0" indent="-342720" algn="just" fontAlgn="auto">
              <a:lnSpc>
                <a:spcPct val="115000"/>
              </a:lnSpc>
              <a:spcBef>
                <a:spcPts val="0"/>
              </a:spcBef>
              <a:spcAft>
                <a:spcPts val="0"/>
              </a:spcAft>
              <a:buClr>
                <a:srgbClr val="000000"/>
              </a:buClr>
              <a:buFont typeface="Trebuchet MS"/>
              <a:buAutoNum type="arabicParenR"/>
            </a:pPr>
            <a:r>
              <a:rPr lang="ru-RU" sz="2400" spc="-1" dirty="0">
                <a:solidFill>
                  <a:srgbClr val="000000"/>
                </a:solidFill>
                <a:latin typeface="Trebuchet MS"/>
                <a:ea typeface="Times New Roman"/>
              </a:rPr>
              <a:t>целевая функция – линейная, а ограничения (хотя бы одно из них) – нелинейные;</a:t>
            </a:r>
            <a:endParaRPr lang="ru-RU" sz="2400" spc="-1" dirty="0">
              <a:solidFill>
                <a:prstClr val="black"/>
              </a:solidFill>
              <a:latin typeface="Arial"/>
            </a:endParaRPr>
          </a:p>
          <a:p>
            <a:pPr marL="343080" lvl="0" indent="-342720" algn="just" fontAlgn="auto">
              <a:lnSpc>
                <a:spcPct val="115000"/>
              </a:lnSpc>
              <a:spcBef>
                <a:spcPts val="0"/>
              </a:spcBef>
              <a:spcAft>
                <a:spcPts val="0"/>
              </a:spcAft>
              <a:buClr>
                <a:srgbClr val="000000"/>
              </a:buClr>
              <a:buFont typeface="Trebuchet MS"/>
              <a:buAutoNum type="arabicParenR"/>
            </a:pPr>
            <a:r>
              <a:rPr lang="ru-RU" sz="2400" spc="-1" dirty="0">
                <a:solidFill>
                  <a:srgbClr val="000000"/>
                </a:solidFill>
                <a:latin typeface="Trebuchet MS"/>
                <a:ea typeface="Times New Roman"/>
              </a:rPr>
              <a:t>целевая функция и ограничения нелинейные. </a:t>
            </a:r>
            <a:endParaRPr lang="ru-RU" sz="2400" spc="-1" dirty="0">
              <a:solidFill>
                <a:prstClr val="black"/>
              </a:solidFill>
              <a:latin typeface="Arial"/>
            </a:endParaRPr>
          </a:p>
          <a:p>
            <a:pPr lvl="0" algn="just" fontAlgn="auto">
              <a:lnSpc>
                <a:spcPct val="115000"/>
              </a:lnSpc>
              <a:spcBef>
                <a:spcPts val="0"/>
              </a:spcBef>
              <a:spcAft>
                <a:spcPts val="0"/>
              </a:spcAft>
            </a:pPr>
            <a:endParaRPr lang="ru-RU" sz="2400" spc="-1" dirty="0">
              <a:solidFill>
                <a:prstClr val="black"/>
              </a:solidFill>
              <a:latin typeface="Arial"/>
            </a:endParaRPr>
          </a:p>
          <a:p>
            <a:pPr lvl="0" algn="just" fontAlgn="auto">
              <a:lnSpc>
                <a:spcPct val="115000"/>
              </a:lnSpc>
              <a:spcBef>
                <a:spcPts val="0"/>
              </a:spcBef>
              <a:spcAft>
                <a:spcPts val="0"/>
              </a:spcAft>
            </a:pPr>
            <a:endParaRPr lang="ru-RU" sz="2400" spc="-1" dirty="0">
              <a:solidFill>
                <a:prstClr val="black"/>
              </a:solidFill>
              <a:latin typeface="Arial"/>
            </a:endParaRPr>
          </a:p>
          <a:p>
            <a:pPr lvl="0" algn="just" fontAlgn="auto">
              <a:lnSpc>
                <a:spcPct val="115000"/>
              </a:lnSpc>
              <a:spcBef>
                <a:spcPts val="0"/>
              </a:spcBef>
              <a:spcAft>
                <a:spcPts val="0"/>
              </a:spcAft>
            </a:pPr>
            <a:r>
              <a:rPr lang="ru-RU" sz="2400" spc="-1" dirty="0">
                <a:solidFill>
                  <a:srgbClr val="000000"/>
                </a:solidFill>
                <a:latin typeface="Trebuchet MS"/>
                <a:ea typeface="Times New Roman"/>
              </a:rPr>
              <a:t>Задачи условной оптимизации нелинейного программирования бывают двух типов: когда в ограничениях  имеют место:</a:t>
            </a:r>
            <a:endParaRPr lang="ru-RU" sz="2400" spc="-1" dirty="0">
              <a:solidFill>
                <a:prstClr val="black"/>
              </a:solidFill>
              <a:latin typeface="Arial"/>
            </a:endParaRPr>
          </a:p>
          <a:p>
            <a:pPr lvl="0" algn="just" fontAlgn="auto">
              <a:lnSpc>
                <a:spcPct val="115000"/>
              </a:lnSpc>
              <a:spcBef>
                <a:spcPts val="0"/>
              </a:spcBef>
              <a:spcAft>
                <a:spcPts val="0"/>
              </a:spcAft>
            </a:pPr>
            <a:r>
              <a:rPr lang="ru-RU" sz="2400" spc="-1" dirty="0">
                <a:solidFill>
                  <a:srgbClr val="000000"/>
                </a:solidFill>
                <a:latin typeface="Trebuchet MS"/>
                <a:ea typeface="Times New Roman"/>
              </a:rPr>
              <a:t>а) знаки равенства; </a:t>
            </a:r>
            <a:endParaRPr lang="ru-RU" sz="2400" spc="-1" dirty="0">
              <a:solidFill>
                <a:prstClr val="black"/>
              </a:solidFill>
              <a:latin typeface="Arial"/>
            </a:endParaRPr>
          </a:p>
          <a:p>
            <a:pPr lvl="0" algn="just" fontAlgn="auto">
              <a:lnSpc>
                <a:spcPct val="115000"/>
              </a:lnSpc>
              <a:spcBef>
                <a:spcPts val="0"/>
              </a:spcBef>
              <a:spcAft>
                <a:spcPts val="0"/>
              </a:spcAft>
            </a:pPr>
            <a:r>
              <a:rPr lang="ru-RU" sz="2400" spc="-1" dirty="0">
                <a:solidFill>
                  <a:srgbClr val="000000"/>
                </a:solidFill>
                <a:latin typeface="Trebuchet MS"/>
                <a:ea typeface="Times New Roman"/>
              </a:rPr>
              <a:t>б) знаки неравенства.</a:t>
            </a:r>
            <a:endParaRPr lang="ru-RU" sz="2400" spc="-1" dirty="0">
              <a:solidFill>
                <a:prstClr val="black"/>
              </a:solidFill>
              <a:latin typeface="Arial"/>
            </a:endParaRPr>
          </a:p>
        </p:txBody>
      </p:sp>
    </p:spTree>
    <p:extLst>
      <p:ext uri="{BB962C8B-B14F-4D97-AF65-F5344CB8AC3E}">
        <p14:creationId xmlns:p14="http://schemas.microsoft.com/office/powerpoint/2010/main" val="1477889952"/>
      </p:ext>
    </p:extLst>
  </p:cSld>
  <p:clrMapOvr>
    <a:masterClrMapping/>
  </p:clrMapOvr>
  <p:transition spd="slow">
    <p:push dir="u"/>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stomShape 1">
            <a:extLst>
              <a:ext uri="{FF2B5EF4-FFF2-40B4-BE49-F238E27FC236}">
                <a16:creationId xmlns:a16="http://schemas.microsoft.com/office/drawing/2014/main" id="{0134E24B-0D8E-4A5B-B64D-9CD5EE2D2C36}"/>
              </a:ext>
            </a:extLst>
          </p:cNvPr>
          <p:cNvSpPr/>
          <p:nvPr/>
        </p:nvSpPr>
        <p:spPr>
          <a:xfrm>
            <a:off x="287640" y="764778"/>
            <a:ext cx="8568720" cy="4892193"/>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gn="just">
              <a:lnSpc>
                <a:spcPct val="100000"/>
              </a:lnSpc>
            </a:pPr>
            <a:r>
              <a:rPr lang="ru-RU" sz="2400" b="0" strike="noStrike" spc="-1" dirty="0">
                <a:solidFill>
                  <a:srgbClr val="44546A"/>
                </a:solidFill>
                <a:latin typeface="Times New Roman"/>
                <a:ea typeface="Times New Roman"/>
              </a:rPr>
              <a:t>Решение задачи нелинейного программирования (поиск глобального минимума или максимума) состоит в отыскании таких значений переменных, подчиненных системе ограничений, при которых достигает минимума или максимума данная целевая функция.</a:t>
            </a:r>
            <a:endParaRPr lang="ru-RU" sz="2400" b="0" strike="noStrike" spc="-1" dirty="0">
              <a:latin typeface="Arial"/>
            </a:endParaRPr>
          </a:p>
          <a:p>
            <a:pPr algn="just">
              <a:lnSpc>
                <a:spcPct val="100000"/>
              </a:lnSpc>
            </a:pPr>
            <a:r>
              <a:rPr lang="ru-RU" sz="2400" b="0" i="1" strike="noStrike" spc="-1" dirty="0">
                <a:solidFill>
                  <a:srgbClr val="000000"/>
                </a:solidFill>
                <a:latin typeface="Times New Roman"/>
                <a:ea typeface="Times New Roman"/>
              </a:rPr>
              <a:t>Наибольшее или наименьшее значение функции в данной области называется </a:t>
            </a:r>
            <a:r>
              <a:rPr lang="ru-RU" sz="2400" b="1" i="1" strike="noStrike" spc="-1" dirty="0">
                <a:solidFill>
                  <a:srgbClr val="000000"/>
                </a:solidFill>
                <a:latin typeface="Times New Roman"/>
                <a:ea typeface="Times New Roman"/>
              </a:rPr>
              <a:t>абсолютным </a:t>
            </a:r>
            <a:r>
              <a:rPr lang="ru-RU" sz="2400" b="0" i="1" strike="noStrike" spc="-1" dirty="0">
                <a:solidFill>
                  <a:srgbClr val="000000"/>
                </a:solidFill>
                <a:latin typeface="Times New Roman"/>
                <a:ea typeface="Times New Roman"/>
              </a:rPr>
              <a:t>или</a:t>
            </a:r>
            <a:r>
              <a:rPr lang="ru-RU" sz="2400" b="1" i="1" strike="noStrike" spc="-1" dirty="0">
                <a:solidFill>
                  <a:srgbClr val="000000"/>
                </a:solidFill>
                <a:latin typeface="Times New Roman"/>
                <a:ea typeface="Times New Roman"/>
              </a:rPr>
              <a:t> глобальным экстремумом</a:t>
            </a:r>
            <a:r>
              <a:rPr lang="ru-RU" sz="2400" b="0" i="1" strike="noStrike" spc="-1" dirty="0">
                <a:solidFill>
                  <a:srgbClr val="000000"/>
                </a:solidFill>
                <a:latin typeface="Times New Roman"/>
                <a:ea typeface="Times New Roman"/>
              </a:rPr>
              <a:t> функции (соответственно </a:t>
            </a:r>
            <a:r>
              <a:rPr lang="ru-RU" sz="2400" b="1" i="1" strike="noStrike" spc="-1" dirty="0">
                <a:solidFill>
                  <a:srgbClr val="000000"/>
                </a:solidFill>
                <a:latin typeface="Times New Roman"/>
                <a:ea typeface="Times New Roman"/>
              </a:rPr>
              <a:t>абсолютным максимумом</a:t>
            </a:r>
            <a:r>
              <a:rPr lang="ru-RU" sz="2400" b="0" i="1" strike="noStrike" spc="-1" dirty="0">
                <a:solidFill>
                  <a:srgbClr val="000000"/>
                </a:solidFill>
                <a:latin typeface="Times New Roman"/>
                <a:ea typeface="Times New Roman"/>
              </a:rPr>
              <a:t> или </a:t>
            </a:r>
            <a:r>
              <a:rPr lang="ru-RU" sz="2400" b="1" i="1" strike="noStrike" spc="-1" dirty="0">
                <a:solidFill>
                  <a:srgbClr val="000000"/>
                </a:solidFill>
                <a:latin typeface="Times New Roman"/>
                <a:ea typeface="Times New Roman"/>
              </a:rPr>
              <a:t>абсолютным минимумом</a:t>
            </a:r>
            <a:r>
              <a:rPr lang="ru-RU" sz="2400" b="0" i="1" strike="noStrike" spc="-1" dirty="0">
                <a:solidFill>
                  <a:srgbClr val="000000"/>
                </a:solidFill>
                <a:latin typeface="Times New Roman"/>
                <a:ea typeface="Times New Roman"/>
              </a:rPr>
              <a:t>) в этой области</a:t>
            </a:r>
            <a:r>
              <a:rPr lang="ru-RU" sz="2400" b="0" strike="noStrike" spc="-1" dirty="0">
                <a:solidFill>
                  <a:srgbClr val="000000"/>
                </a:solidFill>
                <a:latin typeface="Times New Roman"/>
                <a:ea typeface="Times New Roman"/>
              </a:rPr>
              <a:t>.</a:t>
            </a:r>
            <a:endParaRPr lang="ru-RU" sz="2400" b="0" strike="noStrike" spc="-1" dirty="0">
              <a:latin typeface="Arial"/>
            </a:endParaRPr>
          </a:p>
          <a:p>
            <a:pPr algn="just">
              <a:lnSpc>
                <a:spcPct val="100000"/>
              </a:lnSpc>
            </a:pPr>
            <a:r>
              <a:rPr lang="ru-RU" sz="2400" b="1" strike="noStrike" spc="-1" dirty="0">
                <a:solidFill>
                  <a:srgbClr val="44546A"/>
                </a:solidFill>
                <a:latin typeface="Times New Roman"/>
                <a:ea typeface="Times New Roman"/>
              </a:rPr>
              <a:t>Теорема. </a:t>
            </a:r>
            <a:r>
              <a:rPr lang="ru-RU" sz="2400" b="1" i="1" strike="noStrike" spc="-1" dirty="0">
                <a:solidFill>
                  <a:srgbClr val="44546A"/>
                </a:solidFill>
                <a:latin typeface="Times New Roman"/>
                <a:ea typeface="Times New Roman"/>
              </a:rPr>
              <a:t>Абсолютный (глобальный) экстремум функции в данной области достигается либо в критической точке функции, принадлежащей этой области, либо в граничной точке области</a:t>
            </a:r>
            <a:r>
              <a:rPr lang="ru-RU" sz="2400" b="1" strike="noStrike" spc="-1" dirty="0">
                <a:solidFill>
                  <a:srgbClr val="44546A"/>
                </a:solidFill>
                <a:latin typeface="Times New Roman"/>
                <a:ea typeface="Times New Roman"/>
              </a:rPr>
              <a:t>.</a:t>
            </a:r>
            <a:endParaRPr lang="ru-RU" sz="2400" b="0" strike="noStrike" spc="-1" dirty="0">
              <a:latin typeface="Arial"/>
            </a:endParaRPr>
          </a:p>
        </p:txBody>
      </p:sp>
    </p:spTree>
    <p:extLst>
      <p:ext uri="{BB962C8B-B14F-4D97-AF65-F5344CB8AC3E}">
        <p14:creationId xmlns:p14="http://schemas.microsoft.com/office/powerpoint/2010/main" val="1384434763"/>
      </p:ext>
    </p:extLst>
  </p:cSld>
  <p:clrMapOvr>
    <a:masterClrMapping/>
  </p:clrMapOvr>
  <p:transition spd="slow">
    <p:push dir="u"/>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A54920D3-0022-4092-B852-70D129EF8D71}"/>
              </a:ext>
            </a:extLst>
          </p:cNvPr>
          <p:cNvGrpSpPr/>
          <p:nvPr/>
        </p:nvGrpSpPr>
        <p:grpSpPr>
          <a:xfrm>
            <a:off x="323640" y="974520"/>
            <a:ext cx="3844800" cy="3200040"/>
            <a:chOff x="323640" y="974520"/>
            <a:chExt cx="3844800" cy="3200040"/>
          </a:xfrm>
        </p:grpSpPr>
        <p:sp>
          <p:nvSpPr>
            <p:cNvPr id="3" name="CustomShape 2">
              <a:extLst>
                <a:ext uri="{FF2B5EF4-FFF2-40B4-BE49-F238E27FC236}">
                  <a16:creationId xmlns:a16="http://schemas.microsoft.com/office/drawing/2014/main" id="{0C60FB85-8FBB-49A8-965F-8509F6C9692B}"/>
                </a:ext>
              </a:extLst>
            </p:cNvPr>
            <p:cNvSpPr/>
            <p:nvPr/>
          </p:nvSpPr>
          <p:spPr>
            <a:xfrm>
              <a:off x="323640" y="974520"/>
              <a:ext cx="3844440" cy="3200040"/>
            </a:xfrm>
            <a:prstGeom prst="rect">
              <a:avLst/>
            </a:prstGeom>
            <a:noFill/>
            <a:ln>
              <a:noFill/>
            </a:ln>
          </p:spPr>
          <p:style>
            <a:lnRef idx="0">
              <a:scrgbClr r="0" g="0" b="0"/>
            </a:lnRef>
            <a:fillRef idx="0">
              <a:scrgbClr r="0" g="0" b="0"/>
            </a:fillRef>
            <a:effectRef idx="0">
              <a:scrgbClr r="0" g="0" b="0"/>
            </a:effectRef>
            <a:fontRef idx="minor"/>
          </p:style>
        </p:sp>
        <p:grpSp>
          <p:nvGrpSpPr>
            <p:cNvPr id="4" name="Group 3">
              <a:extLst>
                <a:ext uri="{FF2B5EF4-FFF2-40B4-BE49-F238E27FC236}">
                  <a16:creationId xmlns:a16="http://schemas.microsoft.com/office/drawing/2014/main" id="{B027B338-5E69-4982-AAC7-36505E175057}"/>
                </a:ext>
              </a:extLst>
            </p:cNvPr>
            <p:cNvGrpSpPr/>
            <p:nvPr/>
          </p:nvGrpSpPr>
          <p:grpSpPr>
            <a:xfrm>
              <a:off x="1001880" y="3058920"/>
              <a:ext cx="2555640" cy="387360"/>
              <a:chOff x="1001880" y="3058920"/>
              <a:chExt cx="2555640" cy="387360"/>
            </a:xfrm>
          </p:grpSpPr>
          <p:sp>
            <p:nvSpPr>
              <p:cNvPr id="718" name="Line 4">
                <a:extLst>
                  <a:ext uri="{FF2B5EF4-FFF2-40B4-BE49-F238E27FC236}">
                    <a16:creationId xmlns:a16="http://schemas.microsoft.com/office/drawing/2014/main" id="{0165C400-26FF-42C3-AEEF-CD36C1911845}"/>
                  </a:ext>
                </a:extLst>
              </p:cNvPr>
              <p:cNvSpPr/>
              <p:nvPr/>
            </p:nvSpPr>
            <p:spPr>
              <a:xfrm flipH="1" flipV="1">
                <a:off x="2857680" y="3427920"/>
                <a:ext cx="88920" cy="1836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719" name="Line 5">
                <a:extLst>
                  <a:ext uri="{FF2B5EF4-FFF2-40B4-BE49-F238E27FC236}">
                    <a16:creationId xmlns:a16="http://schemas.microsoft.com/office/drawing/2014/main" id="{8E54474E-2B55-4F99-81B9-E05FF5C35ADB}"/>
                  </a:ext>
                </a:extLst>
              </p:cNvPr>
              <p:cNvSpPr/>
              <p:nvPr/>
            </p:nvSpPr>
            <p:spPr>
              <a:xfrm flipV="1">
                <a:off x="2946600" y="3415680"/>
                <a:ext cx="50760" cy="3060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720" name="Line 6">
                <a:extLst>
                  <a:ext uri="{FF2B5EF4-FFF2-40B4-BE49-F238E27FC236}">
                    <a16:creationId xmlns:a16="http://schemas.microsoft.com/office/drawing/2014/main" id="{6C55E6B0-54E4-4BA3-BFD6-173367074D04}"/>
                  </a:ext>
                </a:extLst>
              </p:cNvPr>
              <p:cNvSpPr/>
              <p:nvPr/>
            </p:nvSpPr>
            <p:spPr>
              <a:xfrm flipH="1" flipV="1">
                <a:off x="2769120" y="3410640"/>
                <a:ext cx="88560" cy="1728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721" name="Line 7">
                <a:extLst>
                  <a:ext uri="{FF2B5EF4-FFF2-40B4-BE49-F238E27FC236}">
                    <a16:creationId xmlns:a16="http://schemas.microsoft.com/office/drawing/2014/main" id="{1501662B-D7BA-4F9A-A064-486E7F61569D}"/>
                  </a:ext>
                </a:extLst>
              </p:cNvPr>
              <p:cNvSpPr/>
              <p:nvPr/>
            </p:nvSpPr>
            <p:spPr>
              <a:xfrm flipH="1" flipV="1">
                <a:off x="2908800" y="3398760"/>
                <a:ext cx="88560" cy="1692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722" name="Line 8">
                <a:extLst>
                  <a:ext uri="{FF2B5EF4-FFF2-40B4-BE49-F238E27FC236}">
                    <a16:creationId xmlns:a16="http://schemas.microsoft.com/office/drawing/2014/main" id="{9E5415E9-4B32-4ACF-9BC5-78C7F72288A9}"/>
                  </a:ext>
                </a:extLst>
              </p:cNvPr>
              <p:cNvSpPr/>
              <p:nvPr/>
            </p:nvSpPr>
            <p:spPr>
              <a:xfrm flipV="1">
                <a:off x="2857680" y="3398760"/>
                <a:ext cx="51120" cy="2916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723" name="Line 9">
                <a:extLst>
                  <a:ext uri="{FF2B5EF4-FFF2-40B4-BE49-F238E27FC236}">
                    <a16:creationId xmlns:a16="http://schemas.microsoft.com/office/drawing/2014/main" id="{570324C7-0949-4DEF-ABE4-787777FFC6BE}"/>
                  </a:ext>
                </a:extLst>
              </p:cNvPr>
              <p:cNvSpPr/>
              <p:nvPr/>
            </p:nvSpPr>
            <p:spPr>
              <a:xfrm flipH="1" flipV="1">
                <a:off x="2681280" y="3393000"/>
                <a:ext cx="87840" cy="1764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724" name="Line 10">
                <a:extLst>
                  <a:ext uri="{FF2B5EF4-FFF2-40B4-BE49-F238E27FC236}">
                    <a16:creationId xmlns:a16="http://schemas.microsoft.com/office/drawing/2014/main" id="{CBDE66B3-37D8-4A9B-A771-96A249CE5462}"/>
                  </a:ext>
                </a:extLst>
              </p:cNvPr>
              <p:cNvSpPr/>
              <p:nvPr/>
            </p:nvSpPr>
            <p:spPr>
              <a:xfrm flipV="1">
                <a:off x="2997360" y="3385800"/>
                <a:ext cx="51120" cy="2988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725" name="Line 11">
                <a:extLst>
                  <a:ext uri="{FF2B5EF4-FFF2-40B4-BE49-F238E27FC236}">
                    <a16:creationId xmlns:a16="http://schemas.microsoft.com/office/drawing/2014/main" id="{8748696B-8BBE-489D-83CA-3149E5BED225}"/>
                  </a:ext>
                </a:extLst>
              </p:cNvPr>
              <p:cNvSpPr/>
              <p:nvPr/>
            </p:nvSpPr>
            <p:spPr>
              <a:xfrm flipV="1">
                <a:off x="2769120" y="3380400"/>
                <a:ext cx="50760" cy="3024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726" name="Line 12">
                <a:extLst>
                  <a:ext uri="{FF2B5EF4-FFF2-40B4-BE49-F238E27FC236}">
                    <a16:creationId xmlns:a16="http://schemas.microsoft.com/office/drawing/2014/main" id="{12646744-4560-481C-BD87-B9CFA3096705}"/>
                  </a:ext>
                </a:extLst>
              </p:cNvPr>
              <p:cNvSpPr/>
              <p:nvPr/>
            </p:nvSpPr>
            <p:spPr>
              <a:xfrm flipH="1" flipV="1">
                <a:off x="2819880" y="3380400"/>
                <a:ext cx="88920" cy="1836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727" name="Line 13">
                <a:extLst>
                  <a:ext uri="{FF2B5EF4-FFF2-40B4-BE49-F238E27FC236}">
                    <a16:creationId xmlns:a16="http://schemas.microsoft.com/office/drawing/2014/main" id="{770BAD8C-216D-4983-9279-8589D65E07F1}"/>
                  </a:ext>
                </a:extLst>
              </p:cNvPr>
              <p:cNvSpPr/>
              <p:nvPr/>
            </p:nvSpPr>
            <p:spPr>
              <a:xfrm flipH="1" flipV="1">
                <a:off x="2592360" y="3374640"/>
                <a:ext cx="88920" cy="1836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728" name="Line 14">
                <a:extLst>
                  <a:ext uri="{FF2B5EF4-FFF2-40B4-BE49-F238E27FC236}">
                    <a16:creationId xmlns:a16="http://schemas.microsoft.com/office/drawing/2014/main" id="{33471E32-D191-4CBC-96EA-9312C0D0737E}"/>
                  </a:ext>
                </a:extLst>
              </p:cNvPr>
              <p:cNvSpPr/>
              <p:nvPr/>
            </p:nvSpPr>
            <p:spPr>
              <a:xfrm flipH="1" flipV="1">
                <a:off x="2959560" y="3367440"/>
                <a:ext cx="88920" cy="1836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729" name="Line 15">
                <a:extLst>
                  <a:ext uri="{FF2B5EF4-FFF2-40B4-BE49-F238E27FC236}">
                    <a16:creationId xmlns:a16="http://schemas.microsoft.com/office/drawing/2014/main" id="{ABA5B1D2-D432-4F80-A936-2F274CC0C82F}"/>
                  </a:ext>
                </a:extLst>
              </p:cNvPr>
              <p:cNvSpPr/>
              <p:nvPr/>
            </p:nvSpPr>
            <p:spPr>
              <a:xfrm flipV="1">
                <a:off x="2908800" y="3367440"/>
                <a:ext cx="50760" cy="3132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730" name="Line 16">
                <a:extLst>
                  <a:ext uri="{FF2B5EF4-FFF2-40B4-BE49-F238E27FC236}">
                    <a16:creationId xmlns:a16="http://schemas.microsoft.com/office/drawing/2014/main" id="{B6DF0D7E-AE48-4792-A6C6-E9A06FEE69C0}"/>
                  </a:ext>
                </a:extLst>
              </p:cNvPr>
              <p:cNvSpPr/>
              <p:nvPr/>
            </p:nvSpPr>
            <p:spPr>
              <a:xfrm flipV="1">
                <a:off x="2681280" y="3361680"/>
                <a:ext cx="50760" cy="3132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731" name="Line 17">
                <a:extLst>
                  <a:ext uri="{FF2B5EF4-FFF2-40B4-BE49-F238E27FC236}">
                    <a16:creationId xmlns:a16="http://schemas.microsoft.com/office/drawing/2014/main" id="{6DD6AA17-0103-4DAD-9573-7653EDCC406B}"/>
                  </a:ext>
                </a:extLst>
              </p:cNvPr>
              <p:cNvSpPr/>
              <p:nvPr/>
            </p:nvSpPr>
            <p:spPr>
              <a:xfrm flipH="1" flipV="1">
                <a:off x="2732040" y="3361680"/>
                <a:ext cx="87840" cy="1872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732" name="Line 18">
                <a:extLst>
                  <a:ext uri="{FF2B5EF4-FFF2-40B4-BE49-F238E27FC236}">
                    <a16:creationId xmlns:a16="http://schemas.microsoft.com/office/drawing/2014/main" id="{11E671ED-93A7-431E-91D9-0AC941F631FB}"/>
                  </a:ext>
                </a:extLst>
              </p:cNvPr>
              <p:cNvSpPr/>
              <p:nvPr/>
            </p:nvSpPr>
            <p:spPr>
              <a:xfrm flipH="1" flipV="1">
                <a:off x="2504880" y="3356640"/>
                <a:ext cx="87480" cy="1800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733" name="Line 19">
                <a:extLst>
                  <a:ext uri="{FF2B5EF4-FFF2-40B4-BE49-F238E27FC236}">
                    <a16:creationId xmlns:a16="http://schemas.microsoft.com/office/drawing/2014/main" id="{2DD937C6-4B8E-46CB-9434-5BD5D219C5B3}"/>
                  </a:ext>
                </a:extLst>
              </p:cNvPr>
              <p:cNvSpPr/>
              <p:nvPr/>
            </p:nvSpPr>
            <p:spPr>
              <a:xfrm flipV="1">
                <a:off x="3048480" y="3355560"/>
                <a:ext cx="50760" cy="3024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734" name="Line 20">
                <a:extLst>
                  <a:ext uri="{FF2B5EF4-FFF2-40B4-BE49-F238E27FC236}">
                    <a16:creationId xmlns:a16="http://schemas.microsoft.com/office/drawing/2014/main" id="{D1CE9E02-DC85-4650-A0A5-E64BE0EDC27F}"/>
                  </a:ext>
                </a:extLst>
              </p:cNvPr>
              <p:cNvSpPr/>
              <p:nvPr/>
            </p:nvSpPr>
            <p:spPr>
              <a:xfrm flipH="1" flipV="1">
                <a:off x="2871720" y="3349080"/>
                <a:ext cx="87840" cy="1836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735" name="Line 21">
                <a:extLst>
                  <a:ext uri="{FF2B5EF4-FFF2-40B4-BE49-F238E27FC236}">
                    <a16:creationId xmlns:a16="http://schemas.microsoft.com/office/drawing/2014/main" id="{32229A20-EB8A-4B7A-AD11-E1C9F54CF6B3}"/>
                  </a:ext>
                </a:extLst>
              </p:cNvPr>
              <p:cNvSpPr/>
              <p:nvPr/>
            </p:nvSpPr>
            <p:spPr>
              <a:xfrm flipV="1">
                <a:off x="2819880" y="3349080"/>
                <a:ext cx="51840" cy="3132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736" name="Line 22">
                <a:extLst>
                  <a:ext uri="{FF2B5EF4-FFF2-40B4-BE49-F238E27FC236}">
                    <a16:creationId xmlns:a16="http://schemas.microsoft.com/office/drawing/2014/main" id="{6C5DEDEA-606B-4E68-8A73-AADD9390EF03}"/>
                  </a:ext>
                </a:extLst>
              </p:cNvPr>
              <p:cNvSpPr/>
              <p:nvPr/>
            </p:nvSpPr>
            <p:spPr>
              <a:xfrm flipH="1" flipV="1">
                <a:off x="2643120" y="3342240"/>
                <a:ext cx="88920" cy="1944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737" name="Line 23">
                <a:extLst>
                  <a:ext uri="{FF2B5EF4-FFF2-40B4-BE49-F238E27FC236}">
                    <a16:creationId xmlns:a16="http://schemas.microsoft.com/office/drawing/2014/main" id="{4DBCE30D-C8FE-4F7A-B932-C96C8FD3E3D4}"/>
                  </a:ext>
                </a:extLst>
              </p:cNvPr>
              <p:cNvSpPr/>
              <p:nvPr/>
            </p:nvSpPr>
            <p:spPr>
              <a:xfrm flipV="1">
                <a:off x="2592360" y="3342240"/>
                <a:ext cx="50760" cy="3240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738" name="Line 24">
                <a:extLst>
                  <a:ext uri="{FF2B5EF4-FFF2-40B4-BE49-F238E27FC236}">
                    <a16:creationId xmlns:a16="http://schemas.microsoft.com/office/drawing/2014/main" id="{65E7A4CE-8DB1-4E77-8B97-25C6350E2AF1}"/>
                  </a:ext>
                </a:extLst>
              </p:cNvPr>
              <p:cNvSpPr/>
              <p:nvPr/>
            </p:nvSpPr>
            <p:spPr>
              <a:xfrm flipH="1" flipV="1">
                <a:off x="2415960" y="3338280"/>
                <a:ext cx="88920" cy="1836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739" name="Line 25">
                <a:extLst>
                  <a:ext uri="{FF2B5EF4-FFF2-40B4-BE49-F238E27FC236}">
                    <a16:creationId xmlns:a16="http://schemas.microsoft.com/office/drawing/2014/main" id="{5A55C093-84B0-43DC-85F8-EAACF1B3AC70}"/>
                  </a:ext>
                </a:extLst>
              </p:cNvPr>
              <p:cNvSpPr/>
              <p:nvPr/>
            </p:nvSpPr>
            <p:spPr>
              <a:xfrm flipH="1" flipV="1">
                <a:off x="3010680" y="3337200"/>
                <a:ext cx="88560" cy="1836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740" name="Line 26">
                <a:extLst>
                  <a:ext uri="{FF2B5EF4-FFF2-40B4-BE49-F238E27FC236}">
                    <a16:creationId xmlns:a16="http://schemas.microsoft.com/office/drawing/2014/main" id="{611F8594-DCD7-44F9-9677-D4DCFA52E7C4}"/>
                  </a:ext>
                </a:extLst>
              </p:cNvPr>
              <p:cNvSpPr/>
              <p:nvPr/>
            </p:nvSpPr>
            <p:spPr>
              <a:xfrm flipV="1">
                <a:off x="2959560" y="3337200"/>
                <a:ext cx="51120" cy="3024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741" name="Line 27">
                <a:extLst>
                  <a:ext uri="{FF2B5EF4-FFF2-40B4-BE49-F238E27FC236}">
                    <a16:creationId xmlns:a16="http://schemas.microsoft.com/office/drawing/2014/main" id="{B62BA697-D950-462B-918F-F91365B0DCA1}"/>
                  </a:ext>
                </a:extLst>
              </p:cNvPr>
              <p:cNvSpPr/>
              <p:nvPr/>
            </p:nvSpPr>
            <p:spPr>
              <a:xfrm flipH="1" flipV="1">
                <a:off x="2782800" y="3329280"/>
                <a:ext cx="88920" cy="1980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742" name="Line 28">
                <a:extLst>
                  <a:ext uri="{FF2B5EF4-FFF2-40B4-BE49-F238E27FC236}">
                    <a16:creationId xmlns:a16="http://schemas.microsoft.com/office/drawing/2014/main" id="{EF9976C0-7C3D-4470-9AE1-48234B633992}"/>
                  </a:ext>
                </a:extLst>
              </p:cNvPr>
              <p:cNvSpPr/>
              <p:nvPr/>
            </p:nvSpPr>
            <p:spPr>
              <a:xfrm flipV="1">
                <a:off x="2732040" y="3329280"/>
                <a:ext cx="50760" cy="3240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743" name="Line 29">
                <a:extLst>
                  <a:ext uri="{FF2B5EF4-FFF2-40B4-BE49-F238E27FC236}">
                    <a16:creationId xmlns:a16="http://schemas.microsoft.com/office/drawing/2014/main" id="{D1CB0725-7E3A-4F05-ADB5-51D153E8887F}"/>
                  </a:ext>
                </a:extLst>
              </p:cNvPr>
              <p:cNvSpPr/>
              <p:nvPr/>
            </p:nvSpPr>
            <p:spPr>
              <a:xfrm flipV="1">
                <a:off x="3099240" y="3323880"/>
                <a:ext cx="51120" cy="3168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744" name="Line 30">
                <a:extLst>
                  <a:ext uri="{FF2B5EF4-FFF2-40B4-BE49-F238E27FC236}">
                    <a16:creationId xmlns:a16="http://schemas.microsoft.com/office/drawing/2014/main" id="{5CB86E09-6713-48C9-9BF7-62CDD0745846}"/>
                  </a:ext>
                </a:extLst>
              </p:cNvPr>
              <p:cNvSpPr/>
              <p:nvPr/>
            </p:nvSpPr>
            <p:spPr>
              <a:xfrm flipV="1">
                <a:off x="2504880" y="3323160"/>
                <a:ext cx="50760" cy="3348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745" name="Line 31">
                <a:extLst>
                  <a:ext uri="{FF2B5EF4-FFF2-40B4-BE49-F238E27FC236}">
                    <a16:creationId xmlns:a16="http://schemas.microsoft.com/office/drawing/2014/main" id="{5FEE81E0-F0A5-4742-BFBD-1A13F6E9138C}"/>
                  </a:ext>
                </a:extLst>
              </p:cNvPr>
              <p:cNvSpPr/>
              <p:nvPr/>
            </p:nvSpPr>
            <p:spPr>
              <a:xfrm flipH="1" flipV="1">
                <a:off x="2555640" y="3323160"/>
                <a:ext cx="87480" cy="1908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746" name="Line 32">
                <a:extLst>
                  <a:ext uri="{FF2B5EF4-FFF2-40B4-BE49-F238E27FC236}">
                    <a16:creationId xmlns:a16="http://schemas.microsoft.com/office/drawing/2014/main" id="{30736234-6CBE-4129-91A4-69FE9323C414}"/>
                  </a:ext>
                </a:extLst>
              </p:cNvPr>
              <p:cNvSpPr/>
              <p:nvPr/>
            </p:nvSpPr>
            <p:spPr>
              <a:xfrm flipH="1" flipV="1">
                <a:off x="2327760" y="3318840"/>
                <a:ext cx="88200" cy="1944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747" name="Line 33">
                <a:extLst>
                  <a:ext uri="{FF2B5EF4-FFF2-40B4-BE49-F238E27FC236}">
                    <a16:creationId xmlns:a16="http://schemas.microsoft.com/office/drawing/2014/main" id="{D6BA4F41-D9EC-44E3-803F-1230C2264541}"/>
                  </a:ext>
                </a:extLst>
              </p:cNvPr>
              <p:cNvSpPr/>
              <p:nvPr/>
            </p:nvSpPr>
            <p:spPr>
              <a:xfrm flipV="1">
                <a:off x="2871720" y="3317400"/>
                <a:ext cx="50760" cy="3168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748" name="Line 34">
                <a:extLst>
                  <a:ext uri="{FF2B5EF4-FFF2-40B4-BE49-F238E27FC236}">
                    <a16:creationId xmlns:a16="http://schemas.microsoft.com/office/drawing/2014/main" id="{0BD013B6-4F9E-4A6E-8424-9260BE6E0986}"/>
                  </a:ext>
                </a:extLst>
              </p:cNvPr>
              <p:cNvSpPr/>
              <p:nvPr/>
            </p:nvSpPr>
            <p:spPr>
              <a:xfrm flipH="1" flipV="1">
                <a:off x="2922480" y="3317400"/>
                <a:ext cx="88200" cy="1980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749" name="Line 35">
                <a:extLst>
                  <a:ext uri="{FF2B5EF4-FFF2-40B4-BE49-F238E27FC236}">
                    <a16:creationId xmlns:a16="http://schemas.microsoft.com/office/drawing/2014/main" id="{2C6C3A79-4CCE-409E-B1C5-CDF97CF2A84D}"/>
                  </a:ext>
                </a:extLst>
              </p:cNvPr>
              <p:cNvSpPr/>
              <p:nvPr/>
            </p:nvSpPr>
            <p:spPr>
              <a:xfrm flipH="1" flipV="1">
                <a:off x="2694600" y="3308400"/>
                <a:ext cx="88200" cy="2088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750" name="Line 36">
                <a:extLst>
                  <a:ext uri="{FF2B5EF4-FFF2-40B4-BE49-F238E27FC236}">
                    <a16:creationId xmlns:a16="http://schemas.microsoft.com/office/drawing/2014/main" id="{7C99E556-B0C4-418C-BAC8-8435409EC6A0}"/>
                  </a:ext>
                </a:extLst>
              </p:cNvPr>
              <p:cNvSpPr/>
              <p:nvPr/>
            </p:nvSpPr>
            <p:spPr>
              <a:xfrm flipV="1">
                <a:off x="2643120" y="3308400"/>
                <a:ext cx="51480" cy="3384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751" name="Line 37">
                <a:extLst>
                  <a:ext uri="{FF2B5EF4-FFF2-40B4-BE49-F238E27FC236}">
                    <a16:creationId xmlns:a16="http://schemas.microsoft.com/office/drawing/2014/main" id="{124BAC43-15D2-49C8-B031-468CFC1602AC}"/>
                  </a:ext>
                </a:extLst>
              </p:cNvPr>
              <p:cNvSpPr/>
              <p:nvPr/>
            </p:nvSpPr>
            <p:spPr>
              <a:xfrm flipH="1" flipV="1">
                <a:off x="3061800" y="3304800"/>
                <a:ext cx="88560" cy="1908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752" name="Line 38">
                <a:extLst>
                  <a:ext uri="{FF2B5EF4-FFF2-40B4-BE49-F238E27FC236}">
                    <a16:creationId xmlns:a16="http://schemas.microsoft.com/office/drawing/2014/main" id="{0C4917E0-F2E4-4362-AC53-61C473FD0C76}"/>
                  </a:ext>
                </a:extLst>
              </p:cNvPr>
              <p:cNvSpPr/>
              <p:nvPr/>
            </p:nvSpPr>
            <p:spPr>
              <a:xfrm flipV="1">
                <a:off x="3010680" y="3304800"/>
                <a:ext cx="51120" cy="3240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753" name="Line 39">
                <a:extLst>
                  <a:ext uri="{FF2B5EF4-FFF2-40B4-BE49-F238E27FC236}">
                    <a16:creationId xmlns:a16="http://schemas.microsoft.com/office/drawing/2014/main" id="{52F386BD-0C5F-42CA-AC19-EEEA676E4EA5}"/>
                  </a:ext>
                </a:extLst>
              </p:cNvPr>
              <p:cNvSpPr/>
              <p:nvPr/>
            </p:nvSpPr>
            <p:spPr>
              <a:xfrm flipV="1">
                <a:off x="2415960" y="3302280"/>
                <a:ext cx="51480" cy="3600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754" name="Line 40">
                <a:extLst>
                  <a:ext uri="{FF2B5EF4-FFF2-40B4-BE49-F238E27FC236}">
                    <a16:creationId xmlns:a16="http://schemas.microsoft.com/office/drawing/2014/main" id="{8F2EB108-592C-499D-9ED0-12E7AF8CE969}"/>
                  </a:ext>
                </a:extLst>
              </p:cNvPr>
              <p:cNvSpPr/>
              <p:nvPr/>
            </p:nvSpPr>
            <p:spPr>
              <a:xfrm flipH="1" flipV="1">
                <a:off x="2467440" y="3302280"/>
                <a:ext cx="88200" cy="2088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755" name="Line 41">
                <a:extLst>
                  <a:ext uri="{FF2B5EF4-FFF2-40B4-BE49-F238E27FC236}">
                    <a16:creationId xmlns:a16="http://schemas.microsoft.com/office/drawing/2014/main" id="{884DD036-F5F7-47A1-9FA8-3F51EC94ED92}"/>
                  </a:ext>
                </a:extLst>
              </p:cNvPr>
              <p:cNvSpPr/>
              <p:nvPr/>
            </p:nvSpPr>
            <p:spPr>
              <a:xfrm flipH="1" flipV="1">
                <a:off x="2239560" y="3299040"/>
                <a:ext cx="88200" cy="1980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756" name="Line 42">
                <a:extLst>
                  <a:ext uri="{FF2B5EF4-FFF2-40B4-BE49-F238E27FC236}">
                    <a16:creationId xmlns:a16="http://schemas.microsoft.com/office/drawing/2014/main" id="{F0D03DF0-AAD5-4D2C-AA55-5CDAD82CB9F0}"/>
                  </a:ext>
                </a:extLst>
              </p:cNvPr>
              <p:cNvSpPr/>
              <p:nvPr/>
            </p:nvSpPr>
            <p:spPr>
              <a:xfrm flipH="1" flipV="1">
                <a:off x="2834280" y="3295800"/>
                <a:ext cx="88200" cy="2160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757" name="Line 43">
                <a:extLst>
                  <a:ext uri="{FF2B5EF4-FFF2-40B4-BE49-F238E27FC236}">
                    <a16:creationId xmlns:a16="http://schemas.microsoft.com/office/drawing/2014/main" id="{E95C48D7-273C-4565-8F60-20DCED1F2EB5}"/>
                  </a:ext>
                </a:extLst>
              </p:cNvPr>
              <p:cNvSpPr/>
              <p:nvPr/>
            </p:nvSpPr>
            <p:spPr>
              <a:xfrm flipV="1">
                <a:off x="2782800" y="3295800"/>
                <a:ext cx="51480" cy="3348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758" name="Line 44">
                <a:extLst>
                  <a:ext uri="{FF2B5EF4-FFF2-40B4-BE49-F238E27FC236}">
                    <a16:creationId xmlns:a16="http://schemas.microsoft.com/office/drawing/2014/main" id="{EEFA28AB-CD62-44C6-8CA2-8D2EFA9913AB}"/>
                  </a:ext>
                </a:extLst>
              </p:cNvPr>
              <p:cNvSpPr/>
              <p:nvPr/>
            </p:nvSpPr>
            <p:spPr>
              <a:xfrm flipV="1">
                <a:off x="3150360" y="3294000"/>
                <a:ext cx="51120" cy="2988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759" name="Line 45">
                <a:extLst>
                  <a:ext uri="{FF2B5EF4-FFF2-40B4-BE49-F238E27FC236}">
                    <a16:creationId xmlns:a16="http://schemas.microsoft.com/office/drawing/2014/main" id="{6FD9E5BA-6B29-433D-B1B8-4BE7342878AB}"/>
                  </a:ext>
                </a:extLst>
              </p:cNvPr>
              <p:cNvSpPr/>
              <p:nvPr/>
            </p:nvSpPr>
            <p:spPr>
              <a:xfrm flipH="1" flipV="1">
                <a:off x="2606400" y="3286800"/>
                <a:ext cx="88200" cy="2160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760" name="Line 46">
                <a:extLst>
                  <a:ext uri="{FF2B5EF4-FFF2-40B4-BE49-F238E27FC236}">
                    <a16:creationId xmlns:a16="http://schemas.microsoft.com/office/drawing/2014/main" id="{A4356CB3-97B5-448F-BC55-41F975B3C3ED}"/>
                  </a:ext>
                </a:extLst>
              </p:cNvPr>
              <p:cNvSpPr/>
              <p:nvPr/>
            </p:nvSpPr>
            <p:spPr>
              <a:xfrm flipV="1">
                <a:off x="2555640" y="3286800"/>
                <a:ext cx="50760" cy="3636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761" name="Line 47">
                <a:extLst>
                  <a:ext uri="{FF2B5EF4-FFF2-40B4-BE49-F238E27FC236}">
                    <a16:creationId xmlns:a16="http://schemas.microsoft.com/office/drawing/2014/main" id="{6DE5346C-9D46-48A0-89A9-BD556A8AA0B4}"/>
                  </a:ext>
                </a:extLst>
              </p:cNvPr>
              <p:cNvSpPr/>
              <p:nvPr/>
            </p:nvSpPr>
            <p:spPr>
              <a:xfrm flipV="1">
                <a:off x="2922480" y="3283560"/>
                <a:ext cx="51480" cy="3384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762" name="Line 48">
                <a:extLst>
                  <a:ext uri="{FF2B5EF4-FFF2-40B4-BE49-F238E27FC236}">
                    <a16:creationId xmlns:a16="http://schemas.microsoft.com/office/drawing/2014/main" id="{968E651C-256C-4352-9EF2-EDD079CFE51E}"/>
                  </a:ext>
                </a:extLst>
              </p:cNvPr>
              <p:cNvSpPr/>
              <p:nvPr/>
            </p:nvSpPr>
            <p:spPr>
              <a:xfrm flipH="1" flipV="1">
                <a:off x="2973960" y="3283560"/>
                <a:ext cx="87840" cy="2124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763" name="Line 49">
                <a:extLst>
                  <a:ext uri="{FF2B5EF4-FFF2-40B4-BE49-F238E27FC236}">
                    <a16:creationId xmlns:a16="http://schemas.microsoft.com/office/drawing/2014/main" id="{3287B147-7296-44D6-99C3-800EE78E38FD}"/>
                  </a:ext>
                </a:extLst>
              </p:cNvPr>
              <p:cNvSpPr/>
              <p:nvPr/>
            </p:nvSpPr>
            <p:spPr>
              <a:xfrm flipV="1">
                <a:off x="2327760" y="3281760"/>
                <a:ext cx="50760" cy="3708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764" name="Line 50">
                <a:extLst>
                  <a:ext uri="{FF2B5EF4-FFF2-40B4-BE49-F238E27FC236}">
                    <a16:creationId xmlns:a16="http://schemas.microsoft.com/office/drawing/2014/main" id="{5B52E9BC-A6B0-4827-A2C9-0F20E6F0642D}"/>
                  </a:ext>
                </a:extLst>
              </p:cNvPr>
              <p:cNvSpPr/>
              <p:nvPr/>
            </p:nvSpPr>
            <p:spPr>
              <a:xfrm flipH="1" flipV="1">
                <a:off x="2378520" y="3281760"/>
                <a:ext cx="88920" cy="2052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765" name="Line 51">
                <a:extLst>
                  <a:ext uri="{FF2B5EF4-FFF2-40B4-BE49-F238E27FC236}">
                    <a16:creationId xmlns:a16="http://schemas.microsoft.com/office/drawing/2014/main" id="{AD10CA5C-EDEC-4DB4-AD97-2F4866F7D966}"/>
                  </a:ext>
                </a:extLst>
              </p:cNvPr>
              <p:cNvSpPr/>
              <p:nvPr/>
            </p:nvSpPr>
            <p:spPr>
              <a:xfrm flipH="1" flipV="1">
                <a:off x="2151360" y="3279240"/>
                <a:ext cx="88200" cy="1980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766" name="Line 52">
                <a:extLst>
                  <a:ext uri="{FF2B5EF4-FFF2-40B4-BE49-F238E27FC236}">
                    <a16:creationId xmlns:a16="http://schemas.microsoft.com/office/drawing/2014/main" id="{4E6B80B4-61F0-4F20-A7B1-C8CD394CC22B}"/>
                  </a:ext>
                </a:extLst>
              </p:cNvPr>
              <p:cNvSpPr/>
              <p:nvPr/>
            </p:nvSpPr>
            <p:spPr>
              <a:xfrm flipH="1" flipV="1">
                <a:off x="2745360" y="3273120"/>
                <a:ext cx="88920" cy="2268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767" name="Line 53">
                <a:extLst>
                  <a:ext uri="{FF2B5EF4-FFF2-40B4-BE49-F238E27FC236}">
                    <a16:creationId xmlns:a16="http://schemas.microsoft.com/office/drawing/2014/main" id="{E2C620FF-399A-4081-AC39-00C235500311}"/>
                  </a:ext>
                </a:extLst>
              </p:cNvPr>
              <p:cNvSpPr/>
              <p:nvPr/>
            </p:nvSpPr>
            <p:spPr>
              <a:xfrm flipV="1">
                <a:off x="2694600" y="3273120"/>
                <a:ext cx="50760" cy="3528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768" name="Line 54">
                <a:extLst>
                  <a:ext uri="{FF2B5EF4-FFF2-40B4-BE49-F238E27FC236}">
                    <a16:creationId xmlns:a16="http://schemas.microsoft.com/office/drawing/2014/main" id="{BE995E9C-9F59-41A4-8A50-0F1D638A5CFC}"/>
                  </a:ext>
                </a:extLst>
              </p:cNvPr>
              <p:cNvSpPr/>
              <p:nvPr/>
            </p:nvSpPr>
            <p:spPr>
              <a:xfrm flipH="1" flipV="1">
                <a:off x="3112560" y="3273120"/>
                <a:ext cx="88920" cy="2088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769" name="Line 55">
                <a:extLst>
                  <a:ext uri="{FF2B5EF4-FFF2-40B4-BE49-F238E27FC236}">
                    <a16:creationId xmlns:a16="http://schemas.microsoft.com/office/drawing/2014/main" id="{26652ABD-C6B8-4600-BE1F-DF09D117E9A0}"/>
                  </a:ext>
                </a:extLst>
              </p:cNvPr>
              <p:cNvSpPr/>
              <p:nvPr/>
            </p:nvSpPr>
            <p:spPr>
              <a:xfrm flipV="1">
                <a:off x="3061800" y="3273120"/>
                <a:ext cx="50760" cy="3168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770" name="Line 56">
                <a:extLst>
                  <a:ext uri="{FF2B5EF4-FFF2-40B4-BE49-F238E27FC236}">
                    <a16:creationId xmlns:a16="http://schemas.microsoft.com/office/drawing/2014/main" id="{B407557F-518F-4396-ADC1-C0996E59D81F}"/>
                  </a:ext>
                </a:extLst>
              </p:cNvPr>
              <p:cNvSpPr/>
              <p:nvPr/>
            </p:nvSpPr>
            <p:spPr>
              <a:xfrm flipV="1">
                <a:off x="2467440" y="3264840"/>
                <a:ext cx="50760" cy="3744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771" name="Line 57">
                <a:extLst>
                  <a:ext uri="{FF2B5EF4-FFF2-40B4-BE49-F238E27FC236}">
                    <a16:creationId xmlns:a16="http://schemas.microsoft.com/office/drawing/2014/main" id="{014528D1-C32F-4B9E-83B2-8BF682E13224}"/>
                  </a:ext>
                </a:extLst>
              </p:cNvPr>
              <p:cNvSpPr/>
              <p:nvPr/>
            </p:nvSpPr>
            <p:spPr>
              <a:xfrm flipH="1" flipV="1">
                <a:off x="2518200" y="3264840"/>
                <a:ext cx="88200" cy="2196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772" name="Line 58">
                <a:extLst>
                  <a:ext uri="{FF2B5EF4-FFF2-40B4-BE49-F238E27FC236}">
                    <a16:creationId xmlns:a16="http://schemas.microsoft.com/office/drawing/2014/main" id="{0742A972-7A03-42A5-BF91-03864893C5FA}"/>
                  </a:ext>
                </a:extLst>
              </p:cNvPr>
              <p:cNvSpPr/>
              <p:nvPr/>
            </p:nvSpPr>
            <p:spPr>
              <a:xfrm flipV="1">
                <a:off x="3201480" y="3262320"/>
                <a:ext cx="50760" cy="3168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773" name="Line 59">
                <a:extLst>
                  <a:ext uri="{FF2B5EF4-FFF2-40B4-BE49-F238E27FC236}">
                    <a16:creationId xmlns:a16="http://schemas.microsoft.com/office/drawing/2014/main" id="{BCF0E307-6D83-4C9C-9F51-3972E7F989C3}"/>
                  </a:ext>
                </a:extLst>
              </p:cNvPr>
              <p:cNvSpPr/>
              <p:nvPr/>
            </p:nvSpPr>
            <p:spPr>
              <a:xfrm flipH="1" flipV="1">
                <a:off x="2062440" y="3260880"/>
                <a:ext cx="88920" cy="1836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774" name="Line 60">
                <a:extLst>
                  <a:ext uri="{FF2B5EF4-FFF2-40B4-BE49-F238E27FC236}">
                    <a16:creationId xmlns:a16="http://schemas.microsoft.com/office/drawing/2014/main" id="{9A1C0DA6-0203-46E1-93DE-F3B8CAA73251}"/>
                  </a:ext>
                </a:extLst>
              </p:cNvPr>
              <p:cNvSpPr/>
              <p:nvPr/>
            </p:nvSpPr>
            <p:spPr>
              <a:xfrm flipV="1">
                <a:off x="2834280" y="3260880"/>
                <a:ext cx="50760" cy="3492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775" name="Line 61">
                <a:extLst>
                  <a:ext uri="{FF2B5EF4-FFF2-40B4-BE49-F238E27FC236}">
                    <a16:creationId xmlns:a16="http://schemas.microsoft.com/office/drawing/2014/main" id="{2C1F44DD-D8EF-40B6-ABA0-B5D857007C01}"/>
                  </a:ext>
                </a:extLst>
              </p:cNvPr>
              <p:cNvSpPr/>
              <p:nvPr/>
            </p:nvSpPr>
            <p:spPr>
              <a:xfrm flipH="1" flipV="1">
                <a:off x="2885040" y="3260880"/>
                <a:ext cx="88920" cy="2268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776" name="Line 62">
                <a:extLst>
                  <a:ext uri="{FF2B5EF4-FFF2-40B4-BE49-F238E27FC236}">
                    <a16:creationId xmlns:a16="http://schemas.microsoft.com/office/drawing/2014/main" id="{87C72F4C-3921-4221-8677-BAB8410D867D}"/>
                  </a:ext>
                </a:extLst>
              </p:cNvPr>
              <p:cNvSpPr/>
              <p:nvPr/>
            </p:nvSpPr>
            <p:spPr>
              <a:xfrm flipV="1">
                <a:off x="2239560" y="3260880"/>
                <a:ext cx="51480" cy="3816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777" name="Line 63">
                <a:extLst>
                  <a:ext uri="{FF2B5EF4-FFF2-40B4-BE49-F238E27FC236}">
                    <a16:creationId xmlns:a16="http://schemas.microsoft.com/office/drawing/2014/main" id="{197C559E-6D82-4F69-B16B-EF25F6C44792}"/>
                  </a:ext>
                </a:extLst>
              </p:cNvPr>
              <p:cNvSpPr/>
              <p:nvPr/>
            </p:nvSpPr>
            <p:spPr>
              <a:xfrm flipH="1" flipV="1">
                <a:off x="2291040" y="3260880"/>
                <a:ext cx="87480" cy="2088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778" name="Line 64">
                <a:extLst>
                  <a:ext uri="{FF2B5EF4-FFF2-40B4-BE49-F238E27FC236}">
                    <a16:creationId xmlns:a16="http://schemas.microsoft.com/office/drawing/2014/main" id="{4B9E518C-4757-49E8-96B7-5AB5ACCCFB00}"/>
                  </a:ext>
                </a:extLst>
              </p:cNvPr>
              <p:cNvSpPr/>
              <p:nvPr/>
            </p:nvSpPr>
            <p:spPr>
              <a:xfrm flipV="1">
                <a:off x="2973960" y="3249360"/>
                <a:ext cx="50760" cy="3420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779" name="Line 65">
                <a:extLst>
                  <a:ext uri="{FF2B5EF4-FFF2-40B4-BE49-F238E27FC236}">
                    <a16:creationId xmlns:a16="http://schemas.microsoft.com/office/drawing/2014/main" id="{BD806D8A-7B81-4652-878C-45AEE6A3B8A1}"/>
                  </a:ext>
                </a:extLst>
              </p:cNvPr>
              <p:cNvSpPr/>
              <p:nvPr/>
            </p:nvSpPr>
            <p:spPr>
              <a:xfrm flipH="1" flipV="1">
                <a:off x="3024720" y="3249360"/>
                <a:ext cx="87840" cy="2376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780" name="Line 66">
                <a:extLst>
                  <a:ext uri="{FF2B5EF4-FFF2-40B4-BE49-F238E27FC236}">
                    <a16:creationId xmlns:a16="http://schemas.microsoft.com/office/drawing/2014/main" id="{B3C4E106-389B-4449-B6BC-DD201A2776BA}"/>
                  </a:ext>
                </a:extLst>
              </p:cNvPr>
              <p:cNvSpPr/>
              <p:nvPr/>
            </p:nvSpPr>
            <p:spPr>
              <a:xfrm flipV="1">
                <a:off x="2606400" y="3248280"/>
                <a:ext cx="51480" cy="3852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781" name="Line 67">
                <a:extLst>
                  <a:ext uri="{FF2B5EF4-FFF2-40B4-BE49-F238E27FC236}">
                    <a16:creationId xmlns:a16="http://schemas.microsoft.com/office/drawing/2014/main" id="{03E53F4A-8D10-46A9-B1F1-41A330A9C39C}"/>
                  </a:ext>
                </a:extLst>
              </p:cNvPr>
              <p:cNvSpPr/>
              <p:nvPr/>
            </p:nvSpPr>
            <p:spPr>
              <a:xfrm flipH="1" flipV="1">
                <a:off x="2657880" y="3248280"/>
                <a:ext cx="87480" cy="2484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782" name="Line 68">
                <a:extLst>
                  <a:ext uri="{FF2B5EF4-FFF2-40B4-BE49-F238E27FC236}">
                    <a16:creationId xmlns:a16="http://schemas.microsoft.com/office/drawing/2014/main" id="{DC1BF90F-2D4B-41A6-956B-AC5F72BCC627}"/>
                  </a:ext>
                </a:extLst>
              </p:cNvPr>
              <p:cNvSpPr/>
              <p:nvPr/>
            </p:nvSpPr>
            <p:spPr>
              <a:xfrm flipH="1" flipV="1">
                <a:off x="1974600" y="3242520"/>
                <a:ext cx="87840" cy="1836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783" name="Line 69">
                <a:extLst>
                  <a:ext uri="{FF2B5EF4-FFF2-40B4-BE49-F238E27FC236}">
                    <a16:creationId xmlns:a16="http://schemas.microsoft.com/office/drawing/2014/main" id="{A38CA301-909D-4653-97E8-E3D8B1734A87}"/>
                  </a:ext>
                </a:extLst>
              </p:cNvPr>
              <p:cNvSpPr/>
              <p:nvPr/>
            </p:nvSpPr>
            <p:spPr>
              <a:xfrm flipH="1" flipV="1">
                <a:off x="2429280" y="3240720"/>
                <a:ext cx="88920" cy="2412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784" name="Line 70">
                <a:extLst>
                  <a:ext uri="{FF2B5EF4-FFF2-40B4-BE49-F238E27FC236}">
                    <a16:creationId xmlns:a16="http://schemas.microsoft.com/office/drawing/2014/main" id="{2A350F21-6AC8-4275-87EC-CE42830CE7E5}"/>
                  </a:ext>
                </a:extLst>
              </p:cNvPr>
              <p:cNvSpPr/>
              <p:nvPr/>
            </p:nvSpPr>
            <p:spPr>
              <a:xfrm flipV="1">
                <a:off x="2378520" y="3240720"/>
                <a:ext cx="50760" cy="4104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785" name="Line 71">
                <a:extLst>
                  <a:ext uri="{FF2B5EF4-FFF2-40B4-BE49-F238E27FC236}">
                    <a16:creationId xmlns:a16="http://schemas.microsoft.com/office/drawing/2014/main" id="{2524432B-6E56-40BB-A055-544A3142F9F9}"/>
                  </a:ext>
                </a:extLst>
              </p:cNvPr>
              <p:cNvSpPr/>
              <p:nvPr/>
            </p:nvSpPr>
            <p:spPr>
              <a:xfrm flipH="1" flipV="1">
                <a:off x="3163320" y="3239280"/>
                <a:ext cx="88920" cy="2304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786" name="Line 72">
                <a:extLst>
                  <a:ext uri="{FF2B5EF4-FFF2-40B4-BE49-F238E27FC236}">
                    <a16:creationId xmlns:a16="http://schemas.microsoft.com/office/drawing/2014/main" id="{4042FAA7-AA5A-47FA-B73F-CF52EBB50C41}"/>
                  </a:ext>
                </a:extLst>
              </p:cNvPr>
              <p:cNvSpPr/>
              <p:nvPr/>
            </p:nvSpPr>
            <p:spPr>
              <a:xfrm flipV="1">
                <a:off x="3112560" y="3239280"/>
                <a:ext cx="50760" cy="3384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787" name="Line 73">
                <a:extLst>
                  <a:ext uri="{FF2B5EF4-FFF2-40B4-BE49-F238E27FC236}">
                    <a16:creationId xmlns:a16="http://schemas.microsoft.com/office/drawing/2014/main" id="{9E93C18D-2F64-4DE3-999C-37341E0018E3}"/>
                  </a:ext>
                </a:extLst>
              </p:cNvPr>
              <p:cNvSpPr/>
              <p:nvPr/>
            </p:nvSpPr>
            <p:spPr>
              <a:xfrm flipV="1">
                <a:off x="2151360" y="3239280"/>
                <a:ext cx="50760" cy="3996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788" name="Line 74">
                <a:extLst>
                  <a:ext uri="{FF2B5EF4-FFF2-40B4-BE49-F238E27FC236}">
                    <a16:creationId xmlns:a16="http://schemas.microsoft.com/office/drawing/2014/main" id="{B01F2CC0-CBCF-4C1B-A2F5-D1368DA21CF1}"/>
                  </a:ext>
                </a:extLst>
              </p:cNvPr>
              <p:cNvSpPr/>
              <p:nvPr/>
            </p:nvSpPr>
            <p:spPr>
              <a:xfrm flipH="1" flipV="1">
                <a:off x="2202120" y="3239280"/>
                <a:ext cx="88920" cy="2160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789" name="Line 75">
                <a:extLst>
                  <a:ext uri="{FF2B5EF4-FFF2-40B4-BE49-F238E27FC236}">
                    <a16:creationId xmlns:a16="http://schemas.microsoft.com/office/drawing/2014/main" id="{AA6BC2E1-FF2F-466D-9C36-C7EF424E76BF}"/>
                  </a:ext>
                </a:extLst>
              </p:cNvPr>
              <p:cNvSpPr/>
              <p:nvPr/>
            </p:nvSpPr>
            <p:spPr>
              <a:xfrm flipH="1" flipV="1">
                <a:off x="2796120" y="3235320"/>
                <a:ext cx="88920" cy="2556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790" name="Line 76">
                <a:extLst>
                  <a:ext uri="{FF2B5EF4-FFF2-40B4-BE49-F238E27FC236}">
                    <a16:creationId xmlns:a16="http://schemas.microsoft.com/office/drawing/2014/main" id="{6B03BCB5-FD95-4EF3-B947-D61FA7738DE0}"/>
                  </a:ext>
                </a:extLst>
              </p:cNvPr>
              <p:cNvSpPr/>
              <p:nvPr/>
            </p:nvSpPr>
            <p:spPr>
              <a:xfrm flipV="1">
                <a:off x="2745360" y="3235320"/>
                <a:ext cx="50760" cy="3780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791" name="Line 77">
                <a:extLst>
                  <a:ext uri="{FF2B5EF4-FFF2-40B4-BE49-F238E27FC236}">
                    <a16:creationId xmlns:a16="http://schemas.microsoft.com/office/drawing/2014/main" id="{F1DDDA93-5B4B-42C9-908C-58691B6F17CC}"/>
                  </a:ext>
                </a:extLst>
              </p:cNvPr>
              <p:cNvSpPr/>
              <p:nvPr/>
            </p:nvSpPr>
            <p:spPr>
              <a:xfrm flipV="1">
                <a:off x="3252240" y="3229920"/>
                <a:ext cx="50760" cy="3240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792" name="Line 78">
                <a:extLst>
                  <a:ext uri="{FF2B5EF4-FFF2-40B4-BE49-F238E27FC236}">
                    <a16:creationId xmlns:a16="http://schemas.microsoft.com/office/drawing/2014/main" id="{11B76D26-9CA5-4B0A-B0ED-15530359E5A7}"/>
                  </a:ext>
                </a:extLst>
              </p:cNvPr>
              <p:cNvSpPr/>
              <p:nvPr/>
            </p:nvSpPr>
            <p:spPr>
              <a:xfrm flipH="1" flipV="1">
                <a:off x="1885680" y="3225240"/>
                <a:ext cx="88920" cy="1728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793" name="Line 79">
                <a:extLst>
                  <a:ext uri="{FF2B5EF4-FFF2-40B4-BE49-F238E27FC236}">
                    <a16:creationId xmlns:a16="http://schemas.microsoft.com/office/drawing/2014/main" id="{B402632A-1C89-4ABD-9A07-42DAF7840C02}"/>
                  </a:ext>
                </a:extLst>
              </p:cNvPr>
              <p:cNvSpPr/>
              <p:nvPr/>
            </p:nvSpPr>
            <p:spPr>
              <a:xfrm flipV="1">
                <a:off x="2885040" y="3223440"/>
                <a:ext cx="50760" cy="3744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794" name="Line 80">
                <a:extLst>
                  <a:ext uri="{FF2B5EF4-FFF2-40B4-BE49-F238E27FC236}">
                    <a16:creationId xmlns:a16="http://schemas.microsoft.com/office/drawing/2014/main" id="{691E38FA-9BCC-43D8-AEEA-6C6602E0EE25}"/>
                  </a:ext>
                </a:extLst>
              </p:cNvPr>
              <p:cNvSpPr/>
              <p:nvPr/>
            </p:nvSpPr>
            <p:spPr>
              <a:xfrm flipH="1" flipV="1">
                <a:off x="2935800" y="3223440"/>
                <a:ext cx="88920" cy="2592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795" name="Line 81">
                <a:extLst>
                  <a:ext uri="{FF2B5EF4-FFF2-40B4-BE49-F238E27FC236}">
                    <a16:creationId xmlns:a16="http://schemas.microsoft.com/office/drawing/2014/main" id="{6A0DF31F-56FF-45B8-B473-65531278C738}"/>
                  </a:ext>
                </a:extLst>
              </p:cNvPr>
              <p:cNvSpPr/>
              <p:nvPr/>
            </p:nvSpPr>
            <p:spPr>
              <a:xfrm flipV="1">
                <a:off x="2518200" y="3222000"/>
                <a:ext cx="50760" cy="4284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796" name="Line 82">
                <a:extLst>
                  <a:ext uri="{FF2B5EF4-FFF2-40B4-BE49-F238E27FC236}">
                    <a16:creationId xmlns:a16="http://schemas.microsoft.com/office/drawing/2014/main" id="{E54D64EC-226D-47EE-9D14-8FD4CB23CB19}"/>
                  </a:ext>
                </a:extLst>
              </p:cNvPr>
              <p:cNvSpPr/>
              <p:nvPr/>
            </p:nvSpPr>
            <p:spPr>
              <a:xfrm flipH="1" flipV="1">
                <a:off x="2568960" y="3222000"/>
                <a:ext cx="88920" cy="2628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797" name="Line 83">
                <a:extLst>
                  <a:ext uri="{FF2B5EF4-FFF2-40B4-BE49-F238E27FC236}">
                    <a16:creationId xmlns:a16="http://schemas.microsoft.com/office/drawing/2014/main" id="{16F10BB7-4792-4F5B-ACE0-6D56A00D6EEF}"/>
                  </a:ext>
                </a:extLst>
              </p:cNvPr>
              <p:cNvSpPr/>
              <p:nvPr/>
            </p:nvSpPr>
            <p:spPr>
              <a:xfrm flipV="1">
                <a:off x="2062440" y="3219120"/>
                <a:ext cx="50760" cy="4176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798" name="Line 84">
                <a:extLst>
                  <a:ext uri="{FF2B5EF4-FFF2-40B4-BE49-F238E27FC236}">
                    <a16:creationId xmlns:a16="http://schemas.microsoft.com/office/drawing/2014/main" id="{180DD021-80A0-4EE2-84BF-59C67BCEAC53}"/>
                  </a:ext>
                </a:extLst>
              </p:cNvPr>
              <p:cNvSpPr/>
              <p:nvPr/>
            </p:nvSpPr>
            <p:spPr>
              <a:xfrm flipH="1" flipV="1">
                <a:off x="2113200" y="3219120"/>
                <a:ext cx="88920" cy="2016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799" name="Line 85">
                <a:extLst>
                  <a:ext uri="{FF2B5EF4-FFF2-40B4-BE49-F238E27FC236}">
                    <a16:creationId xmlns:a16="http://schemas.microsoft.com/office/drawing/2014/main" id="{AAAB420D-909D-4440-B428-243DE0C74B79}"/>
                  </a:ext>
                </a:extLst>
              </p:cNvPr>
              <p:cNvSpPr/>
              <p:nvPr/>
            </p:nvSpPr>
            <p:spPr>
              <a:xfrm flipV="1">
                <a:off x="2291040" y="3216960"/>
                <a:ext cx="50760" cy="4392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800" name="Line 86">
                <a:extLst>
                  <a:ext uri="{FF2B5EF4-FFF2-40B4-BE49-F238E27FC236}">
                    <a16:creationId xmlns:a16="http://schemas.microsoft.com/office/drawing/2014/main" id="{3621C028-8CB4-40C7-9DEB-A388F0218577}"/>
                  </a:ext>
                </a:extLst>
              </p:cNvPr>
              <p:cNvSpPr/>
              <p:nvPr/>
            </p:nvSpPr>
            <p:spPr>
              <a:xfrm flipH="1" flipV="1">
                <a:off x="2341800" y="3216960"/>
                <a:ext cx="87480" cy="2376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801" name="Line 87">
                <a:extLst>
                  <a:ext uri="{FF2B5EF4-FFF2-40B4-BE49-F238E27FC236}">
                    <a16:creationId xmlns:a16="http://schemas.microsoft.com/office/drawing/2014/main" id="{7906E40D-E2FD-4960-8D57-17DCD1C732BD}"/>
                  </a:ext>
                </a:extLst>
              </p:cNvPr>
              <p:cNvSpPr/>
              <p:nvPr/>
            </p:nvSpPr>
            <p:spPr>
              <a:xfrm flipH="1" flipV="1">
                <a:off x="3075480" y="3214440"/>
                <a:ext cx="87840" cy="2484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802" name="Line 88">
                <a:extLst>
                  <a:ext uri="{FF2B5EF4-FFF2-40B4-BE49-F238E27FC236}">
                    <a16:creationId xmlns:a16="http://schemas.microsoft.com/office/drawing/2014/main" id="{E5E33C48-5EFF-4493-B290-264A86625433}"/>
                  </a:ext>
                </a:extLst>
              </p:cNvPr>
              <p:cNvSpPr/>
              <p:nvPr/>
            </p:nvSpPr>
            <p:spPr>
              <a:xfrm flipV="1">
                <a:off x="3024720" y="3214440"/>
                <a:ext cx="50760" cy="3492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803" name="Line 89">
                <a:extLst>
                  <a:ext uri="{FF2B5EF4-FFF2-40B4-BE49-F238E27FC236}">
                    <a16:creationId xmlns:a16="http://schemas.microsoft.com/office/drawing/2014/main" id="{99B3A373-4253-4D9B-A552-450BFF31A7F7}"/>
                  </a:ext>
                </a:extLst>
              </p:cNvPr>
              <p:cNvSpPr/>
              <p:nvPr/>
            </p:nvSpPr>
            <p:spPr>
              <a:xfrm flipH="1" flipV="1">
                <a:off x="1796760" y="3208320"/>
                <a:ext cx="88920" cy="1692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804" name="Line 90">
                <a:extLst>
                  <a:ext uri="{FF2B5EF4-FFF2-40B4-BE49-F238E27FC236}">
                    <a16:creationId xmlns:a16="http://schemas.microsoft.com/office/drawing/2014/main" id="{4C50A974-05EC-495A-86C1-40E4E85CE753}"/>
                  </a:ext>
                </a:extLst>
              </p:cNvPr>
              <p:cNvSpPr/>
              <p:nvPr/>
            </p:nvSpPr>
            <p:spPr>
              <a:xfrm flipH="1" flipV="1">
                <a:off x="3214080" y="3205800"/>
                <a:ext cx="88920" cy="2412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805" name="Line 91">
                <a:extLst>
                  <a:ext uri="{FF2B5EF4-FFF2-40B4-BE49-F238E27FC236}">
                    <a16:creationId xmlns:a16="http://schemas.microsoft.com/office/drawing/2014/main" id="{00148697-07F8-4500-80B5-21925CD86560}"/>
                  </a:ext>
                </a:extLst>
              </p:cNvPr>
              <p:cNvSpPr/>
              <p:nvPr/>
            </p:nvSpPr>
            <p:spPr>
              <a:xfrm flipV="1">
                <a:off x="3163320" y="3205800"/>
                <a:ext cx="50760" cy="3348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806" name="Line 92">
                <a:extLst>
                  <a:ext uri="{FF2B5EF4-FFF2-40B4-BE49-F238E27FC236}">
                    <a16:creationId xmlns:a16="http://schemas.microsoft.com/office/drawing/2014/main" id="{A40B7F01-D192-49E9-9447-41A9571A88A9}"/>
                  </a:ext>
                </a:extLst>
              </p:cNvPr>
              <p:cNvSpPr/>
              <p:nvPr/>
            </p:nvSpPr>
            <p:spPr>
              <a:xfrm flipH="1" flipV="1">
                <a:off x="2708640" y="3205800"/>
                <a:ext cx="87480" cy="2952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807" name="Line 93">
                <a:extLst>
                  <a:ext uri="{FF2B5EF4-FFF2-40B4-BE49-F238E27FC236}">
                    <a16:creationId xmlns:a16="http://schemas.microsoft.com/office/drawing/2014/main" id="{F4FC3623-D0AF-421F-AC3D-61CDD601F8F4}"/>
                  </a:ext>
                </a:extLst>
              </p:cNvPr>
              <p:cNvSpPr/>
              <p:nvPr/>
            </p:nvSpPr>
            <p:spPr>
              <a:xfrm flipV="1">
                <a:off x="2657880" y="3205800"/>
                <a:ext cx="50760" cy="4248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808" name="Line 94">
                <a:extLst>
                  <a:ext uri="{FF2B5EF4-FFF2-40B4-BE49-F238E27FC236}">
                    <a16:creationId xmlns:a16="http://schemas.microsoft.com/office/drawing/2014/main" id="{A00E3197-0E62-4927-8D0E-D9B541C36F8A}"/>
                  </a:ext>
                </a:extLst>
              </p:cNvPr>
              <p:cNvSpPr/>
              <p:nvPr/>
            </p:nvSpPr>
            <p:spPr>
              <a:xfrm flipH="1" flipV="1">
                <a:off x="2025360" y="3199320"/>
                <a:ext cx="87840" cy="1980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809" name="Line 95">
                <a:extLst>
                  <a:ext uri="{FF2B5EF4-FFF2-40B4-BE49-F238E27FC236}">
                    <a16:creationId xmlns:a16="http://schemas.microsoft.com/office/drawing/2014/main" id="{596106C2-8178-4FF0-86DD-A1524558C254}"/>
                  </a:ext>
                </a:extLst>
              </p:cNvPr>
              <p:cNvSpPr/>
              <p:nvPr/>
            </p:nvSpPr>
            <p:spPr>
              <a:xfrm flipV="1">
                <a:off x="1974600" y="3199320"/>
                <a:ext cx="50760" cy="4320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810" name="Line 96">
                <a:extLst>
                  <a:ext uri="{FF2B5EF4-FFF2-40B4-BE49-F238E27FC236}">
                    <a16:creationId xmlns:a16="http://schemas.microsoft.com/office/drawing/2014/main" id="{5CC1F467-B95F-4F4A-9296-D370F4739B47}"/>
                  </a:ext>
                </a:extLst>
              </p:cNvPr>
              <p:cNvSpPr/>
              <p:nvPr/>
            </p:nvSpPr>
            <p:spPr>
              <a:xfrm flipV="1">
                <a:off x="3303000" y="3198600"/>
                <a:ext cx="50760" cy="3132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811" name="Line 97">
                <a:extLst>
                  <a:ext uri="{FF2B5EF4-FFF2-40B4-BE49-F238E27FC236}">
                    <a16:creationId xmlns:a16="http://schemas.microsoft.com/office/drawing/2014/main" id="{E3BC06EB-4D9E-475B-8705-F527B5D65404}"/>
                  </a:ext>
                </a:extLst>
              </p:cNvPr>
              <p:cNvSpPr/>
              <p:nvPr/>
            </p:nvSpPr>
            <p:spPr>
              <a:xfrm flipH="1" flipV="1">
                <a:off x="2480040" y="3192840"/>
                <a:ext cx="88920" cy="2916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812" name="Line 98">
                <a:extLst>
                  <a:ext uri="{FF2B5EF4-FFF2-40B4-BE49-F238E27FC236}">
                    <a16:creationId xmlns:a16="http://schemas.microsoft.com/office/drawing/2014/main" id="{3759FAA6-90D0-4F23-B9DB-724A0AFD64F4}"/>
                  </a:ext>
                </a:extLst>
              </p:cNvPr>
              <p:cNvSpPr/>
              <p:nvPr/>
            </p:nvSpPr>
            <p:spPr>
              <a:xfrm flipV="1">
                <a:off x="2429280" y="3192840"/>
                <a:ext cx="50760" cy="4788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813" name="Line 99">
                <a:extLst>
                  <a:ext uri="{FF2B5EF4-FFF2-40B4-BE49-F238E27FC236}">
                    <a16:creationId xmlns:a16="http://schemas.microsoft.com/office/drawing/2014/main" id="{681F2B70-A59F-4C3E-8314-EE042297E743}"/>
                  </a:ext>
                </a:extLst>
              </p:cNvPr>
              <p:cNvSpPr/>
              <p:nvPr/>
            </p:nvSpPr>
            <p:spPr>
              <a:xfrm flipH="1" flipV="1">
                <a:off x="2846880" y="3192840"/>
                <a:ext cx="88920" cy="3060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814" name="Line 100">
                <a:extLst>
                  <a:ext uri="{FF2B5EF4-FFF2-40B4-BE49-F238E27FC236}">
                    <a16:creationId xmlns:a16="http://schemas.microsoft.com/office/drawing/2014/main" id="{63088611-7DB2-4FBF-B2E1-24852E079F24}"/>
                  </a:ext>
                </a:extLst>
              </p:cNvPr>
              <p:cNvSpPr/>
              <p:nvPr/>
            </p:nvSpPr>
            <p:spPr>
              <a:xfrm flipV="1">
                <a:off x="2796120" y="3192840"/>
                <a:ext cx="50760" cy="4248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815" name="Line 101">
                <a:extLst>
                  <a:ext uri="{FF2B5EF4-FFF2-40B4-BE49-F238E27FC236}">
                    <a16:creationId xmlns:a16="http://schemas.microsoft.com/office/drawing/2014/main" id="{8D9A7936-667B-49AD-AC9A-312AE42FC53A}"/>
                  </a:ext>
                </a:extLst>
              </p:cNvPr>
              <p:cNvSpPr/>
              <p:nvPr/>
            </p:nvSpPr>
            <p:spPr>
              <a:xfrm flipH="1" flipV="1">
                <a:off x="1709280" y="3191760"/>
                <a:ext cx="87480" cy="1656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816" name="Line 102">
                <a:extLst>
                  <a:ext uri="{FF2B5EF4-FFF2-40B4-BE49-F238E27FC236}">
                    <a16:creationId xmlns:a16="http://schemas.microsoft.com/office/drawing/2014/main" id="{16CBC625-A0C8-4FE1-80CF-CEFF47CD288C}"/>
                  </a:ext>
                </a:extLst>
              </p:cNvPr>
              <p:cNvSpPr/>
              <p:nvPr/>
            </p:nvSpPr>
            <p:spPr>
              <a:xfrm flipV="1">
                <a:off x="2202120" y="3191760"/>
                <a:ext cx="50760" cy="4752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817" name="Line 103">
                <a:extLst>
                  <a:ext uri="{FF2B5EF4-FFF2-40B4-BE49-F238E27FC236}">
                    <a16:creationId xmlns:a16="http://schemas.microsoft.com/office/drawing/2014/main" id="{0542042B-58DE-402C-9DC4-030A7B990BFE}"/>
                  </a:ext>
                </a:extLst>
              </p:cNvPr>
              <p:cNvSpPr/>
              <p:nvPr/>
            </p:nvSpPr>
            <p:spPr>
              <a:xfrm flipH="1" flipV="1">
                <a:off x="2252880" y="3191760"/>
                <a:ext cx="88920" cy="2520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818" name="Line 104">
                <a:extLst>
                  <a:ext uri="{FF2B5EF4-FFF2-40B4-BE49-F238E27FC236}">
                    <a16:creationId xmlns:a16="http://schemas.microsoft.com/office/drawing/2014/main" id="{1C0930E6-EA36-4EEB-8269-1F234F8FE198}"/>
                  </a:ext>
                </a:extLst>
              </p:cNvPr>
              <p:cNvSpPr/>
              <p:nvPr/>
            </p:nvSpPr>
            <p:spPr>
              <a:xfrm flipV="1">
                <a:off x="2935800" y="3184200"/>
                <a:ext cx="50760" cy="3924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819" name="Line 105">
                <a:extLst>
                  <a:ext uri="{FF2B5EF4-FFF2-40B4-BE49-F238E27FC236}">
                    <a16:creationId xmlns:a16="http://schemas.microsoft.com/office/drawing/2014/main" id="{B0618124-FCBC-4EFC-A409-E8C609D87B22}"/>
                  </a:ext>
                </a:extLst>
              </p:cNvPr>
              <p:cNvSpPr/>
              <p:nvPr/>
            </p:nvSpPr>
            <p:spPr>
              <a:xfrm flipH="1" flipV="1">
                <a:off x="2986560" y="3184200"/>
                <a:ext cx="88920" cy="3024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820" name="Line 106">
                <a:extLst>
                  <a:ext uri="{FF2B5EF4-FFF2-40B4-BE49-F238E27FC236}">
                    <a16:creationId xmlns:a16="http://schemas.microsoft.com/office/drawing/2014/main" id="{C6A67B74-DF64-4535-896A-D770A1FFB155}"/>
                  </a:ext>
                </a:extLst>
              </p:cNvPr>
              <p:cNvSpPr/>
              <p:nvPr/>
            </p:nvSpPr>
            <p:spPr>
              <a:xfrm flipH="1" flipV="1">
                <a:off x="1936440" y="3182040"/>
                <a:ext cx="88920" cy="1728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821" name="Line 107">
                <a:extLst>
                  <a:ext uri="{FF2B5EF4-FFF2-40B4-BE49-F238E27FC236}">
                    <a16:creationId xmlns:a16="http://schemas.microsoft.com/office/drawing/2014/main" id="{24EE0CC6-C865-42A5-A588-A84E884BC5E8}"/>
                  </a:ext>
                </a:extLst>
              </p:cNvPr>
              <p:cNvSpPr/>
              <p:nvPr/>
            </p:nvSpPr>
            <p:spPr>
              <a:xfrm flipV="1">
                <a:off x="1885680" y="3182040"/>
                <a:ext cx="50760" cy="4320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822" name="Line 108">
                <a:extLst>
                  <a:ext uri="{FF2B5EF4-FFF2-40B4-BE49-F238E27FC236}">
                    <a16:creationId xmlns:a16="http://schemas.microsoft.com/office/drawing/2014/main" id="{7F389838-D6E4-47FE-AAAD-C9E9D2BADAEA}"/>
                  </a:ext>
                </a:extLst>
              </p:cNvPr>
              <p:cNvSpPr/>
              <p:nvPr/>
            </p:nvSpPr>
            <p:spPr>
              <a:xfrm flipV="1">
                <a:off x="3075480" y="3177720"/>
                <a:ext cx="50760" cy="3672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823" name="Line 109">
                <a:extLst>
                  <a:ext uri="{FF2B5EF4-FFF2-40B4-BE49-F238E27FC236}">
                    <a16:creationId xmlns:a16="http://schemas.microsoft.com/office/drawing/2014/main" id="{3D3EE863-DD87-4CEE-9936-AFB17A3C360B}"/>
                  </a:ext>
                </a:extLst>
              </p:cNvPr>
              <p:cNvSpPr/>
              <p:nvPr/>
            </p:nvSpPr>
            <p:spPr>
              <a:xfrm flipH="1" flipV="1">
                <a:off x="3126240" y="3177720"/>
                <a:ext cx="87840" cy="2808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824" name="Line 110">
                <a:extLst>
                  <a:ext uri="{FF2B5EF4-FFF2-40B4-BE49-F238E27FC236}">
                    <a16:creationId xmlns:a16="http://schemas.microsoft.com/office/drawing/2014/main" id="{BAC9879C-C19A-4C1C-B1D6-8C78FA1F68B1}"/>
                  </a:ext>
                </a:extLst>
              </p:cNvPr>
              <p:cNvSpPr/>
              <p:nvPr/>
            </p:nvSpPr>
            <p:spPr>
              <a:xfrm flipH="1" flipV="1">
                <a:off x="1620360" y="3176280"/>
                <a:ext cx="88920" cy="1548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825" name="Line 111">
                <a:extLst>
                  <a:ext uri="{FF2B5EF4-FFF2-40B4-BE49-F238E27FC236}">
                    <a16:creationId xmlns:a16="http://schemas.microsoft.com/office/drawing/2014/main" id="{7B5F345E-591C-4E22-9814-30FE21D38915}"/>
                  </a:ext>
                </a:extLst>
              </p:cNvPr>
              <p:cNvSpPr/>
              <p:nvPr/>
            </p:nvSpPr>
            <p:spPr>
              <a:xfrm flipV="1">
                <a:off x="2568960" y="3172680"/>
                <a:ext cx="50760" cy="4932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826" name="Line 112">
                <a:extLst>
                  <a:ext uri="{FF2B5EF4-FFF2-40B4-BE49-F238E27FC236}">
                    <a16:creationId xmlns:a16="http://schemas.microsoft.com/office/drawing/2014/main" id="{F0847B0F-8131-4F4A-AFBB-57ABABC9A9EF}"/>
                  </a:ext>
                </a:extLst>
              </p:cNvPr>
              <p:cNvSpPr/>
              <p:nvPr/>
            </p:nvSpPr>
            <p:spPr>
              <a:xfrm flipH="1" flipV="1">
                <a:off x="2619720" y="3172680"/>
                <a:ext cx="88920" cy="3312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827" name="Line 113">
                <a:extLst>
                  <a:ext uri="{FF2B5EF4-FFF2-40B4-BE49-F238E27FC236}">
                    <a16:creationId xmlns:a16="http://schemas.microsoft.com/office/drawing/2014/main" id="{F62F1B35-D22C-4C49-A7EC-752FB5AC836C}"/>
                  </a:ext>
                </a:extLst>
              </p:cNvPr>
              <p:cNvSpPr/>
              <p:nvPr/>
            </p:nvSpPr>
            <p:spPr>
              <a:xfrm flipH="1" flipV="1">
                <a:off x="3264840" y="3172680"/>
                <a:ext cx="88920" cy="2592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828" name="Line 114">
                <a:extLst>
                  <a:ext uri="{FF2B5EF4-FFF2-40B4-BE49-F238E27FC236}">
                    <a16:creationId xmlns:a16="http://schemas.microsoft.com/office/drawing/2014/main" id="{2F1A9CB6-12C3-483D-9520-3941FBE49205}"/>
                  </a:ext>
                </a:extLst>
              </p:cNvPr>
              <p:cNvSpPr/>
              <p:nvPr/>
            </p:nvSpPr>
            <p:spPr>
              <a:xfrm flipV="1">
                <a:off x="3214080" y="3172680"/>
                <a:ext cx="50760" cy="3312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829" name="Line 115">
                <a:extLst>
                  <a:ext uri="{FF2B5EF4-FFF2-40B4-BE49-F238E27FC236}">
                    <a16:creationId xmlns:a16="http://schemas.microsoft.com/office/drawing/2014/main" id="{2C38210C-2061-4A98-9E69-EC287E36489B}"/>
                  </a:ext>
                </a:extLst>
              </p:cNvPr>
              <p:cNvSpPr/>
              <p:nvPr/>
            </p:nvSpPr>
            <p:spPr>
              <a:xfrm flipV="1">
                <a:off x="2113200" y="3169440"/>
                <a:ext cx="50760" cy="4968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830" name="Line 116">
                <a:extLst>
                  <a:ext uri="{FF2B5EF4-FFF2-40B4-BE49-F238E27FC236}">
                    <a16:creationId xmlns:a16="http://schemas.microsoft.com/office/drawing/2014/main" id="{866B68A8-02F8-43AA-8E60-085193E3DBEC}"/>
                  </a:ext>
                </a:extLst>
              </p:cNvPr>
              <p:cNvSpPr/>
              <p:nvPr/>
            </p:nvSpPr>
            <p:spPr>
              <a:xfrm flipH="1" flipV="1">
                <a:off x="2163960" y="3169440"/>
                <a:ext cx="88920" cy="2232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831" name="Line 117">
                <a:extLst>
                  <a:ext uri="{FF2B5EF4-FFF2-40B4-BE49-F238E27FC236}">
                    <a16:creationId xmlns:a16="http://schemas.microsoft.com/office/drawing/2014/main" id="{97D5E6DE-2AC5-4DCF-9C58-3550E06CB46F}"/>
                  </a:ext>
                </a:extLst>
              </p:cNvPr>
              <p:cNvSpPr/>
              <p:nvPr/>
            </p:nvSpPr>
            <p:spPr>
              <a:xfrm flipV="1">
                <a:off x="3353760" y="3165480"/>
                <a:ext cx="50760" cy="3312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832" name="Line 118">
                <a:extLst>
                  <a:ext uri="{FF2B5EF4-FFF2-40B4-BE49-F238E27FC236}">
                    <a16:creationId xmlns:a16="http://schemas.microsoft.com/office/drawing/2014/main" id="{7F06BD41-6AAC-46CA-B4A9-C3519F822BC1}"/>
                  </a:ext>
                </a:extLst>
              </p:cNvPr>
              <p:cNvSpPr/>
              <p:nvPr/>
            </p:nvSpPr>
            <p:spPr>
              <a:xfrm flipH="1" flipV="1">
                <a:off x="1847880" y="3165480"/>
                <a:ext cx="88560" cy="1656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833" name="Line 119">
                <a:extLst>
                  <a:ext uri="{FF2B5EF4-FFF2-40B4-BE49-F238E27FC236}">
                    <a16:creationId xmlns:a16="http://schemas.microsoft.com/office/drawing/2014/main" id="{F978B580-1F0F-4386-AB88-1335F1ADA89E}"/>
                  </a:ext>
                </a:extLst>
              </p:cNvPr>
              <p:cNvSpPr/>
              <p:nvPr/>
            </p:nvSpPr>
            <p:spPr>
              <a:xfrm flipV="1">
                <a:off x="1796760" y="3165480"/>
                <a:ext cx="51120" cy="4284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834" name="Line 120">
                <a:extLst>
                  <a:ext uri="{FF2B5EF4-FFF2-40B4-BE49-F238E27FC236}">
                    <a16:creationId xmlns:a16="http://schemas.microsoft.com/office/drawing/2014/main" id="{85D2CE19-60DD-4D30-A6F4-E6735FE11BE1}"/>
                  </a:ext>
                </a:extLst>
              </p:cNvPr>
              <p:cNvSpPr/>
              <p:nvPr/>
            </p:nvSpPr>
            <p:spPr>
              <a:xfrm flipH="1" flipV="1">
                <a:off x="2392560" y="3163680"/>
                <a:ext cx="87480" cy="2916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835" name="Line 121">
                <a:extLst>
                  <a:ext uri="{FF2B5EF4-FFF2-40B4-BE49-F238E27FC236}">
                    <a16:creationId xmlns:a16="http://schemas.microsoft.com/office/drawing/2014/main" id="{4A5246E7-0003-4383-B48A-16423391D713}"/>
                  </a:ext>
                </a:extLst>
              </p:cNvPr>
              <p:cNvSpPr/>
              <p:nvPr/>
            </p:nvSpPr>
            <p:spPr>
              <a:xfrm flipV="1">
                <a:off x="2341800" y="3163680"/>
                <a:ext cx="50760" cy="5328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836" name="Line 122">
                <a:extLst>
                  <a:ext uri="{FF2B5EF4-FFF2-40B4-BE49-F238E27FC236}">
                    <a16:creationId xmlns:a16="http://schemas.microsoft.com/office/drawing/2014/main" id="{E60E2C53-0B31-4422-9BB7-3690C1FC53DD}"/>
                  </a:ext>
                </a:extLst>
              </p:cNvPr>
              <p:cNvSpPr/>
              <p:nvPr/>
            </p:nvSpPr>
            <p:spPr>
              <a:xfrm flipH="1" flipV="1">
                <a:off x="1531440" y="3161880"/>
                <a:ext cx="88920" cy="1440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837" name="Line 123">
                <a:extLst>
                  <a:ext uri="{FF2B5EF4-FFF2-40B4-BE49-F238E27FC236}">
                    <a16:creationId xmlns:a16="http://schemas.microsoft.com/office/drawing/2014/main" id="{2AA6275A-591C-4E37-B194-3B8A6404F269}"/>
                  </a:ext>
                </a:extLst>
              </p:cNvPr>
              <p:cNvSpPr/>
              <p:nvPr/>
            </p:nvSpPr>
            <p:spPr>
              <a:xfrm flipH="1" flipV="1">
                <a:off x="2759400" y="3157200"/>
                <a:ext cx="87480" cy="3564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838" name="Line 124">
                <a:extLst>
                  <a:ext uri="{FF2B5EF4-FFF2-40B4-BE49-F238E27FC236}">
                    <a16:creationId xmlns:a16="http://schemas.microsoft.com/office/drawing/2014/main" id="{A4D0773E-05F7-493F-A508-3A69C23D5A31}"/>
                  </a:ext>
                </a:extLst>
              </p:cNvPr>
              <p:cNvSpPr/>
              <p:nvPr/>
            </p:nvSpPr>
            <p:spPr>
              <a:xfrm flipV="1">
                <a:off x="2708640" y="3157200"/>
                <a:ext cx="50760" cy="4860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839" name="Line 125">
                <a:extLst>
                  <a:ext uri="{FF2B5EF4-FFF2-40B4-BE49-F238E27FC236}">
                    <a16:creationId xmlns:a16="http://schemas.microsoft.com/office/drawing/2014/main" id="{A8B6E3B0-64AA-4E94-A68A-6518FEACAD7A}"/>
                  </a:ext>
                </a:extLst>
              </p:cNvPr>
              <p:cNvSpPr/>
              <p:nvPr/>
            </p:nvSpPr>
            <p:spPr>
              <a:xfrm flipV="1">
                <a:off x="1709280" y="3151080"/>
                <a:ext cx="50760" cy="4068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840" name="Line 126">
                <a:extLst>
                  <a:ext uri="{FF2B5EF4-FFF2-40B4-BE49-F238E27FC236}">
                    <a16:creationId xmlns:a16="http://schemas.microsoft.com/office/drawing/2014/main" id="{87E16987-0002-4AA9-A893-1ED86B626E9A}"/>
                  </a:ext>
                </a:extLst>
              </p:cNvPr>
              <p:cNvSpPr/>
              <p:nvPr/>
            </p:nvSpPr>
            <p:spPr>
              <a:xfrm flipH="1" flipV="1">
                <a:off x="1760040" y="3151080"/>
                <a:ext cx="87840" cy="1440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841" name="Line 127">
                <a:extLst>
                  <a:ext uri="{FF2B5EF4-FFF2-40B4-BE49-F238E27FC236}">
                    <a16:creationId xmlns:a16="http://schemas.microsoft.com/office/drawing/2014/main" id="{30215238-8FD6-49A5-8DE8-47F15BBE0943}"/>
                  </a:ext>
                </a:extLst>
              </p:cNvPr>
              <p:cNvSpPr/>
              <p:nvPr/>
            </p:nvSpPr>
            <p:spPr>
              <a:xfrm flipV="1">
                <a:off x="2025360" y="3147120"/>
                <a:ext cx="50760" cy="5220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842" name="Line 128">
                <a:extLst>
                  <a:ext uri="{FF2B5EF4-FFF2-40B4-BE49-F238E27FC236}">
                    <a16:creationId xmlns:a16="http://schemas.microsoft.com/office/drawing/2014/main" id="{53832538-906E-41A8-818B-36B5AA195B7A}"/>
                  </a:ext>
                </a:extLst>
              </p:cNvPr>
              <p:cNvSpPr/>
              <p:nvPr/>
            </p:nvSpPr>
            <p:spPr>
              <a:xfrm flipH="1" flipV="1">
                <a:off x="2076120" y="3147120"/>
                <a:ext cx="87840" cy="2232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843" name="Line 129">
                <a:extLst>
                  <a:ext uri="{FF2B5EF4-FFF2-40B4-BE49-F238E27FC236}">
                    <a16:creationId xmlns:a16="http://schemas.microsoft.com/office/drawing/2014/main" id="{BFF9F28C-8846-4F0A-9FAB-17CBFF2D8390}"/>
                  </a:ext>
                </a:extLst>
              </p:cNvPr>
              <p:cNvSpPr/>
              <p:nvPr/>
            </p:nvSpPr>
            <p:spPr>
              <a:xfrm flipV="1">
                <a:off x="2846880" y="3147120"/>
                <a:ext cx="51120" cy="4572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844" name="Line 130">
                <a:extLst>
                  <a:ext uri="{FF2B5EF4-FFF2-40B4-BE49-F238E27FC236}">
                    <a16:creationId xmlns:a16="http://schemas.microsoft.com/office/drawing/2014/main" id="{5B0C2FC3-C33B-49AD-A8CF-8A56B320733A}"/>
                  </a:ext>
                </a:extLst>
              </p:cNvPr>
              <p:cNvSpPr/>
              <p:nvPr/>
            </p:nvSpPr>
            <p:spPr>
              <a:xfrm flipH="1" flipV="1">
                <a:off x="2898000" y="3147120"/>
                <a:ext cx="88560" cy="3708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845" name="Line 131">
                <a:extLst>
                  <a:ext uri="{FF2B5EF4-FFF2-40B4-BE49-F238E27FC236}">
                    <a16:creationId xmlns:a16="http://schemas.microsoft.com/office/drawing/2014/main" id="{110832D2-7F0F-480D-886C-C7AE14E25A7B}"/>
                  </a:ext>
                </a:extLst>
              </p:cNvPr>
              <p:cNvSpPr/>
              <p:nvPr/>
            </p:nvSpPr>
            <p:spPr>
              <a:xfrm flipH="1" flipV="1">
                <a:off x="1443960" y="3146400"/>
                <a:ext cx="87480" cy="1548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846" name="Line 132">
                <a:extLst>
                  <a:ext uri="{FF2B5EF4-FFF2-40B4-BE49-F238E27FC236}">
                    <a16:creationId xmlns:a16="http://schemas.microsoft.com/office/drawing/2014/main" id="{6299362A-373F-4C4F-9A18-76777A17933B}"/>
                  </a:ext>
                </a:extLst>
              </p:cNvPr>
              <p:cNvSpPr/>
              <p:nvPr/>
            </p:nvSpPr>
            <p:spPr>
              <a:xfrm flipV="1">
                <a:off x="2986560" y="3143520"/>
                <a:ext cx="51120" cy="4068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847" name="Line 133">
                <a:extLst>
                  <a:ext uri="{FF2B5EF4-FFF2-40B4-BE49-F238E27FC236}">
                    <a16:creationId xmlns:a16="http://schemas.microsoft.com/office/drawing/2014/main" id="{B7DBBC2A-9006-44AF-9657-FECD895120C2}"/>
                  </a:ext>
                </a:extLst>
              </p:cNvPr>
              <p:cNvSpPr/>
              <p:nvPr/>
            </p:nvSpPr>
            <p:spPr>
              <a:xfrm flipH="1" flipV="1">
                <a:off x="3037680" y="3143520"/>
                <a:ext cx="88560" cy="3420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848" name="Line 134">
                <a:extLst>
                  <a:ext uri="{FF2B5EF4-FFF2-40B4-BE49-F238E27FC236}">
                    <a16:creationId xmlns:a16="http://schemas.microsoft.com/office/drawing/2014/main" id="{2006497B-D861-4939-9B44-0AEA37A95994}"/>
                  </a:ext>
                </a:extLst>
              </p:cNvPr>
              <p:cNvSpPr/>
              <p:nvPr/>
            </p:nvSpPr>
            <p:spPr>
              <a:xfrm flipV="1">
                <a:off x="3126240" y="3141000"/>
                <a:ext cx="51120" cy="3672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849" name="Line 135">
                <a:extLst>
                  <a:ext uri="{FF2B5EF4-FFF2-40B4-BE49-F238E27FC236}">
                    <a16:creationId xmlns:a16="http://schemas.microsoft.com/office/drawing/2014/main" id="{75D89FDE-C5F1-48A2-B5E7-E52DF958A51B}"/>
                  </a:ext>
                </a:extLst>
              </p:cNvPr>
              <p:cNvSpPr/>
              <p:nvPr/>
            </p:nvSpPr>
            <p:spPr>
              <a:xfrm flipH="1" flipV="1">
                <a:off x="3177360" y="3141000"/>
                <a:ext cx="87480" cy="3168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850" name="Line 136">
                <a:extLst>
                  <a:ext uri="{FF2B5EF4-FFF2-40B4-BE49-F238E27FC236}">
                    <a16:creationId xmlns:a16="http://schemas.microsoft.com/office/drawing/2014/main" id="{9C6E414E-52FD-4947-8E74-16FB93E3A2E2}"/>
                  </a:ext>
                </a:extLst>
              </p:cNvPr>
              <p:cNvSpPr/>
              <p:nvPr/>
            </p:nvSpPr>
            <p:spPr>
              <a:xfrm flipH="1" flipV="1">
                <a:off x="3315600" y="3138840"/>
                <a:ext cx="88920" cy="2664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851" name="Line 137">
                <a:extLst>
                  <a:ext uri="{FF2B5EF4-FFF2-40B4-BE49-F238E27FC236}">
                    <a16:creationId xmlns:a16="http://schemas.microsoft.com/office/drawing/2014/main" id="{69A9D01A-C6FA-4E88-B8D8-11DE3564AC09}"/>
                  </a:ext>
                </a:extLst>
              </p:cNvPr>
              <p:cNvSpPr/>
              <p:nvPr/>
            </p:nvSpPr>
            <p:spPr>
              <a:xfrm flipV="1">
                <a:off x="3264840" y="3138840"/>
                <a:ext cx="50760" cy="3384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852" name="Line 138">
                <a:extLst>
                  <a:ext uri="{FF2B5EF4-FFF2-40B4-BE49-F238E27FC236}">
                    <a16:creationId xmlns:a16="http://schemas.microsoft.com/office/drawing/2014/main" id="{1F70F91C-A2F1-4D2F-A130-A43B2A7E7580}"/>
                  </a:ext>
                </a:extLst>
              </p:cNvPr>
              <p:cNvSpPr/>
              <p:nvPr/>
            </p:nvSpPr>
            <p:spPr>
              <a:xfrm flipV="1">
                <a:off x="2480040" y="3137760"/>
                <a:ext cx="50760" cy="5508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853" name="Line 139">
                <a:extLst>
                  <a:ext uri="{FF2B5EF4-FFF2-40B4-BE49-F238E27FC236}">
                    <a16:creationId xmlns:a16="http://schemas.microsoft.com/office/drawing/2014/main" id="{F509D2B4-E63D-4820-8FA7-418D18401A81}"/>
                  </a:ext>
                </a:extLst>
              </p:cNvPr>
              <p:cNvSpPr/>
              <p:nvPr/>
            </p:nvSpPr>
            <p:spPr>
              <a:xfrm flipH="1" flipV="1">
                <a:off x="2530800" y="3137760"/>
                <a:ext cx="88920" cy="3492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854" name="Line 140">
                <a:extLst>
                  <a:ext uri="{FF2B5EF4-FFF2-40B4-BE49-F238E27FC236}">
                    <a16:creationId xmlns:a16="http://schemas.microsoft.com/office/drawing/2014/main" id="{F870C1FD-B31C-4D89-AD6D-D3F936BA6D54}"/>
                  </a:ext>
                </a:extLst>
              </p:cNvPr>
              <p:cNvSpPr/>
              <p:nvPr/>
            </p:nvSpPr>
            <p:spPr>
              <a:xfrm flipV="1">
                <a:off x="1620360" y="3136320"/>
                <a:ext cx="50760" cy="3996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855" name="Line 141">
                <a:extLst>
                  <a:ext uri="{FF2B5EF4-FFF2-40B4-BE49-F238E27FC236}">
                    <a16:creationId xmlns:a16="http://schemas.microsoft.com/office/drawing/2014/main" id="{2D9E5119-F896-4B1F-9E78-BF999DF473CD}"/>
                  </a:ext>
                </a:extLst>
              </p:cNvPr>
              <p:cNvSpPr/>
              <p:nvPr/>
            </p:nvSpPr>
            <p:spPr>
              <a:xfrm flipH="1" flipV="1">
                <a:off x="1671120" y="3136320"/>
                <a:ext cx="88920" cy="1476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856" name="Line 142">
                <a:extLst>
                  <a:ext uri="{FF2B5EF4-FFF2-40B4-BE49-F238E27FC236}">
                    <a16:creationId xmlns:a16="http://schemas.microsoft.com/office/drawing/2014/main" id="{ED8C86DE-FFFB-43EB-9E9C-DED074975B44}"/>
                  </a:ext>
                </a:extLst>
              </p:cNvPr>
              <p:cNvSpPr/>
              <p:nvPr/>
            </p:nvSpPr>
            <p:spPr>
              <a:xfrm flipV="1">
                <a:off x="3404520" y="3134520"/>
                <a:ext cx="50760" cy="3096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857" name="Line 143">
                <a:extLst>
                  <a:ext uri="{FF2B5EF4-FFF2-40B4-BE49-F238E27FC236}">
                    <a16:creationId xmlns:a16="http://schemas.microsoft.com/office/drawing/2014/main" id="{EC3EA125-7AC0-40C5-9244-A7EBD860E5CB}"/>
                  </a:ext>
                </a:extLst>
              </p:cNvPr>
              <p:cNvSpPr/>
              <p:nvPr/>
            </p:nvSpPr>
            <p:spPr>
              <a:xfrm flipH="1" flipV="1">
                <a:off x="2303640" y="3134520"/>
                <a:ext cx="88920" cy="2916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858" name="Line 144">
                <a:extLst>
                  <a:ext uri="{FF2B5EF4-FFF2-40B4-BE49-F238E27FC236}">
                    <a16:creationId xmlns:a16="http://schemas.microsoft.com/office/drawing/2014/main" id="{351621A6-4D67-4B48-8105-E9D39358AD7A}"/>
                  </a:ext>
                </a:extLst>
              </p:cNvPr>
              <p:cNvSpPr/>
              <p:nvPr/>
            </p:nvSpPr>
            <p:spPr>
              <a:xfrm flipV="1">
                <a:off x="2252880" y="3134520"/>
                <a:ext cx="50760" cy="5724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859" name="Line 145">
                <a:extLst>
                  <a:ext uri="{FF2B5EF4-FFF2-40B4-BE49-F238E27FC236}">
                    <a16:creationId xmlns:a16="http://schemas.microsoft.com/office/drawing/2014/main" id="{CAC177B8-C35D-4C9A-8698-BFF46CD501D3}"/>
                  </a:ext>
                </a:extLst>
              </p:cNvPr>
              <p:cNvSpPr/>
              <p:nvPr/>
            </p:nvSpPr>
            <p:spPr>
              <a:xfrm flipH="1" flipV="1">
                <a:off x="1355040" y="3131280"/>
                <a:ext cx="88920" cy="1512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860" name="Line 146">
                <a:extLst>
                  <a:ext uri="{FF2B5EF4-FFF2-40B4-BE49-F238E27FC236}">
                    <a16:creationId xmlns:a16="http://schemas.microsoft.com/office/drawing/2014/main" id="{D650E176-8D55-4D4E-9C6A-24704E17FE21}"/>
                  </a:ext>
                </a:extLst>
              </p:cNvPr>
              <p:cNvSpPr/>
              <p:nvPr/>
            </p:nvSpPr>
            <p:spPr>
              <a:xfrm flipH="1" flipV="1">
                <a:off x="1987560" y="3128760"/>
                <a:ext cx="88560" cy="1836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861" name="Line 147">
                <a:extLst>
                  <a:ext uri="{FF2B5EF4-FFF2-40B4-BE49-F238E27FC236}">
                    <a16:creationId xmlns:a16="http://schemas.microsoft.com/office/drawing/2014/main" id="{874606B0-3830-43F8-AF45-AE67CD8FB578}"/>
                  </a:ext>
                </a:extLst>
              </p:cNvPr>
              <p:cNvSpPr/>
              <p:nvPr/>
            </p:nvSpPr>
            <p:spPr>
              <a:xfrm flipV="1">
                <a:off x="1936440" y="3128760"/>
                <a:ext cx="51120" cy="5328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862" name="Line 148">
                <a:extLst>
                  <a:ext uri="{FF2B5EF4-FFF2-40B4-BE49-F238E27FC236}">
                    <a16:creationId xmlns:a16="http://schemas.microsoft.com/office/drawing/2014/main" id="{A81994A6-B667-4196-B30F-C40C603C6398}"/>
                  </a:ext>
                </a:extLst>
              </p:cNvPr>
              <p:cNvSpPr/>
              <p:nvPr/>
            </p:nvSpPr>
            <p:spPr>
              <a:xfrm flipV="1">
                <a:off x="1531440" y="3123720"/>
                <a:ext cx="50760" cy="3816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863" name="Line 149">
                <a:extLst>
                  <a:ext uri="{FF2B5EF4-FFF2-40B4-BE49-F238E27FC236}">
                    <a16:creationId xmlns:a16="http://schemas.microsoft.com/office/drawing/2014/main" id="{08F722B2-08E4-4137-B0C8-1448B13217D4}"/>
                  </a:ext>
                </a:extLst>
              </p:cNvPr>
              <p:cNvSpPr/>
              <p:nvPr/>
            </p:nvSpPr>
            <p:spPr>
              <a:xfrm flipH="1" flipV="1">
                <a:off x="1582200" y="3123720"/>
                <a:ext cx="88920" cy="1260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864" name="Line 150">
                <a:extLst>
                  <a:ext uri="{FF2B5EF4-FFF2-40B4-BE49-F238E27FC236}">
                    <a16:creationId xmlns:a16="http://schemas.microsoft.com/office/drawing/2014/main" id="{FED54A0F-7706-45D2-A9DE-91F40652A414}"/>
                  </a:ext>
                </a:extLst>
              </p:cNvPr>
              <p:cNvSpPr/>
              <p:nvPr/>
            </p:nvSpPr>
            <p:spPr>
              <a:xfrm flipH="1" flipV="1">
                <a:off x="2670480" y="3116160"/>
                <a:ext cx="88920" cy="4104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865" name="Line 151">
                <a:extLst>
                  <a:ext uri="{FF2B5EF4-FFF2-40B4-BE49-F238E27FC236}">
                    <a16:creationId xmlns:a16="http://schemas.microsoft.com/office/drawing/2014/main" id="{78AC6041-C4A9-4C73-A3BE-6B2FAAB05941}"/>
                  </a:ext>
                </a:extLst>
              </p:cNvPr>
              <p:cNvSpPr/>
              <p:nvPr/>
            </p:nvSpPr>
            <p:spPr>
              <a:xfrm flipV="1">
                <a:off x="2619720" y="3116160"/>
                <a:ext cx="50760" cy="5652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866" name="Line 152">
                <a:extLst>
                  <a:ext uri="{FF2B5EF4-FFF2-40B4-BE49-F238E27FC236}">
                    <a16:creationId xmlns:a16="http://schemas.microsoft.com/office/drawing/2014/main" id="{37294621-47F0-4E7D-86F2-D51FFD8CEF60}"/>
                  </a:ext>
                </a:extLst>
              </p:cNvPr>
              <p:cNvSpPr/>
              <p:nvPr/>
            </p:nvSpPr>
            <p:spPr>
              <a:xfrm flipH="1" flipV="1">
                <a:off x="1266120" y="3116160"/>
                <a:ext cx="88920" cy="1512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867" name="Line 153">
                <a:extLst>
                  <a:ext uri="{FF2B5EF4-FFF2-40B4-BE49-F238E27FC236}">
                    <a16:creationId xmlns:a16="http://schemas.microsoft.com/office/drawing/2014/main" id="{BEAF0274-7E79-4DD4-BB78-CDFEE71F7F75}"/>
                  </a:ext>
                </a:extLst>
              </p:cNvPr>
              <p:cNvSpPr/>
              <p:nvPr/>
            </p:nvSpPr>
            <p:spPr>
              <a:xfrm flipH="1" flipV="1">
                <a:off x="1898640" y="3114360"/>
                <a:ext cx="88920" cy="1440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868" name="Line 154">
                <a:extLst>
                  <a:ext uri="{FF2B5EF4-FFF2-40B4-BE49-F238E27FC236}">
                    <a16:creationId xmlns:a16="http://schemas.microsoft.com/office/drawing/2014/main" id="{D2375787-C5CE-4DD0-BDA6-354A7497FB78}"/>
                  </a:ext>
                </a:extLst>
              </p:cNvPr>
              <p:cNvSpPr/>
              <p:nvPr/>
            </p:nvSpPr>
            <p:spPr>
              <a:xfrm flipV="1">
                <a:off x="1847880" y="3114360"/>
                <a:ext cx="50760" cy="5112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869" name="Line 155">
                <a:extLst>
                  <a:ext uri="{FF2B5EF4-FFF2-40B4-BE49-F238E27FC236}">
                    <a16:creationId xmlns:a16="http://schemas.microsoft.com/office/drawing/2014/main" id="{9A5778AF-2D36-4D45-AF0E-B3B1444ECD53}"/>
                  </a:ext>
                </a:extLst>
              </p:cNvPr>
              <p:cNvSpPr/>
              <p:nvPr/>
            </p:nvSpPr>
            <p:spPr>
              <a:xfrm flipV="1">
                <a:off x="1443960" y="3110400"/>
                <a:ext cx="50760" cy="3600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870" name="Line 156">
                <a:extLst>
                  <a:ext uri="{FF2B5EF4-FFF2-40B4-BE49-F238E27FC236}">
                    <a16:creationId xmlns:a16="http://schemas.microsoft.com/office/drawing/2014/main" id="{DFAA29DA-A6CE-472C-8359-AB363D887D1D}"/>
                  </a:ext>
                </a:extLst>
              </p:cNvPr>
              <p:cNvSpPr/>
              <p:nvPr/>
            </p:nvSpPr>
            <p:spPr>
              <a:xfrm flipH="1" flipV="1">
                <a:off x="1494720" y="3110400"/>
                <a:ext cx="87480" cy="1332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871" name="Line 157">
                <a:extLst>
                  <a:ext uri="{FF2B5EF4-FFF2-40B4-BE49-F238E27FC236}">
                    <a16:creationId xmlns:a16="http://schemas.microsoft.com/office/drawing/2014/main" id="{34E14AF9-99B9-4F98-A5A5-289646041C7D}"/>
                  </a:ext>
                </a:extLst>
              </p:cNvPr>
              <p:cNvSpPr/>
              <p:nvPr/>
            </p:nvSpPr>
            <p:spPr>
              <a:xfrm flipV="1">
                <a:off x="2163960" y="3107160"/>
                <a:ext cx="50760" cy="6228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872" name="Line 158">
                <a:extLst>
                  <a:ext uri="{FF2B5EF4-FFF2-40B4-BE49-F238E27FC236}">
                    <a16:creationId xmlns:a16="http://schemas.microsoft.com/office/drawing/2014/main" id="{7728EA07-B8E4-4863-8DC2-EC7CE7A41AE3}"/>
                  </a:ext>
                </a:extLst>
              </p:cNvPr>
              <p:cNvSpPr/>
              <p:nvPr/>
            </p:nvSpPr>
            <p:spPr>
              <a:xfrm flipH="1" flipV="1">
                <a:off x="2214720" y="3107160"/>
                <a:ext cx="88920" cy="2736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873" name="Line 159">
                <a:extLst>
                  <a:ext uri="{FF2B5EF4-FFF2-40B4-BE49-F238E27FC236}">
                    <a16:creationId xmlns:a16="http://schemas.microsoft.com/office/drawing/2014/main" id="{AE7D42A6-266D-4D00-8AF5-854969612DF6}"/>
                  </a:ext>
                </a:extLst>
              </p:cNvPr>
              <p:cNvSpPr/>
              <p:nvPr/>
            </p:nvSpPr>
            <p:spPr>
              <a:xfrm flipH="1" flipV="1">
                <a:off x="3367080" y="3105360"/>
                <a:ext cx="88200" cy="2916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874" name="Line 160">
                <a:extLst>
                  <a:ext uri="{FF2B5EF4-FFF2-40B4-BE49-F238E27FC236}">
                    <a16:creationId xmlns:a16="http://schemas.microsoft.com/office/drawing/2014/main" id="{2755DE2A-BE81-4B5F-856C-46F6AEAE16D0}"/>
                  </a:ext>
                </a:extLst>
              </p:cNvPr>
              <p:cNvSpPr/>
              <p:nvPr/>
            </p:nvSpPr>
            <p:spPr>
              <a:xfrm flipV="1">
                <a:off x="3315600" y="3105360"/>
                <a:ext cx="51480" cy="3348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875" name="Line 161">
                <a:extLst>
                  <a:ext uri="{FF2B5EF4-FFF2-40B4-BE49-F238E27FC236}">
                    <a16:creationId xmlns:a16="http://schemas.microsoft.com/office/drawing/2014/main" id="{52D20997-C32C-4DD2-BCAA-B7E1F1E57A19}"/>
                  </a:ext>
                </a:extLst>
              </p:cNvPr>
              <p:cNvSpPr/>
              <p:nvPr/>
            </p:nvSpPr>
            <p:spPr>
              <a:xfrm flipH="1" flipV="1">
                <a:off x="2810160" y="3103920"/>
                <a:ext cx="87840" cy="4320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876" name="Line 162">
                <a:extLst>
                  <a:ext uri="{FF2B5EF4-FFF2-40B4-BE49-F238E27FC236}">
                    <a16:creationId xmlns:a16="http://schemas.microsoft.com/office/drawing/2014/main" id="{F0DB84F6-F19B-432C-81FF-BCDF8B4E31BE}"/>
                  </a:ext>
                </a:extLst>
              </p:cNvPr>
              <p:cNvSpPr/>
              <p:nvPr/>
            </p:nvSpPr>
            <p:spPr>
              <a:xfrm flipV="1">
                <a:off x="2759400" y="3103920"/>
                <a:ext cx="50760" cy="5328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877" name="Line 163">
                <a:extLst>
                  <a:ext uri="{FF2B5EF4-FFF2-40B4-BE49-F238E27FC236}">
                    <a16:creationId xmlns:a16="http://schemas.microsoft.com/office/drawing/2014/main" id="{0B89741D-1076-462F-923F-872D62AF8218}"/>
                  </a:ext>
                </a:extLst>
              </p:cNvPr>
              <p:cNvSpPr/>
              <p:nvPr/>
            </p:nvSpPr>
            <p:spPr>
              <a:xfrm flipV="1">
                <a:off x="3177360" y="3103920"/>
                <a:ext cx="50760" cy="3708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878" name="Line 164">
                <a:extLst>
                  <a:ext uri="{FF2B5EF4-FFF2-40B4-BE49-F238E27FC236}">
                    <a16:creationId xmlns:a16="http://schemas.microsoft.com/office/drawing/2014/main" id="{EF582987-89A2-479D-9060-E9A49C430B3A}"/>
                  </a:ext>
                </a:extLst>
              </p:cNvPr>
              <p:cNvSpPr/>
              <p:nvPr/>
            </p:nvSpPr>
            <p:spPr>
              <a:xfrm flipH="1" flipV="1">
                <a:off x="3228120" y="3103920"/>
                <a:ext cx="87480" cy="3492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879" name="Line 165">
                <a:extLst>
                  <a:ext uri="{FF2B5EF4-FFF2-40B4-BE49-F238E27FC236}">
                    <a16:creationId xmlns:a16="http://schemas.microsoft.com/office/drawing/2014/main" id="{1F7032E3-B2C6-46C5-9161-A40CFD4CCC94}"/>
                  </a:ext>
                </a:extLst>
              </p:cNvPr>
              <p:cNvSpPr/>
              <p:nvPr/>
            </p:nvSpPr>
            <p:spPr>
              <a:xfrm flipV="1">
                <a:off x="3455280" y="3103920"/>
                <a:ext cx="51480" cy="3060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880" name="Line 166">
                <a:extLst>
                  <a:ext uri="{FF2B5EF4-FFF2-40B4-BE49-F238E27FC236}">
                    <a16:creationId xmlns:a16="http://schemas.microsoft.com/office/drawing/2014/main" id="{1E656EF7-FA7B-4A90-AA65-649CEDDDADE0}"/>
                  </a:ext>
                </a:extLst>
              </p:cNvPr>
              <p:cNvSpPr/>
              <p:nvPr/>
            </p:nvSpPr>
            <p:spPr>
              <a:xfrm flipH="1" flipV="1">
                <a:off x="3088440" y="3100680"/>
                <a:ext cx="88920" cy="4032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881" name="Line 167">
                <a:extLst>
                  <a:ext uri="{FF2B5EF4-FFF2-40B4-BE49-F238E27FC236}">
                    <a16:creationId xmlns:a16="http://schemas.microsoft.com/office/drawing/2014/main" id="{D7A16417-4F94-43B7-B657-EB37DFEBF09F}"/>
                  </a:ext>
                </a:extLst>
              </p:cNvPr>
              <p:cNvSpPr/>
              <p:nvPr/>
            </p:nvSpPr>
            <p:spPr>
              <a:xfrm flipV="1">
                <a:off x="3037680" y="3100680"/>
                <a:ext cx="50760" cy="4284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882" name="Line 168">
                <a:extLst>
                  <a:ext uri="{FF2B5EF4-FFF2-40B4-BE49-F238E27FC236}">
                    <a16:creationId xmlns:a16="http://schemas.microsoft.com/office/drawing/2014/main" id="{C9821D0F-F9E6-465C-85AE-84EA5F0C96A4}"/>
                  </a:ext>
                </a:extLst>
              </p:cNvPr>
              <p:cNvSpPr/>
              <p:nvPr/>
            </p:nvSpPr>
            <p:spPr>
              <a:xfrm flipV="1">
                <a:off x="1760040" y="3100680"/>
                <a:ext cx="50760" cy="5040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883" name="Line 169">
                <a:extLst>
                  <a:ext uri="{FF2B5EF4-FFF2-40B4-BE49-F238E27FC236}">
                    <a16:creationId xmlns:a16="http://schemas.microsoft.com/office/drawing/2014/main" id="{EF5F2695-D2BC-4173-9CC9-5AEEBA0771C9}"/>
                  </a:ext>
                </a:extLst>
              </p:cNvPr>
              <p:cNvSpPr/>
              <p:nvPr/>
            </p:nvSpPr>
            <p:spPr>
              <a:xfrm flipH="1" flipV="1">
                <a:off x="1810800" y="3100680"/>
                <a:ext cx="87840" cy="1368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884" name="Line 170">
                <a:extLst>
                  <a:ext uri="{FF2B5EF4-FFF2-40B4-BE49-F238E27FC236}">
                    <a16:creationId xmlns:a16="http://schemas.microsoft.com/office/drawing/2014/main" id="{F7EB3816-C821-4D4B-B6FA-326742190568}"/>
                  </a:ext>
                </a:extLst>
              </p:cNvPr>
              <p:cNvSpPr/>
              <p:nvPr/>
            </p:nvSpPr>
            <p:spPr>
              <a:xfrm flipV="1">
                <a:off x="2392560" y="3100680"/>
                <a:ext cx="50760" cy="6300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885" name="Line 171">
                <a:extLst>
                  <a:ext uri="{FF2B5EF4-FFF2-40B4-BE49-F238E27FC236}">
                    <a16:creationId xmlns:a16="http://schemas.microsoft.com/office/drawing/2014/main" id="{A5DDF455-2AB3-4461-9001-3FC6F7EBC792}"/>
                  </a:ext>
                </a:extLst>
              </p:cNvPr>
              <p:cNvSpPr/>
              <p:nvPr/>
            </p:nvSpPr>
            <p:spPr>
              <a:xfrm flipH="1" flipV="1">
                <a:off x="2443320" y="3100680"/>
                <a:ext cx="87480" cy="3708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886" name="Line 172">
                <a:extLst>
                  <a:ext uri="{FF2B5EF4-FFF2-40B4-BE49-F238E27FC236}">
                    <a16:creationId xmlns:a16="http://schemas.microsoft.com/office/drawing/2014/main" id="{F4950F94-F7D0-4F75-8631-5F7E907B59CA}"/>
                  </a:ext>
                </a:extLst>
              </p:cNvPr>
              <p:cNvSpPr/>
              <p:nvPr/>
            </p:nvSpPr>
            <p:spPr>
              <a:xfrm flipH="1" flipV="1">
                <a:off x="1178640" y="3099600"/>
                <a:ext cx="87480" cy="1656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887" name="Line 173">
                <a:extLst>
                  <a:ext uri="{FF2B5EF4-FFF2-40B4-BE49-F238E27FC236}">
                    <a16:creationId xmlns:a16="http://schemas.microsoft.com/office/drawing/2014/main" id="{D37ECFFB-4850-4742-A419-D3E52ED27745}"/>
                  </a:ext>
                </a:extLst>
              </p:cNvPr>
              <p:cNvSpPr/>
              <p:nvPr/>
            </p:nvSpPr>
            <p:spPr>
              <a:xfrm flipH="1" flipV="1">
                <a:off x="2948760" y="3099600"/>
                <a:ext cx="88920" cy="4392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888" name="Line 174">
                <a:extLst>
                  <a:ext uri="{FF2B5EF4-FFF2-40B4-BE49-F238E27FC236}">
                    <a16:creationId xmlns:a16="http://schemas.microsoft.com/office/drawing/2014/main" id="{59DB1D90-995E-4A82-A8CD-30F5B8602BDB}"/>
                  </a:ext>
                </a:extLst>
              </p:cNvPr>
              <p:cNvSpPr/>
              <p:nvPr/>
            </p:nvSpPr>
            <p:spPr>
              <a:xfrm flipV="1">
                <a:off x="2898000" y="3099600"/>
                <a:ext cx="50760" cy="4752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889" name="Line 175">
                <a:extLst>
                  <a:ext uri="{FF2B5EF4-FFF2-40B4-BE49-F238E27FC236}">
                    <a16:creationId xmlns:a16="http://schemas.microsoft.com/office/drawing/2014/main" id="{3561530C-A857-47F6-BEED-7093B6642E34}"/>
                  </a:ext>
                </a:extLst>
              </p:cNvPr>
              <p:cNvSpPr/>
              <p:nvPr/>
            </p:nvSpPr>
            <p:spPr>
              <a:xfrm flipV="1">
                <a:off x="1355040" y="3096360"/>
                <a:ext cx="50760" cy="3492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890" name="Line 176">
                <a:extLst>
                  <a:ext uri="{FF2B5EF4-FFF2-40B4-BE49-F238E27FC236}">
                    <a16:creationId xmlns:a16="http://schemas.microsoft.com/office/drawing/2014/main" id="{C34CEFA5-324A-4A00-97D2-759C12EB2A7C}"/>
                  </a:ext>
                </a:extLst>
              </p:cNvPr>
              <p:cNvSpPr/>
              <p:nvPr/>
            </p:nvSpPr>
            <p:spPr>
              <a:xfrm flipH="1" flipV="1">
                <a:off x="1405800" y="3096360"/>
                <a:ext cx="88920" cy="1404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891" name="Line 177">
                <a:extLst>
                  <a:ext uri="{FF2B5EF4-FFF2-40B4-BE49-F238E27FC236}">
                    <a16:creationId xmlns:a16="http://schemas.microsoft.com/office/drawing/2014/main" id="{91F85DAC-7B3D-41D4-8987-F150AB3AD473}"/>
                  </a:ext>
                </a:extLst>
              </p:cNvPr>
              <p:cNvSpPr/>
              <p:nvPr/>
            </p:nvSpPr>
            <p:spPr>
              <a:xfrm flipV="1">
                <a:off x="1671120" y="3088800"/>
                <a:ext cx="50760" cy="4752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892" name="Line 178">
                <a:extLst>
                  <a:ext uri="{FF2B5EF4-FFF2-40B4-BE49-F238E27FC236}">
                    <a16:creationId xmlns:a16="http://schemas.microsoft.com/office/drawing/2014/main" id="{6FCAAF3E-BB55-4436-B5C2-334AD1757681}"/>
                  </a:ext>
                </a:extLst>
              </p:cNvPr>
              <p:cNvSpPr/>
              <p:nvPr/>
            </p:nvSpPr>
            <p:spPr>
              <a:xfrm flipH="1" flipV="1">
                <a:off x="1721880" y="3088800"/>
                <a:ext cx="88920" cy="1188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893" name="Line 179">
                <a:extLst>
                  <a:ext uri="{FF2B5EF4-FFF2-40B4-BE49-F238E27FC236}">
                    <a16:creationId xmlns:a16="http://schemas.microsoft.com/office/drawing/2014/main" id="{719C9CBA-8C02-45ED-B3B3-A28747DEA89F}"/>
                  </a:ext>
                </a:extLst>
              </p:cNvPr>
              <p:cNvSpPr/>
              <p:nvPr/>
            </p:nvSpPr>
            <p:spPr>
              <a:xfrm flipH="1" flipV="1">
                <a:off x="1089720" y="3084840"/>
                <a:ext cx="88920" cy="1476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894" name="Line 180">
                <a:extLst>
                  <a:ext uri="{FF2B5EF4-FFF2-40B4-BE49-F238E27FC236}">
                    <a16:creationId xmlns:a16="http://schemas.microsoft.com/office/drawing/2014/main" id="{220170CF-4CF7-4B40-B9B7-DB17E79CAFBC}"/>
                  </a:ext>
                </a:extLst>
              </p:cNvPr>
              <p:cNvSpPr/>
              <p:nvPr/>
            </p:nvSpPr>
            <p:spPr>
              <a:xfrm flipV="1">
                <a:off x="2076120" y="3083760"/>
                <a:ext cx="51120" cy="6336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895" name="Line 181">
                <a:extLst>
                  <a:ext uri="{FF2B5EF4-FFF2-40B4-BE49-F238E27FC236}">
                    <a16:creationId xmlns:a16="http://schemas.microsoft.com/office/drawing/2014/main" id="{4D724620-48C4-43D0-AD0E-A5893A1F4323}"/>
                  </a:ext>
                </a:extLst>
              </p:cNvPr>
              <p:cNvSpPr/>
              <p:nvPr/>
            </p:nvSpPr>
            <p:spPr>
              <a:xfrm flipH="1" flipV="1">
                <a:off x="2127240" y="3083760"/>
                <a:ext cx="87480" cy="2340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896" name="Line 182">
                <a:extLst>
                  <a:ext uri="{FF2B5EF4-FFF2-40B4-BE49-F238E27FC236}">
                    <a16:creationId xmlns:a16="http://schemas.microsoft.com/office/drawing/2014/main" id="{02FB12C5-33A6-4CC8-B491-563A8D927198}"/>
                  </a:ext>
                </a:extLst>
              </p:cNvPr>
              <p:cNvSpPr/>
              <p:nvPr/>
            </p:nvSpPr>
            <p:spPr>
              <a:xfrm flipV="1">
                <a:off x="1266120" y="3082320"/>
                <a:ext cx="50760" cy="3384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897" name="Line 183">
                <a:extLst>
                  <a:ext uri="{FF2B5EF4-FFF2-40B4-BE49-F238E27FC236}">
                    <a16:creationId xmlns:a16="http://schemas.microsoft.com/office/drawing/2014/main" id="{D67D1B3A-4044-4844-BCC9-C31A04F7BB15}"/>
                  </a:ext>
                </a:extLst>
              </p:cNvPr>
              <p:cNvSpPr/>
              <p:nvPr/>
            </p:nvSpPr>
            <p:spPr>
              <a:xfrm flipH="1" flipV="1">
                <a:off x="1316880" y="3082320"/>
                <a:ext cx="88920" cy="1404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898" name="Line 184">
                <a:extLst>
                  <a:ext uri="{FF2B5EF4-FFF2-40B4-BE49-F238E27FC236}">
                    <a16:creationId xmlns:a16="http://schemas.microsoft.com/office/drawing/2014/main" id="{B2A2EFFC-0410-41F4-802C-1F08BBBFD9EB}"/>
                  </a:ext>
                </a:extLst>
              </p:cNvPr>
              <p:cNvSpPr/>
              <p:nvPr/>
            </p:nvSpPr>
            <p:spPr>
              <a:xfrm flipV="1">
                <a:off x="1582200" y="3079440"/>
                <a:ext cx="50760" cy="4428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899" name="Line 185">
                <a:extLst>
                  <a:ext uri="{FF2B5EF4-FFF2-40B4-BE49-F238E27FC236}">
                    <a16:creationId xmlns:a16="http://schemas.microsoft.com/office/drawing/2014/main" id="{7DBA2212-DD06-47A6-A922-D91D271A8FF9}"/>
                  </a:ext>
                </a:extLst>
              </p:cNvPr>
              <p:cNvSpPr/>
              <p:nvPr/>
            </p:nvSpPr>
            <p:spPr>
              <a:xfrm flipH="1" flipV="1">
                <a:off x="1632960" y="3079440"/>
                <a:ext cx="88920" cy="936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900" name="Line 186">
                <a:extLst>
                  <a:ext uri="{FF2B5EF4-FFF2-40B4-BE49-F238E27FC236}">
                    <a16:creationId xmlns:a16="http://schemas.microsoft.com/office/drawing/2014/main" id="{219C5911-0131-4A6A-819B-0F49410145FD}"/>
                  </a:ext>
                </a:extLst>
              </p:cNvPr>
              <p:cNvSpPr/>
              <p:nvPr/>
            </p:nvSpPr>
            <p:spPr>
              <a:xfrm flipV="1">
                <a:off x="3506760" y="3073680"/>
                <a:ext cx="50760" cy="3024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901" name="Line 187">
                <a:extLst>
                  <a:ext uri="{FF2B5EF4-FFF2-40B4-BE49-F238E27FC236}">
                    <a16:creationId xmlns:a16="http://schemas.microsoft.com/office/drawing/2014/main" id="{3793322D-A48E-4123-B47D-58A66BED2E7A}"/>
                  </a:ext>
                </a:extLst>
              </p:cNvPr>
              <p:cNvSpPr/>
              <p:nvPr/>
            </p:nvSpPr>
            <p:spPr>
              <a:xfrm flipH="1" flipV="1">
                <a:off x="3417840" y="3073680"/>
                <a:ext cx="88920" cy="3024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902" name="Line 188">
                <a:extLst>
                  <a:ext uri="{FF2B5EF4-FFF2-40B4-BE49-F238E27FC236}">
                    <a16:creationId xmlns:a16="http://schemas.microsoft.com/office/drawing/2014/main" id="{8BAE4166-6B99-4017-98C7-67113B696322}"/>
                  </a:ext>
                </a:extLst>
              </p:cNvPr>
              <p:cNvSpPr/>
              <p:nvPr/>
            </p:nvSpPr>
            <p:spPr>
              <a:xfrm flipV="1">
                <a:off x="3367080" y="3073680"/>
                <a:ext cx="50760" cy="3168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903" name="Line 189">
                <a:extLst>
                  <a:ext uri="{FF2B5EF4-FFF2-40B4-BE49-F238E27FC236}">
                    <a16:creationId xmlns:a16="http://schemas.microsoft.com/office/drawing/2014/main" id="{A17EA56A-5236-4AE4-8CF2-98DCF0F86C8F}"/>
                  </a:ext>
                </a:extLst>
              </p:cNvPr>
              <p:cNvSpPr/>
              <p:nvPr/>
            </p:nvSpPr>
            <p:spPr>
              <a:xfrm flipV="1">
                <a:off x="2530800" y="3071520"/>
                <a:ext cx="50760" cy="6624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904" name="Line 190">
                <a:extLst>
                  <a:ext uri="{FF2B5EF4-FFF2-40B4-BE49-F238E27FC236}">
                    <a16:creationId xmlns:a16="http://schemas.microsoft.com/office/drawing/2014/main" id="{3E42D2BF-B9FB-4341-8AAD-BFF152769705}"/>
                  </a:ext>
                </a:extLst>
              </p:cNvPr>
              <p:cNvSpPr/>
              <p:nvPr/>
            </p:nvSpPr>
            <p:spPr>
              <a:xfrm flipH="1" flipV="1">
                <a:off x="2581560" y="3071520"/>
                <a:ext cx="88920" cy="4464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905" name="Line 191">
                <a:extLst>
                  <a:ext uri="{FF2B5EF4-FFF2-40B4-BE49-F238E27FC236}">
                    <a16:creationId xmlns:a16="http://schemas.microsoft.com/office/drawing/2014/main" id="{0153BD69-05C1-40C4-A9B2-4A7DA4509D8D}"/>
                  </a:ext>
                </a:extLst>
              </p:cNvPr>
              <p:cNvSpPr/>
              <p:nvPr/>
            </p:nvSpPr>
            <p:spPr>
              <a:xfrm flipV="1">
                <a:off x="1494720" y="3069720"/>
                <a:ext cx="50760" cy="4068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906" name="Line 192">
                <a:extLst>
                  <a:ext uri="{FF2B5EF4-FFF2-40B4-BE49-F238E27FC236}">
                    <a16:creationId xmlns:a16="http://schemas.microsoft.com/office/drawing/2014/main" id="{CF299EEA-C203-4262-8A52-194D4CB0D15E}"/>
                  </a:ext>
                </a:extLst>
              </p:cNvPr>
              <p:cNvSpPr/>
              <p:nvPr/>
            </p:nvSpPr>
            <p:spPr>
              <a:xfrm flipH="1" flipV="1">
                <a:off x="1545480" y="3069720"/>
                <a:ext cx="87480" cy="972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907" name="Line 193">
                <a:extLst>
                  <a:ext uri="{FF2B5EF4-FFF2-40B4-BE49-F238E27FC236}">
                    <a16:creationId xmlns:a16="http://schemas.microsoft.com/office/drawing/2014/main" id="{49E561A8-F9D9-4F78-90E0-DFCAD6DB20A9}"/>
                  </a:ext>
                </a:extLst>
              </p:cNvPr>
              <p:cNvSpPr/>
              <p:nvPr/>
            </p:nvSpPr>
            <p:spPr>
              <a:xfrm flipV="1">
                <a:off x="1178640" y="3068640"/>
                <a:ext cx="50760" cy="3096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908" name="Line 194">
                <a:extLst>
                  <a:ext uri="{FF2B5EF4-FFF2-40B4-BE49-F238E27FC236}">
                    <a16:creationId xmlns:a16="http://schemas.microsoft.com/office/drawing/2014/main" id="{87CB9623-08A5-498F-BA48-605922F99C09}"/>
                  </a:ext>
                </a:extLst>
              </p:cNvPr>
              <p:cNvSpPr/>
              <p:nvPr/>
            </p:nvSpPr>
            <p:spPr>
              <a:xfrm flipH="1" flipV="1">
                <a:off x="1229400" y="3068640"/>
                <a:ext cx="87480" cy="1368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909" name="Line 195">
                <a:extLst>
                  <a:ext uri="{FF2B5EF4-FFF2-40B4-BE49-F238E27FC236}">
                    <a16:creationId xmlns:a16="http://schemas.microsoft.com/office/drawing/2014/main" id="{850672CB-4E8E-4F44-A01D-464F09A20F29}"/>
                  </a:ext>
                </a:extLst>
              </p:cNvPr>
              <p:cNvSpPr/>
              <p:nvPr/>
            </p:nvSpPr>
            <p:spPr>
              <a:xfrm flipH="1" flipV="1">
                <a:off x="3278880" y="3068640"/>
                <a:ext cx="88200" cy="3672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910" name="Line 196">
                <a:extLst>
                  <a:ext uri="{FF2B5EF4-FFF2-40B4-BE49-F238E27FC236}">
                    <a16:creationId xmlns:a16="http://schemas.microsoft.com/office/drawing/2014/main" id="{05ED2D71-3F9F-4E8E-B926-5CCF641A1F20}"/>
                  </a:ext>
                </a:extLst>
              </p:cNvPr>
              <p:cNvSpPr/>
              <p:nvPr/>
            </p:nvSpPr>
            <p:spPr>
              <a:xfrm flipV="1">
                <a:off x="3228120" y="3068640"/>
                <a:ext cx="50760" cy="3528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911" name="Line 197">
                <a:extLst>
                  <a:ext uri="{FF2B5EF4-FFF2-40B4-BE49-F238E27FC236}">
                    <a16:creationId xmlns:a16="http://schemas.microsoft.com/office/drawing/2014/main" id="{1CD21539-419C-48E1-AB24-1F235D9B442A}"/>
                  </a:ext>
                </a:extLst>
              </p:cNvPr>
              <p:cNvSpPr/>
              <p:nvPr/>
            </p:nvSpPr>
            <p:spPr>
              <a:xfrm flipH="1" flipV="1">
                <a:off x="1001880" y="3067200"/>
                <a:ext cx="87840" cy="1764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912" name="Line 198">
                <a:extLst>
                  <a:ext uri="{FF2B5EF4-FFF2-40B4-BE49-F238E27FC236}">
                    <a16:creationId xmlns:a16="http://schemas.microsoft.com/office/drawing/2014/main" id="{56525D51-B905-42D9-80AE-3CA55906F720}"/>
                  </a:ext>
                </a:extLst>
              </p:cNvPr>
              <p:cNvSpPr/>
              <p:nvPr/>
            </p:nvSpPr>
            <p:spPr>
              <a:xfrm flipV="1">
                <a:off x="2303640" y="3063960"/>
                <a:ext cx="50760" cy="7056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913" name="Line 199">
                <a:extLst>
                  <a:ext uri="{FF2B5EF4-FFF2-40B4-BE49-F238E27FC236}">
                    <a16:creationId xmlns:a16="http://schemas.microsoft.com/office/drawing/2014/main" id="{6CCCF1AB-7849-49AB-B0B6-A07A2D195871}"/>
                  </a:ext>
                </a:extLst>
              </p:cNvPr>
              <p:cNvSpPr/>
              <p:nvPr/>
            </p:nvSpPr>
            <p:spPr>
              <a:xfrm flipH="1" flipV="1">
                <a:off x="2354400" y="3063960"/>
                <a:ext cx="88920" cy="3672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914" name="Line 200">
                <a:extLst>
                  <a:ext uri="{FF2B5EF4-FFF2-40B4-BE49-F238E27FC236}">
                    <a16:creationId xmlns:a16="http://schemas.microsoft.com/office/drawing/2014/main" id="{B123C0B7-9E4C-46EE-BB87-2B9C8991CD03}"/>
                  </a:ext>
                </a:extLst>
              </p:cNvPr>
              <p:cNvSpPr/>
              <p:nvPr/>
            </p:nvSpPr>
            <p:spPr>
              <a:xfrm flipV="1">
                <a:off x="1987560" y="3063960"/>
                <a:ext cx="50760" cy="6480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915" name="Line 201">
                <a:extLst>
                  <a:ext uri="{FF2B5EF4-FFF2-40B4-BE49-F238E27FC236}">
                    <a16:creationId xmlns:a16="http://schemas.microsoft.com/office/drawing/2014/main" id="{60F6D6E4-C031-4DB8-B1D3-14C6B955D583}"/>
                  </a:ext>
                </a:extLst>
              </p:cNvPr>
              <p:cNvSpPr/>
              <p:nvPr/>
            </p:nvSpPr>
            <p:spPr>
              <a:xfrm flipH="1" flipV="1">
                <a:off x="2038320" y="3063960"/>
                <a:ext cx="88920" cy="1980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916" name="Line 202">
                <a:extLst>
                  <a:ext uri="{FF2B5EF4-FFF2-40B4-BE49-F238E27FC236}">
                    <a16:creationId xmlns:a16="http://schemas.microsoft.com/office/drawing/2014/main" id="{8645EE13-E881-4B77-92ED-EF4E6B291D1D}"/>
                  </a:ext>
                </a:extLst>
              </p:cNvPr>
              <p:cNvSpPr/>
              <p:nvPr/>
            </p:nvSpPr>
            <p:spPr>
              <a:xfrm flipH="1" flipV="1">
                <a:off x="3139920" y="3058920"/>
                <a:ext cx="88200" cy="4500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917" name="Line 203">
                <a:extLst>
                  <a:ext uri="{FF2B5EF4-FFF2-40B4-BE49-F238E27FC236}">
                    <a16:creationId xmlns:a16="http://schemas.microsoft.com/office/drawing/2014/main" id="{C1111BEB-FC7A-407F-8DCE-7A92FAF32D90}"/>
                  </a:ext>
                </a:extLst>
              </p:cNvPr>
              <p:cNvSpPr/>
              <p:nvPr/>
            </p:nvSpPr>
            <p:spPr>
              <a:xfrm flipV="1">
                <a:off x="3088440" y="3058920"/>
                <a:ext cx="51480" cy="41760"/>
              </a:xfrm>
              <a:prstGeom prst="line">
                <a:avLst/>
              </a:prstGeom>
              <a:ln>
                <a:solidFill>
                  <a:srgbClr val="000000"/>
                </a:solidFill>
              </a:ln>
            </p:spPr>
            <p:style>
              <a:lnRef idx="0">
                <a:scrgbClr r="0" g="0" b="0"/>
              </a:lnRef>
              <a:fillRef idx="0">
                <a:scrgbClr r="0" g="0" b="0"/>
              </a:fillRef>
              <a:effectRef idx="0">
                <a:scrgbClr r="0" g="0" b="0"/>
              </a:effectRef>
              <a:fontRef idx="minor"/>
            </p:style>
          </p:sp>
        </p:grpSp>
        <p:grpSp>
          <p:nvGrpSpPr>
            <p:cNvPr id="5" name="Group 204">
              <a:extLst>
                <a:ext uri="{FF2B5EF4-FFF2-40B4-BE49-F238E27FC236}">
                  <a16:creationId xmlns:a16="http://schemas.microsoft.com/office/drawing/2014/main" id="{23AC97CE-788A-45C3-B41D-C973A367DD50}"/>
                </a:ext>
              </a:extLst>
            </p:cNvPr>
            <p:cNvGrpSpPr/>
            <p:nvPr/>
          </p:nvGrpSpPr>
          <p:grpSpPr>
            <a:xfrm>
              <a:off x="824760" y="2862720"/>
              <a:ext cx="3088800" cy="253440"/>
              <a:chOff x="824760" y="2862720"/>
              <a:chExt cx="3088800" cy="253440"/>
            </a:xfrm>
          </p:grpSpPr>
          <p:sp>
            <p:nvSpPr>
              <p:cNvPr id="518" name="Line 205">
                <a:extLst>
                  <a:ext uri="{FF2B5EF4-FFF2-40B4-BE49-F238E27FC236}">
                    <a16:creationId xmlns:a16="http://schemas.microsoft.com/office/drawing/2014/main" id="{D32EEDBD-B5E6-44CE-AD87-2F3F6F434640}"/>
                  </a:ext>
                </a:extLst>
              </p:cNvPr>
              <p:cNvSpPr/>
              <p:nvPr/>
            </p:nvSpPr>
            <p:spPr>
              <a:xfrm flipV="1">
                <a:off x="1405800" y="3058920"/>
                <a:ext cx="50760" cy="3744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519" name="Line 206">
                <a:extLst>
                  <a:ext uri="{FF2B5EF4-FFF2-40B4-BE49-F238E27FC236}">
                    <a16:creationId xmlns:a16="http://schemas.microsoft.com/office/drawing/2014/main" id="{45919AD6-465B-41DB-8186-9A7278522CDD}"/>
                  </a:ext>
                </a:extLst>
              </p:cNvPr>
              <p:cNvSpPr/>
              <p:nvPr/>
            </p:nvSpPr>
            <p:spPr>
              <a:xfrm flipH="1" flipV="1">
                <a:off x="1456560" y="3058920"/>
                <a:ext cx="88920" cy="1080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520" name="Line 207">
                <a:extLst>
                  <a:ext uri="{FF2B5EF4-FFF2-40B4-BE49-F238E27FC236}">
                    <a16:creationId xmlns:a16="http://schemas.microsoft.com/office/drawing/2014/main" id="{9081E782-3C5B-48E3-B2D9-190B0F4359F4}"/>
                  </a:ext>
                </a:extLst>
              </p:cNvPr>
              <p:cNvSpPr/>
              <p:nvPr/>
            </p:nvSpPr>
            <p:spPr>
              <a:xfrm flipV="1">
                <a:off x="1089720" y="3053160"/>
                <a:ext cx="51480" cy="3168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521" name="Line 208">
                <a:extLst>
                  <a:ext uri="{FF2B5EF4-FFF2-40B4-BE49-F238E27FC236}">
                    <a16:creationId xmlns:a16="http://schemas.microsoft.com/office/drawing/2014/main" id="{BBCEC7EE-7BD7-4E8A-9D63-8928E9C658AD}"/>
                  </a:ext>
                </a:extLst>
              </p:cNvPr>
              <p:cNvSpPr/>
              <p:nvPr/>
            </p:nvSpPr>
            <p:spPr>
              <a:xfrm flipH="1" flipV="1">
                <a:off x="1141200" y="3053160"/>
                <a:ext cx="88200" cy="1548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522" name="Line 209">
                <a:extLst>
                  <a:ext uri="{FF2B5EF4-FFF2-40B4-BE49-F238E27FC236}">
                    <a16:creationId xmlns:a16="http://schemas.microsoft.com/office/drawing/2014/main" id="{00F0669C-8EC9-4219-B000-C24A69C2E655}"/>
                  </a:ext>
                </a:extLst>
              </p:cNvPr>
              <p:cNvSpPr/>
              <p:nvPr/>
            </p:nvSpPr>
            <p:spPr>
              <a:xfrm flipH="1" flipV="1">
                <a:off x="2721240" y="3053160"/>
                <a:ext cx="88920" cy="5076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523" name="Line 210">
                <a:extLst>
                  <a:ext uri="{FF2B5EF4-FFF2-40B4-BE49-F238E27FC236}">
                    <a16:creationId xmlns:a16="http://schemas.microsoft.com/office/drawing/2014/main" id="{FF5AEC02-80E4-4990-BE3E-4724B65CD58E}"/>
                  </a:ext>
                </a:extLst>
              </p:cNvPr>
              <p:cNvSpPr/>
              <p:nvPr/>
            </p:nvSpPr>
            <p:spPr>
              <a:xfrm flipV="1">
                <a:off x="2670480" y="3053160"/>
                <a:ext cx="50760" cy="6300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524" name="Line 211">
                <a:extLst>
                  <a:ext uri="{FF2B5EF4-FFF2-40B4-BE49-F238E27FC236}">
                    <a16:creationId xmlns:a16="http://schemas.microsoft.com/office/drawing/2014/main" id="{E101EFB3-322C-4C59-A5D4-56999779CDCC}"/>
                  </a:ext>
                </a:extLst>
              </p:cNvPr>
              <p:cNvSpPr/>
              <p:nvPr/>
            </p:nvSpPr>
            <p:spPr>
              <a:xfrm flipH="1" flipV="1">
                <a:off x="913320" y="3051360"/>
                <a:ext cx="88560" cy="1584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525" name="Line 212">
                <a:extLst>
                  <a:ext uri="{FF2B5EF4-FFF2-40B4-BE49-F238E27FC236}">
                    <a16:creationId xmlns:a16="http://schemas.microsoft.com/office/drawing/2014/main" id="{123E4DC4-ACB4-4795-BC9C-12BA398ADF74}"/>
                  </a:ext>
                </a:extLst>
              </p:cNvPr>
              <p:cNvSpPr/>
              <p:nvPr/>
            </p:nvSpPr>
            <p:spPr>
              <a:xfrm flipV="1">
                <a:off x="2948760" y="3049920"/>
                <a:ext cx="51480" cy="4968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526" name="Line 213">
                <a:extLst>
                  <a:ext uri="{FF2B5EF4-FFF2-40B4-BE49-F238E27FC236}">
                    <a16:creationId xmlns:a16="http://schemas.microsoft.com/office/drawing/2014/main" id="{6F65FF0F-B82C-499F-BE0F-7C78AB52CFC1}"/>
                  </a:ext>
                </a:extLst>
              </p:cNvPr>
              <p:cNvSpPr/>
              <p:nvPr/>
            </p:nvSpPr>
            <p:spPr>
              <a:xfrm flipH="1" flipV="1">
                <a:off x="3000240" y="3049920"/>
                <a:ext cx="88200" cy="5076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527" name="Line 214">
                <a:extLst>
                  <a:ext uri="{FF2B5EF4-FFF2-40B4-BE49-F238E27FC236}">
                    <a16:creationId xmlns:a16="http://schemas.microsoft.com/office/drawing/2014/main" id="{9E359652-C891-4DBB-81FD-6D8690FEE5F5}"/>
                  </a:ext>
                </a:extLst>
              </p:cNvPr>
              <p:cNvSpPr/>
              <p:nvPr/>
            </p:nvSpPr>
            <p:spPr>
              <a:xfrm flipH="1" flipV="1">
                <a:off x="1949400" y="3048840"/>
                <a:ext cx="88920" cy="1512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528" name="Line 215">
                <a:extLst>
                  <a:ext uri="{FF2B5EF4-FFF2-40B4-BE49-F238E27FC236}">
                    <a16:creationId xmlns:a16="http://schemas.microsoft.com/office/drawing/2014/main" id="{DA4CE1C9-B911-4FD5-8377-568E9D1F92D7}"/>
                  </a:ext>
                </a:extLst>
              </p:cNvPr>
              <p:cNvSpPr/>
              <p:nvPr/>
            </p:nvSpPr>
            <p:spPr>
              <a:xfrm flipV="1">
                <a:off x="1898640" y="3048840"/>
                <a:ext cx="50760" cy="6552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529" name="Line 216">
                <a:extLst>
                  <a:ext uri="{FF2B5EF4-FFF2-40B4-BE49-F238E27FC236}">
                    <a16:creationId xmlns:a16="http://schemas.microsoft.com/office/drawing/2014/main" id="{CF2C82C1-6689-4C8D-B919-1DC953CE3BD5}"/>
                  </a:ext>
                </a:extLst>
              </p:cNvPr>
              <p:cNvSpPr/>
              <p:nvPr/>
            </p:nvSpPr>
            <p:spPr>
              <a:xfrm flipH="1" flipV="1">
                <a:off x="1369080" y="3048120"/>
                <a:ext cx="87480" cy="1080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530" name="Line 217">
                <a:extLst>
                  <a:ext uri="{FF2B5EF4-FFF2-40B4-BE49-F238E27FC236}">
                    <a16:creationId xmlns:a16="http://schemas.microsoft.com/office/drawing/2014/main" id="{88C5439A-1173-4107-8C8C-F08B9784D559}"/>
                  </a:ext>
                </a:extLst>
              </p:cNvPr>
              <p:cNvSpPr/>
              <p:nvPr/>
            </p:nvSpPr>
            <p:spPr>
              <a:xfrm flipV="1">
                <a:off x="1316880" y="3048120"/>
                <a:ext cx="52200" cy="3420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531" name="Line 218">
                <a:extLst>
                  <a:ext uri="{FF2B5EF4-FFF2-40B4-BE49-F238E27FC236}">
                    <a16:creationId xmlns:a16="http://schemas.microsoft.com/office/drawing/2014/main" id="{06F88438-719B-4E21-BA27-6815715716E9}"/>
                  </a:ext>
                </a:extLst>
              </p:cNvPr>
              <p:cNvSpPr/>
              <p:nvPr/>
            </p:nvSpPr>
            <p:spPr>
              <a:xfrm flipH="1" flipV="1">
                <a:off x="2860920" y="3047040"/>
                <a:ext cx="87840" cy="5256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532" name="Line 219">
                <a:extLst>
                  <a:ext uri="{FF2B5EF4-FFF2-40B4-BE49-F238E27FC236}">
                    <a16:creationId xmlns:a16="http://schemas.microsoft.com/office/drawing/2014/main" id="{E8F602E2-CE6F-4EF7-8D49-F2B3D7D54523}"/>
                  </a:ext>
                </a:extLst>
              </p:cNvPr>
              <p:cNvSpPr/>
              <p:nvPr/>
            </p:nvSpPr>
            <p:spPr>
              <a:xfrm flipV="1">
                <a:off x="2810160" y="3047040"/>
                <a:ext cx="50760" cy="5688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533" name="Line 220">
                <a:extLst>
                  <a:ext uri="{FF2B5EF4-FFF2-40B4-BE49-F238E27FC236}">
                    <a16:creationId xmlns:a16="http://schemas.microsoft.com/office/drawing/2014/main" id="{6300E1C1-2C14-4741-B4B1-5B2717A91526}"/>
                  </a:ext>
                </a:extLst>
              </p:cNvPr>
              <p:cNvSpPr/>
              <p:nvPr/>
            </p:nvSpPr>
            <p:spPr>
              <a:xfrm flipV="1">
                <a:off x="3557520" y="3044520"/>
                <a:ext cx="50760" cy="2916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534" name="Line 221">
                <a:extLst>
                  <a:ext uri="{FF2B5EF4-FFF2-40B4-BE49-F238E27FC236}">
                    <a16:creationId xmlns:a16="http://schemas.microsoft.com/office/drawing/2014/main" id="{AD36560C-CDF2-4C70-B452-076F8D948B14}"/>
                  </a:ext>
                </a:extLst>
              </p:cNvPr>
              <p:cNvSpPr/>
              <p:nvPr/>
            </p:nvSpPr>
            <p:spPr>
              <a:xfrm flipV="1">
                <a:off x="3417840" y="3042360"/>
                <a:ext cx="50760" cy="3132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535" name="Line 222">
                <a:extLst>
                  <a:ext uri="{FF2B5EF4-FFF2-40B4-BE49-F238E27FC236}">
                    <a16:creationId xmlns:a16="http://schemas.microsoft.com/office/drawing/2014/main" id="{79421B95-98E7-4AC7-9C21-AD66DDACAF6B}"/>
                  </a:ext>
                </a:extLst>
              </p:cNvPr>
              <p:cNvSpPr/>
              <p:nvPr/>
            </p:nvSpPr>
            <p:spPr>
              <a:xfrm flipH="1" flipV="1">
                <a:off x="3468600" y="3042360"/>
                <a:ext cx="88920" cy="3132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536" name="Line 223">
                <a:extLst>
                  <a:ext uri="{FF2B5EF4-FFF2-40B4-BE49-F238E27FC236}">
                    <a16:creationId xmlns:a16="http://schemas.microsoft.com/office/drawing/2014/main" id="{0BAAB8B3-0F9E-4E07-9B28-9D7692109575}"/>
                  </a:ext>
                </a:extLst>
              </p:cNvPr>
              <p:cNvSpPr/>
              <p:nvPr/>
            </p:nvSpPr>
            <p:spPr>
              <a:xfrm flipV="1">
                <a:off x="1810800" y="3039120"/>
                <a:ext cx="50760" cy="6156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537" name="Line 224">
                <a:extLst>
                  <a:ext uri="{FF2B5EF4-FFF2-40B4-BE49-F238E27FC236}">
                    <a16:creationId xmlns:a16="http://schemas.microsoft.com/office/drawing/2014/main" id="{311F824C-7916-4014-B429-9C1CBD07DF56}"/>
                  </a:ext>
                </a:extLst>
              </p:cNvPr>
              <p:cNvSpPr/>
              <p:nvPr/>
            </p:nvSpPr>
            <p:spPr>
              <a:xfrm flipH="1" flipV="1">
                <a:off x="1861560" y="3039120"/>
                <a:ext cx="87840" cy="972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538" name="Line 225">
                <a:extLst>
                  <a:ext uri="{FF2B5EF4-FFF2-40B4-BE49-F238E27FC236}">
                    <a16:creationId xmlns:a16="http://schemas.microsoft.com/office/drawing/2014/main" id="{A41AFA55-8721-4BA5-8C58-DA59F265E1D4}"/>
                  </a:ext>
                </a:extLst>
              </p:cNvPr>
              <p:cNvSpPr/>
              <p:nvPr/>
            </p:nvSpPr>
            <p:spPr>
              <a:xfrm flipH="1" flipV="1">
                <a:off x="1053000" y="3036600"/>
                <a:ext cx="88200" cy="1656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539" name="Line 226">
                <a:extLst>
                  <a:ext uri="{FF2B5EF4-FFF2-40B4-BE49-F238E27FC236}">
                    <a16:creationId xmlns:a16="http://schemas.microsoft.com/office/drawing/2014/main" id="{1A224709-3C73-4DE6-9730-7FFD5225DE5E}"/>
                  </a:ext>
                </a:extLst>
              </p:cNvPr>
              <p:cNvSpPr/>
              <p:nvPr/>
            </p:nvSpPr>
            <p:spPr>
              <a:xfrm flipV="1">
                <a:off x="1001880" y="3036600"/>
                <a:ext cx="51120" cy="3060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540" name="Line 227">
                <a:extLst>
                  <a:ext uri="{FF2B5EF4-FFF2-40B4-BE49-F238E27FC236}">
                    <a16:creationId xmlns:a16="http://schemas.microsoft.com/office/drawing/2014/main" id="{21970B83-A5C6-47E4-AEB6-C14CE295188A}"/>
                  </a:ext>
                </a:extLst>
              </p:cNvPr>
              <p:cNvSpPr/>
              <p:nvPr/>
            </p:nvSpPr>
            <p:spPr>
              <a:xfrm flipH="1" flipV="1">
                <a:off x="1280160" y="3034800"/>
                <a:ext cx="88920" cy="1332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541" name="Line 228">
                <a:extLst>
                  <a:ext uri="{FF2B5EF4-FFF2-40B4-BE49-F238E27FC236}">
                    <a16:creationId xmlns:a16="http://schemas.microsoft.com/office/drawing/2014/main" id="{026EF32C-932B-48B4-B906-389243251ED1}"/>
                  </a:ext>
                </a:extLst>
              </p:cNvPr>
              <p:cNvSpPr/>
              <p:nvPr/>
            </p:nvSpPr>
            <p:spPr>
              <a:xfrm flipV="1">
                <a:off x="1229400" y="3034800"/>
                <a:ext cx="50760" cy="3384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542" name="Line 229">
                <a:extLst>
                  <a:ext uri="{FF2B5EF4-FFF2-40B4-BE49-F238E27FC236}">
                    <a16:creationId xmlns:a16="http://schemas.microsoft.com/office/drawing/2014/main" id="{3CBB0D59-E8A7-425F-A8A9-7B0A63A3F1FD}"/>
                  </a:ext>
                </a:extLst>
              </p:cNvPr>
              <p:cNvSpPr/>
              <p:nvPr/>
            </p:nvSpPr>
            <p:spPr>
              <a:xfrm flipH="1" flipV="1">
                <a:off x="3330360" y="3033720"/>
                <a:ext cx="87480" cy="3996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543" name="Line 230">
                <a:extLst>
                  <a:ext uri="{FF2B5EF4-FFF2-40B4-BE49-F238E27FC236}">
                    <a16:creationId xmlns:a16="http://schemas.microsoft.com/office/drawing/2014/main" id="{D5E27660-0295-444D-8093-9E20D6E1E092}"/>
                  </a:ext>
                </a:extLst>
              </p:cNvPr>
              <p:cNvSpPr/>
              <p:nvPr/>
            </p:nvSpPr>
            <p:spPr>
              <a:xfrm flipV="1">
                <a:off x="3278880" y="3033720"/>
                <a:ext cx="51480" cy="3492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544" name="Line 231">
                <a:extLst>
                  <a:ext uri="{FF2B5EF4-FFF2-40B4-BE49-F238E27FC236}">
                    <a16:creationId xmlns:a16="http://schemas.microsoft.com/office/drawing/2014/main" id="{CD8AD5D1-D86D-416F-94DD-892E8265B345}"/>
                  </a:ext>
                </a:extLst>
              </p:cNvPr>
              <p:cNvSpPr/>
              <p:nvPr/>
            </p:nvSpPr>
            <p:spPr>
              <a:xfrm flipH="1" flipV="1">
                <a:off x="824760" y="3033720"/>
                <a:ext cx="88560" cy="1764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545" name="Line 232">
                <a:extLst>
                  <a:ext uri="{FF2B5EF4-FFF2-40B4-BE49-F238E27FC236}">
                    <a16:creationId xmlns:a16="http://schemas.microsoft.com/office/drawing/2014/main" id="{A1BCF6F3-F881-4DC4-B2D4-072505338A85}"/>
                  </a:ext>
                </a:extLst>
              </p:cNvPr>
              <p:cNvSpPr/>
              <p:nvPr/>
            </p:nvSpPr>
            <p:spPr>
              <a:xfrm flipH="1" flipV="1">
                <a:off x="1772640" y="3031560"/>
                <a:ext cx="88920" cy="756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546" name="Line 233">
                <a:extLst>
                  <a:ext uri="{FF2B5EF4-FFF2-40B4-BE49-F238E27FC236}">
                    <a16:creationId xmlns:a16="http://schemas.microsoft.com/office/drawing/2014/main" id="{08BD2221-8224-4D9C-91CD-6438D5AE9580}"/>
                  </a:ext>
                </a:extLst>
              </p:cNvPr>
              <p:cNvSpPr/>
              <p:nvPr/>
            </p:nvSpPr>
            <p:spPr>
              <a:xfrm flipV="1">
                <a:off x="1721880" y="3031560"/>
                <a:ext cx="50760" cy="5724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547" name="Line 234">
                <a:extLst>
                  <a:ext uri="{FF2B5EF4-FFF2-40B4-BE49-F238E27FC236}">
                    <a16:creationId xmlns:a16="http://schemas.microsoft.com/office/drawing/2014/main" id="{E5BC94BB-0E51-4DFE-8F3A-8954240E9573}"/>
                  </a:ext>
                </a:extLst>
              </p:cNvPr>
              <p:cNvSpPr/>
              <p:nvPr/>
            </p:nvSpPr>
            <p:spPr>
              <a:xfrm flipV="1">
                <a:off x="2214720" y="3030480"/>
                <a:ext cx="50760" cy="7668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548" name="Line 235">
                <a:extLst>
                  <a:ext uri="{FF2B5EF4-FFF2-40B4-BE49-F238E27FC236}">
                    <a16:creationId xmlns:a16="http://schemas.microsoft.com/office/drawing/2014/main" id="{C4B9C7B2-B61E-4608-AC7C-8C024B43D11A}"/>
                  </a:ext>
                </a:extLst>
              </p:cNvPr>
              <p:cNvSpPr/>
              <p:nvPr/>
            </p:nvSpPr>
            <p:spPr>
              <a:xfrm flipH="1" flipV="1">
                <a:off x="2265480" y="3030480"/>
                <a:ext cx="88920" cy="3348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549" name="Line 236">
                <a:extLst>
                  <a:ext uri="{FF2B5EF4-FFF2-40B4-BE49-F238E27FC236}">
                    <a16:creationId xmlns:a16="http://schemas.microsoft.com/office/drawing/2014/main" id="{8FA8B9C0-8B58-40D5-96F5-F7D298ECC434}"/>
                  </a:ext>
                </a:extLst>
              </p:cNvPr>
              <p:cNvSpPr/>
              <p:nvPr/>
            </p:nvSpPr>
            <p:spPr>
              <a:xfrm flipH="1" flipV="1">
                <a:off x="1684440" y="3025800"/>
                <a:ext cx="88200" cy="576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550" name="Line 237">
                <a:extLst>
                  <a:ext uri="{FF2B5EF4-FFF2-40B4-BE49-F238E27FC236}">
                    <a16:creationId xmlns:a16="http://schemas.microsoft.com/office/drawing/2014/main" id="{E253EF60-4CCE-478C-BF94-FDA8704FB0A9}"/>
                  </a:ext>
                </a:extLst>
              </p:cNvPr>
              <p:cNvSpPr/>
              <p:nvPr/>
            </p:nvSpPr>
            <p:spPr>
              <a:xfrm flipV="1">
                <a:off x="1632960" y="3025800"/>
                <a:ext cx="51480" cy="5364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551" name="Line 238">
                <a:extLst>
                  <a:ext uri="{FF2B5EF4-FFF2-40B4-BE49-F238E27FC236}">
                    <a16:creationId xmlns:a16="http://schemas.microsoft.com/office/drawing/2014/main" id="{C0894DEF-C3A6-470D-AE80-568E03753AB5}"/>
                  </a:ext>
                </a:extLst>
              </p:cNvPr>
              <p:cNvSpPr/>
              <p:nvPr/>
            </p:nvSpPr>
            <p:spPr>
              <a:xfrm flipV="1">
                <a:off x="2443320" y="3024000"/>
                <a:ext cx="50760" cy="7668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552" name="Line 239">
                <a:extLst>
                  <a:ext uri="{FF2B5EF4-FFF2-40B4-BE49-F238E27FC236}">
                    <a16:creationId xmlns:a16="http://schemas.microsoft.com/office/drawing/2014/main" id="{41F07B1B-6C8A-431D-87ED-48AFDC3C4A70}"/>
                  </a:ext>
                </a:extLst>
              </p:cNvPr>
              <p:cNvSpPr/>
              <p:nvPr/>
            </p:nvSpPr>
            <p:spPr>
              <a:xfrm flipH="1" flipV="1">
                <a:off x="2494080" y="3024000"/>
                <a:ext cx="87480" cy="4752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553" name="Line 240">
                <a:extLst>
                  <a:ext uri="{FF2B5EF4-FFF2-40B4-BE49-F238E27FC236}">
                    <a16:creationId xmlns:a16="http://schemas.microsoft.com/office/drawing/2014/main" id="{BCE1435E-3075-4590-9EE1-2233031002AE}"/>
                  </a:ext>
                </a:extLst>
              </p:cNvPr>
              <p:cNvSpPr/>
              <p:nvPr/>
            </p:nvSpPr>
            <p:spPr>
              <a:xfrm flipH="1" flipV="1">
                <a:off x="1596240" y="3022200"/>
                <a:ext cx="88200" cy="360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554" name="Line 241">
                <a:extLst>
                  <a:ext uri="{FF2B5EF4-FFF2-40B4-BE49-F238E27FC236}">
                    <a16:creationId xmlns:a16="http://schemas.microsoft.com/office/drawing/2014/main" id="{403F0AE4-6996-4696-917F-A12492E3A9BE}"/>
                  </a:ext>
                </a:extLst>
              </p:cNvPr>
              <p:cNvSpPr/>
              <p:nvPr/>
            </p:nvSpPr>
            <p:spPr>
              <a:xfrm flipV="1">
                <a:off x="1545480" y="3022200"/>
                <a:ext cx="50760" cy="4752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555" name="Line 242">
                <a:extLst>
                  <a:ext uri="{FF2B5EF4-FFF2-40B4-BE49-F238E27FC236}">
                    <a16:creationId xmlns:a16="http://schemas.microsoft.com/office/drawing/2014/main" id="{ADC703E6-96EE-4EA5-B37E-34F32FCE0FD1}"/>
                  </a:ext>
                </a:extLst>
              </p:cNvPr>
              <p:cNvSpPr/>
              <p:nvPr/>
            </p:nvSpPr>
            <p:spPr>
              <a:xfrm flipV="1">
                <a:off x="1141200" y="3020760"/>
                <a:ext cx="50760" cy="3240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556" name="Line 243">
                <a:extLst>
                  <a:ext uri="{FF2B5EF4-FFF2-40B4-BE49-F238E27FC236}">
                    <a16:creationId xmlns:a16="http://schemas.microsoft.com/office/drawing/2014/main" id="{E607D0F2-01B4-4031-9411-F0836B1C200F}"/>
                  </a:ext>
                </a:extLst>
              </p:cNvPr>
              <p:cNvSpPr/>
              <p:nvPr/>
            </p:nvSpPr>
            <p:spPr>
              <a:xfrm flipH="1" flipV="1">
                <a:off x="1191960" y="3020760"/>
                <a:ext cx="88200" cy="1404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557" name="Line 244">
                <a:extLst>
                  <a:ext uri="{FF2B5EF4-FFF2-40B4-BE49-F238E27FC236}">
                    <a16:creationId xmlns:a16="http://schemas.microsoft.com/office/drawing/2014/main" id="{92F4798D-FCFE-4D79-BF3B-AC0FD5CD30F3}"/>
                  </a:ext>
                </a:extLst>
              </p:cNvPr>
              <p:cNvSpPr/>
              <p:nvPr/>
            </p:nvSpPr>
            <p:spPr>
              <a:xfrm flipV="1">
                <a:off x="913320" y="3020760"/>
                <a:ext cx="51120" cy="3060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558" name="Line 245">
                <a:extLst>
                  <a:ext uri="{FF2B5EF4-FFF2-40B4-BE49-F238E27FC236}">
                    <a16:creationId xmlns:a16="http://schemas.microsoft.com/office/drawing/2014/main" id="{478A2950-A3E2-45A5-BB15-D4C463360ECB}"/>
                  </a:ext>
                </a:extLst>
              </p:cNvPr>
              <p:cNvSpPr/>
              <p:nvPr/>
            </p:nvSpPr>
            <p:spPr>
              <a:xfrm flipH="1" flipV="1">
                <a:off x="964440" y="3020760"/>
                <a:ext cx="88560" cy="1584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559" name="Line 246">
                <a:extLst>
                  <a:ext uri="{FF2B5EF4-FFF2-40B4-BE49-F238E27FC236}">
                    <a16:creationId xmlns:a16="http://schemas.microsoft.com/office/drawing/2014/main" id="{4DF8BF04-5199-469E-80FA-0FD4AB9F8213}"/>
                  </a:ext>
                </a:extLst>
              </p:cNvPr>
              <p:cNvSpPr/>
              <p:nvPr/>
            </p:nvSpPr>
            <p:spPr>
              <a:xfrm flipV="1">
                <a:off x="3139920" y="3018960"/>
                <a:ext cx="50760" cy="3996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560" name="Line 247">
                <a:extLst>
                  <a:ext uri="{FF2B5EF4-FFF2-40B4-BE49-F238E27FC236}">
                    <a16:creationId xmlns:a16="http://schemas.microsoft.com/office/drawing/2014/main" id="{A2EFC251-4FC9-4DE5-A1ED-3BD98C5807A2}"/>
                  </a:ext>
                </a:extLst>
              </p:cNvPr>
              <p:cNvSpPr/>
              <p:nvPr/>
            </p:nvSpPr>
            <p:spPr>
              <a:xfrm flipH="1" flipV="1">
                <a:off x="3190680" y="3018960"/>
                <a:ext cx="88200" cy="4968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561" name="Line 248">
                <a:extLst>
                  <a:ext uri="{FF2B5EF4-FFF2-40B4-BE49-F238E27FC236}">
                    <a16:creationId xmlns:a16="http://schemas.microsoft.com/office/drawing/2014/main" id="{2830C341-B992-4FA2-98FB-885BDD2CFDDD}"/>
                  </a:ext>
                </a:extLst>
              </p:cNvPr>
              <p:cNvSpPr/>
              <p:nvPr/>
            </p:nvSpPr>
            <p:spPr>
              <a:xfrm flipH="1" flipV="1">
                <a:off x="1508040" y="3015000"/>
                <a:ext cx="88200" cy="720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562" name="Line 249">
                <a:extLst>
                  <a:ext uri="{FF2B5EF4-FFF2-40B4-BE49-F238E27FC236}">
                    <a16:creationId xmlns:a16="http://schemas.microsoft.com/office/drawing/2014/main" id="{427E6210-1BD8-4347-826B-8667AEFFF93D}"/>
                  </a:ext>
                </a:extLst>
              </p:cNvPr>
              <p:cNvSpPr/>
              <p:nvPr/>
            </p:nvSpPr>
            <p:spPr>
              <a:xfrm flipV="1">
                <a:off x="1456560" y="3015000"/>
                <a:ext cx="51480" cy="4392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563" name="Line 250">
                <a:extLst>
                  <a:ext uri="{FF2B5EF4-FFF2-40B4-BE49-F238E27FC236}">
                    <a16:creationId xmlns:a16="http://schemas.microsoft.com/office/drawing/2014/main" id="{6D1B2E51-69DC-4A82-A3FC-24363A60B6AF}"/>
                  </a:ext>
                </a:extLst>
              </p:cNvPr>
              <p:cNvSpPr/>
              <p:nvPr/>
            </p:nvSpPr>
            <p:spPr>
              <a:xfrm flipV="1">
                <a:off x="3608280" y="3015000"/>
                <a:ext cx="50760" cy="2952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564" name="Line 251">
                <a:extLst>
                  <a:ext uri="{FF2B5EF4-FFF2-40B4-BE49-F238E27FC236}">
                    <a16:creationId xmlns:a16="http://schemas.microsoft.com/office/drawing/2014/main" id="{1AE2E906-3E21-4766-ADCF-735E945D591E}"/>
                  </a:ext>
                </a:extLst>
              </p:cNvPr>
              <p:cNvSpPr/>
              <p:nvPr/>
            </p:nvSpPr>
            <p:spPr>
              <a:xfrm flipH="1" flipV="1">
                <a:off x="3519360" y="3014640"/>
                <a:ext cx="88920" cy="2988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565" name="Line 252">
                <a:extLst>
                  <a:ext uri="{FF2B5EF4-FFF2-40B4-BE49-F238E27FC236}">
                    <a16:creationId xmlns:a16="http://schemas.microsoft.com/office/drawing/2014/main" id="{0DEB6568-C42F-40B7-90D2-D03EE4C028F8}"/>
                  </a:ext>
                </a:extLst>
              </p:cNvPr>
              <p:cNvSpPr/>
              <p:nvPr/>
            </p:nvSpPr>
            <p:spPr>
              <a:xfrm flipV="1">
                <a:off x="3468600" y="3014640"/>
                <a:ext cx="50760" cy="2772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566" name="Line 253">
                <a:extLst>
                  <a:ext uri="{FF2B5EF4-FFF2-40B4-BE49-F238E27FC236}">
                    <a16:creationId xmlns:a16="http://schemas.microsoft.com/office/drawing/2014/main" id="{CB96CAF3-3959-43C6-BF2B-1FF956023A6C}"/>
                  </a:ext>
                </a:extLst>
              </p:cNvPr>
              <p:cNvSpPr/>
              <p:nvPr/>
            </p:nvSpPr>
            <p:spPr>
              <a:xfrm flipH="1" flipV="1">
                <a:off x="1419840" y="3008880"/>
                <a:ext cx="88200" cy="612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567" name="Line 254">
                <a:extLst>
                  <a:ext uri="{FF2B5EF4-FFF2-40B4-BE49-F238E27FC236}">
                    <a16:creationId xmlns:a16="http://schemas.microsoft.com/office/drawing/2014/main" id="{B533746D-03AE-4CE2-AFC7-B64F73AC30EA}"/>
                  </a:ext>
                </a:extLst>
              </p:cNvPr>
              <p:cNvSpPr/>
              <p:nvPr/>
            </p:nvSpPr>
            <p:spPr>
              <a:xfrm flipV="1">
                <a:off x="1369080" y="3008880"/>
                <a:ext cx="50760" cy="3924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568" name="Line 255">
                <a:extLst>
                  <a:ext uri="{FF2B5EF4-FFF2-40B4-BE49-F238E27FC236}">
                    <a16:creationId xmlns:a16="http://schemas.microsoft.com/office/drawing/2014/main" id="{664CB7EE-60CE-4751-A089-26F0C7C932F3}"/>
                  </a:ext>
                </a:extLst>
              </p:cNvPr>
              <p:cNvSpPr/>
              <p:nvPr/>
            </p:nvSpPr>
            <p:spPr>
              <a:xfrm flipV="1">
                <a:off x="1053000" y="3005640"/>
                <a:ext cx="51120" cy="3096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569" name="Line 256">
                <a:extLst>
                  <a:ext uri="{FF2B5EF4-FFF2-40B4-BE49-F238E27FC236}">
                    <a16:creationId xmlns:a16="http://schemas.microsoft.com/office/drawing/2014/main" id="{D7349CC3-181A-4A6E-A595-D11D6CDFA414}"/>
                  </a:ext>
                </a:extLst>
              </p:cNvPr>
              <p:cNvSpPr/>
              <p:nvPr/>
            </p:nvSpPr>
            <p:spPr>
              <a:xfrm flipH="1" flipV="1">
                <a:off x="1104120" y="3005640"/>
                <a:ext cx="87840" cy="1512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570" name="Line 257">
                <a:extLst>
                  <a:ext uri="{FF2B5EF4-FFF2-40B4-BE49-F238E27FC236}">
                    <a16:creationId xmlns:a16="http://schemas.microsoft.com/office/drawing/2014/main" id="{A2BBB085-C7F2-49AC-9488-DC793AA6338B}"/>
                  </a:ext>
                </a:extLst>
              </p:cNvPr>
              <p:cNvSpPr/>
              <p:nvPr/>
            </p:nvSpPr>
            <p:spPr>
              <a:xfrm flipH="1" flipV="1">
                <a:off x="875880" y="3003840"/>
                <a:ext cx="88560" cy="1692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571" name="Line 258">
                <a:extLst>
                  <a:ext uri="{FF2B5EF4-FFF2-40B4-BE49-F238E27FC236}">
                    <a16:creationId xmlns:a16="http://schemas.microsoft.com/office/drawing/2014/main" id="{EB61972F-8AC1-4413-B410-C0CED7B44B74}"/>
                  </a:ext>
                </a:extLst>
              </p:cNvPr>
              <p:cNvSpPr/>
              <p:nvPr/>
            </p:nvSpPr>
            <p:spPr>
              <a:xfrm flipV="1">
                <a:off x="824760" y="3003840"/>
                <a:ext cx="51120" cy="2988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572" name="Line 259">
                <a:extLst>
                  <a:ext uri="{FF2B5EF4-FFF2-40B4-BE49-F238E27FC236}">
                    <a16:creationId xmlns:a16="http://schemas.microsoft.com/office/drawing/2014/main" id="{B43EDA17-6735-457F-977A-38550C16F0D7}"/>
                  </a:ext>
                </a:extLst>
              </p:cNvPr>
              <p:cNvSpPr/>
              <p:nvPr/>
            </p:nvSpPr>
            <p:spPr>
              <a:xfrm flipH="1" flipV="1">
                <a:off x="3381120" y="3003840"/>
                <a:ext cx="87480" cy="3852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573" name="Line 260">
                <a:extLst>
                  <a:ext uri="{FF2B5EF4-FFF2-40B4-BE49-F238E27FC236}">
                    <a16:creationId xmlns:a16="http://schemas.microsoft.com/office/drawing/2014/main" id="{9674E0B2-9D5B-481E-B0A3-9F226C47C4E7}"/>
                  </a:ext>
                </a:extLst>
              </p:cNvPr>
              <p:cNvSpPr/>
              <p:nvPr/>
            </p:nvSpPr>
            <p:spPr>
              <a:xfrm flipV="1">
                <a:off x="3330360" y="3003840"/>
                <a:ext cx="50760" cy="2988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574" name="Line 261">
                <a:extLst>
                  <a:ext uri="{FF2B5EF4-FFF2-40B4-BE49-F238E27FC236}">
                    <a16:creationId xmlns:a16="http://schemas.microsoft.com/office/drawing/2014/main" id="{C2A3BBED-19B2-4837-8EA4-6D16CCCD70F7}"/>
                  </a:ext>
                </a:extLst>
              </p:cNvPr>
              <p:cNvSpPr/>
              <p:nvPr/>
            </p:nvSpPr>
            <p:spPr>
              <a:xfrm flipH="1" flipV="1">
                <a:off x="2178000" y="3002400"/>
                <a:ext cx="87480" cy="2808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575" name="Line 262">
                <a:extLst>
                  <a:ext uri="{FF2B5EF4-FFF2-40B4-BE49-F238E27FC236}">
                    <a16:creationId xmlns:a16="http://schemas.microsoft.com/office/drawing/2014/main" id="{44FAA5D1-32A1-4490-A145-A97A40F68AA2}"/>
                  </a:ext>
                </a:extLst>
              </p:cNvPr>
              <p:cNvSpPr/>
              <p:nvPr/>
            </p:nvSpPr>
            <p:spPr>
              <a:xfrm flipV="1">
                <a:off x="2127240" y="3002400"/>
                <a:ext cx="50760" cy="8136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576" name="Line 263">
                <a:extLst>
                  <a:ext uri="{FF2B5EF4-FFF2-40B4-BE49-F238E27FC236}">
                    <a16:creationId xmlns:a16="http://schemas.microsoft.com/office/drawing/2014/main" id="{C347657E-953F-46FB-AAC7-16A6FD448959}"/>
                  </a:ext>
                </a:extLst>
              </p:cNvPr>
              <p:cNvSpPr/>
              <p:nvPr/>
            </p:nvSpPr>
            <p:spPr>
              <a:xfrm flipV="1">
                <a:off x="3000240" y="3001320"/>
                <a:ext cx="50760" cy="4860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577" name="Line 264">
                <a:extLst>
                  <a:ext uri="{FF2B5EF4-FFF2-40B4-BE49-F238E27FC236}">
                    <a16:creationId xmlns:a16="http://schemas.microsoft.com/office/drawing/2014/main" id="{66403D78-F9EC-4D95-9069-2F6933D5C748}"/>
                  </a:ext>
                </a:extLst>
              </p:cNvPr>
              <p:cNvSpPr/>
              <p:nvPr/>
            </p:nvSpPr>
            <p:spPr>
              <a:xfrm flipH="1" flipV="1">
                <a:off x="3051000" y="3001320"/>
                <a:ext cx="88920" cy="5760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578" name="Line 265">
                <a:extLst>
                  <a:ext uri="{FF2B5EF4-FFF2-40B4-BE49-F238E27FC236}">
                    <a16:creationId xmlns:a16="http://schemas.microsoft.com/office/drawing/2014/main" id="{7FA6B45A-85DA-48E2-AC58-5D8B25E1D31F}"/>
                  </a:ext>
                </a:extLst>
              </p:cNvPr>
              <p:cNvSpPr/>
              <p:nvPr/>
            </p:nvSpPr>
            <p:spPr>
              <a:xfrm flipH="1" flipV="1">
                <a:off x="1331640" y="2999160"/>
                <a:ext cx="88200" cy="972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579" name="Line 266">
                <a:extLst>
                  <a:ext uri="{FF2B5EF4-FFF2-40B4-BE49-F238E27FC236}">
                    <a16:creationId xmlns:a16="http://schemas.microsoft.com/office/drawing/2014/main" id="{5D1265FD-F158-4FE7-9E28-9E0476B81152}"/>
                  </a:ext>
                </a:extLst>
              </p:cNvPr>
              <p:cNvSpPr/>
              <p:nvPr/>
            </p:nvSpPr>
            <p:spPr>
              <a:xfrm flipV="1">
                <a:off x="1280160" y="2999160"/>
                <a:ext cx="51480" cy="3564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580" name="Line 267">
                <a:extLst>
                  <a:ext uri="{FF2B5EF4-FFF2-40B4-BE49-F238E27FC236}">
                    <a16:creationId xmlns:a16="http://schemas.microsoft.com/office/drawing/2014/main" id="{B6C475C7-69B9-4312-A216-BB2B3C9D93AB}"/>
                  </a:ext>
                </a:extLst>
              </p:cNvPr>
              <p:cNvSpPr/>
              <p:nvPr/>
            </p:nvSpPr>
            <p:spPr>
              <a:xfrm flipV="1">
                <a:off x="2581560" y="2995920"/>
                <a:ext cx="50760" cy="7560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581" name="Line 268">
                <a:extLst>
                  <a:ext uri="{FF2B5EF4-FFF2-40B4-BE49-F238E27FC236}">
                    <a16:creationId xmlns:a16="http://schemas.microsoft.com/office/drawing/2014/main" id="{1D627A2D-DCFC-43D9-A6DC-F5890358E0E4}"/>
                  </a:ext>
                </a:extLst>
              </p:cNvPr>
              <p:cNvSpPr/>
              <p:nvPr/>
            </p:nvSpPr>
            <p:spPr>
              <a:xfrm flipH="1" flipV="1">
                <a:off x="2632320" y="2995920"/>
                <a:ext cx="88920" cy="5724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582" name="Line 269">
                <a:extLst>
                  <a:ext uri="{FF2B5EF4-FFF2-40B4-BE49-F238E27FC236}">
                    <a16:creationId xmlns:a16="http://schemas.microsoft.com/office/drawing/2014/main" id="{AE25916A-8B23-4B6E-A3A3-BD3BD5DA0569}"/>
                  </a:ext>
                </a:extLst>
              </p:cNvPr>
              <p:cNvSpPr/>
              <p:nvPr/>
            </p:nvSpPr>
            <p:spPr>
              <a:xfrm flipV="1">
                <a:off x="964440" y="2990520"/>
                <a:ext cx="51120" cy="3024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583" name="Line 270">
                <a:extLst>
                  <a:ext uri="{FF2B5EF4-FFF2-40B4-BE49-F238E27FC236}">
                    <a16:creationId xmlns:a16="http://schemas.microsoft.com/office/drawing/2014/main" id="{2C49E744-3257-48A5-8FAE-B039360C7242}"/>
                  </a:ext>
                </a:extLst>
              </p:cNvPr>
              <p:cNvSpPr/>
              <p:nvPr/>
            </p:nvSpPr>
            <p:spPr>
              <a:xfrm flipH="1" flipV="1">
                <a:off x="1015560" y="2990520"/>
                <a:ext cx="88560" cy="1512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584" name="Line 271">
                <a:extLst>
                  <a:ext uri="{FF2B5EF4-FFF2-40B4-BE49-F238E27FC236}">
                    <a16:creationId xmlns:a16="http://schemas.microsoft.com/office/drawing/2014/main" id="{5E8F9E8B-B124-439C-B6B9-16CE3832AC8C}"/>
                  </a:ext>
                </a:extLst>
              </p:cNvPr>
              <p:cNvSpPr/>
              <p:nvPr/>
            </p:nvSpPr>
            <p:spPr>
              <a:xfrm flipV="1">
                <a:off x="3659040" y="2987280"/>
                <a:ext cx="50760" cy="2772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585" name="Line 272">
                <a:extLst>
                  <a:ext uri="{FF2B5EF4-FFF2-40B4-BE49-F238E27FC236}">
                    <a16:creationId xmlns:a16="http://schemas.microsoft.com/office/drawing/2014/main" id="{41B11DEF-14B6-41AA-8230-6F9A201CC89D}"/>
                  </a:ext>
                </a:extLst>
              </p:cNvPr>
              <p:cNvSpPr/>
              <p:nvPr/>
            </p:nvSpPr>
            <p:spPr>
              <a:xfrm flipH="1" flipV="1">
                <a:off x="1242720" y="2987280"/>
                <a:ext cx="88920" cy="1188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586" name="Line 273">
                <a:extLst>
                  <a:ext uri="{FF2B5EF4-FFF2-40B4-BE49-F238E27FC236}">
                    <a16:creationId xmlns:a16="http://schemas.microsoft.com/office/drawing/2014/main" id="{15FE4EB9-2C04-4679-AB2C-60194E71A81E}"/>
                  </a:ext>
                </a:extLst>
              </p:cNvPr>
              <p:cNvSpPr/>
              <p:nvPr/>
            </p:nvSpPr>
            <p:spPr>
              <a:xfrm flipV="1">
                <a:off x="1191960" y="2987280"/>
                <a:ext cx="50760" cy="3348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587" name="Line 274">
                <a:extLst>
                  <a:ext uri="{FF2B5EF4-FFF2-40B4-BE49-F238E27FC236}">
                    <a16:creationId xmlns:a16="http://schemas.microsoft.com/office/drawing/2014/main" id="{5F49702E-1F84-48F4-8CE8-A691269D3F7A}"/>
                  </a:ext>
                </a:extLst>
              </p:cNvPr>
              <p:cNvSpPr/>
              <p:nvPr/>
            </p:nvSpPr>
            <p:spPr>
              <a:xfrm flipH="1" flipV="1">
                <a:off x="2911680" y="2985840"/>
                <a:ext cx="88560" cy="6408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588" name="Line 275">
                <a:extLst>
                  <a:ext uri="{FF2B5EF4-FFF2-40B4-BE49-F238E27FC236}">
                    <a16:creationId xmlns:a16="http://schemas.microsoft.com/office/drawing/2014/main" id="{322EDA7A-B0E1-40FF-9EF3-FD9FA7F7F13C}"/>
                  </a:ext>
                </a:extLst>
              </p:cNvPr>
              <p:cNvSpPr/>
              <p:nvPr/>
            </p:nvSpPr>
            <p:spPr>
              <a:xfrm flipV="1">
                <a:off x="2860920" y="2985840"/>
                <a:ext cx="50760" cy="6120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589" name="Line 276">
                <a:extLst>
                  <a:ext uri="{FF2B5EF4-FFF2-40B4-BE49-F238E27FC236}">
                    <a16:creationId xmlns:a16="http://schemas.microsoft.com/office/drawing/2014/main" id="{718D1C3C-A756-4DDD-996A-5E1621083FCF}"/>
                  </a:ext>
                </a:extLst>
              </p:cNvPr>
              <p:cNvSpPr/>
              <p:nvPr/>
            </p:nvSpPr>
            <p:spPr>
              <a:xfrm flipV="1">
                <a:off x="3519360" y="2985840"/>
                <a:ext cx="52200" cy="2880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590" name="Line 277">
                <a:extLst>
                  <a:ext uri="{FF2B5EF4-FFF2-40B4-BE49-F238E27FC236}">
                    <a16:creationId xmlns:a16="http://schemas.microsoft.com/office/drawing/2014/main" id="{8276F94B-582C-4583-BC12-3F001F9422D2}"/>
                  </a:ext>
                </a:extLst>
              </p:cNvPr>
              <p:cNvSpPr/>
              <p:nvPr/>
            </p:nvSpPr>
            <p:spPr>
              <a:xfrm flipH="1" flipV="1">
                <a:off x="3571560" y="2985840"/>
                <a:ext cx="87480" cy="2916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591" name="Line 278">
                <a:extLst>
                  <a:ext uri="{FF2B5EF4-FFF2-40B4-BE49-F238E27FC236}">
                    <a16:creationId xmlns:a16="http://schemas.microsoft.com/office/drawing/2014/main" id="{3543BDB7-36BF-419A-8091-7B74A4796E15}"/>
                  </a:ext>
                </a:extLst>
              </p:cNvPr>
              <p:cNvSpPr/>
              <p:nvPr/>
            </p:nvSpPr>
            <p:spPr>
              <a:xfrm flipH="1" flipV="1">
                <a:off x="2772000" y="2982600"/>
                <a:ext cx="88920" cy="6444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592" name="Line 279">
                <a:extLst>
                  <a:ext uri="{FF2B5EF4-FFF2-40B4-BE49-F238E27FC236}">
                    <a16:creationId xmlns:a16="http://schemas.microsoft.com/office/drawing/2014/main" id="{2E5A756A-FCA9-47F8-8542-CB3506B5D244}"/>
                  </a:ext>
                </a:extLst>
              </p:cNvPr>
              <p:cNvSpPr/>
              <p:nvPr/>
            </p:nvSpPr>
            <p:spPr>
              <a:xfrm flipV="1">
                <a:off x="2721240" y="2982600"/>
                <a:ext cx="50760" cy="7056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593" name="Line 280">
                <a:extLst>
                  <a:ext uri="{FF2B5EF4-FFF2-40B4-BE49-F238E27FC236}">
                    <a16:creationId xmlns:a16="http://schemas.microsoft.com/office/drawing/2014/main" id="{0221680E-AF10-4BF6-94C0-E37F4D0B34C9}"/>
                  </a:ext>
                </a:extLst>
              </p:cNvPr>
              <p:cNvSpPr/>
              <p:nvPr/>
            </p:nvSpPr>
            <p:spPr>
              <a:xfrm flipH="1" flipV="1">
                <a:off x="3241440" y="2982600"/>
                <a:ext cx="88920" cy="5112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594" name="Line 281">
                <a:extLst>
                  <a:ext uri="{FF2B5EF4-FFF2-40B4-BE49-F238E27FC236}">
                    <a16:creationId xmlns:a16="http://schemas.microsoft.com/office/drawing/2014/main" id="{07A5A215-CDD5-469E-B175-2A11EDF7DE19}"/>
                  </a:ext>
                </a:extLst>
              </p:cNvPr>
              <p:cNvSpPr/>
              <p:nvPr/>
            </p:nvSpPr>
            <p:spPr>
              <a:xfrm flipV="1">
                <a:off x="3190680" y="2982600"/>
                <a:ext cx="50760" cy="3636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595" name="Line 282">
                <a:extLst>
                  <a:ext uri="{FF2B5EF4-FFF2-40B4-BE49-F238E27FC236}">
                    <a16:creationId xmlns:a16="http://schemas.microsoft.com/office/drawing/2014/main" id="{A86348BE-08D9-4761-B688-FBC8B4951738}"/>
                  </a:ext>
                </a:extLst>
              </p:cNvPr>
              <p:cNvSpPr/>
              <p:nvPr/>
            </p:nvSpPr>
            <p:spPr>
              <a:xfrm flipV="1">
                <a:off x="2038320" y="2982240"/>
                <a:ext cx="50760" cy="8172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596" name="Line 283">
                <a:extLst>
                  <a:ext uri="{FF2B5EF4-FFF2-40B4-BE49-F238E27FC236}">
                    <a16:creationId xmlns:a16="http://schemas.microsoft.com/office/drawing/2014/main" id="{CE61D5A0-D0A5-4643-AA6C-A4124AD2E400}"/>
                  </a:ext>
                </a:extLst>
              </p:cNvPr>
              <p:cNvSpPr/>
              <p:nvPr/>
            </p:nvSpPr>
            <p:spPr>
              <a:xfrm flipH="1" flipV="1">
                <a:off x="2089080" y="2982240"/>
                <a:ext cx="88920" cy="2016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597" name="Line 284">
                <a:extLst>
                  <a:ext uri="{FF2B5EF4-FFF2-40B4-BE49-F238E27FC236}">
                    <a16:creationId xmlns:a16="http://schemas.microsoft.com/office/drawing/2014/main" id="{11A9CC9C-C782-4A75-BDFD-D9B859B614AE}"/>
                  </a:ext>
                </a:extLst>
              </p:cNvPr>
              <p:cNvSpPr/>
              <p:nvPr/>
            </p:nvSpPr>
            <p:spPr>
              <a:xfrm flipV="1">
                <a:off x="2354400" y="2978280"/>
                <a:ext cx="50760" cy="8568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598" name="Line 285">
                <a:extLst>
                  <a:ext uri="{FF2B5EF4-FFF2-40B4-BE49-F238E27FC236}">
                    <a16:creationId xmlns:a16="http://schemas.microsoft.com/office/drawing/2014/main" id="{80E884AB-0C8E-4EF1-B48E-05CDFA597F90}"/>
                  </a:ext>
                </a:extLst>
              </p:cNvPr>
              <p:cNvSpPr/>
              <p:nvPr/>
            </p:nvSpPr>
            <p:spPr>
              <a:xfrm flipH="1" flipV="1">
                <a:off x="2405160" y="2978280"/>
                <a:ext cx="88920" cy="4572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599" name="Line 286">
                <a:extLst>
                  <a:ext uri="{FF2B5EF4-FFF2-40B4-BE49-F238E27FC236}">
                    <a16:creationId xmlns:a16="http://schemas.microsoft.com/office/drawing/2014/main" id="{2C6735DD-27EC-446B-A46D-6D12391C3C28}"/>
                  </a:ext>
                </a:extLst>
              </p:cNvPr>
              <p:cNvSpPr/>
              <p:nvPr/>
            </p:nvSpPr>
            <p:spPr>
              <a:xfrm flipH="1" flipV="1">
                <a:off x="3431880" y="2974320"/>
                <a:ext cx="87480" cy="4032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600" name="Line 287">
                <a:extLst>
                  <a:ext uri="{FF2B5EF4-FFF2-40B4-BE49-F238E27FC236}">
                    <a16:creationId xmlns:a16="http://schemas.microsoft.com/office/drawing/2014/main" id="{982E08E8-BBBC-4D98-A721-8029040739F7}"/>
                  </a:ext>
                </a:extLst>
              </p:cNvPr>
              <p:cNvSpPr/>
              <p:nvPr/>
            </p:nvSpPr>
            <p:spPr>
              <a:xfrm flipV="1">
                <a:off x="3381120" y="2974320"/>
                <a:ext cx="50760" cy="2952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601" name="Line 288">
                <a:extLst>
                  <a:ext uri="{FF2B5EF4-FFF2-40B4-BE49-F238E27FC236}">
                    <a16:creationId xmlns:a16="http://schemas.microsoft.com/office/drawing/2014/main" id="{3FAAA3C5-F519-4EE5-96A8-9DA718208018}"/>
                  </a:ext>
                </a:extLst>
              </p:cNvPr>
              <p:cNvSpPr/>
              <p:nvPr/>
            </p:nvSpPr>
            <p:spPr>
              <a:xfrm flipH="1" flipV="1">
                <a:off x="1155240" y="2974320"/>
                <a:ext cx="87480" cy="1296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602" name="Line 289">
                <a:extLst>
                  <a:ext uri="{FF2B5EF4-FFF2-40B4-BE49-F238E27FC236}">
                    <a16:creationId xmlns:a16="http://schemas.microsoft.com/office/drawing/2014/main" id="{32FC6FB3-D8DC-4C51-B4CF-E35E09CF93D7}"/>
                  </a:ext>
                </a:extLst>
              </p:cNvPr>
              <p:cNvSpPr/>
              <p:nvPr/>
            </p:nvSpPr>
            <p:spPr>
              <a:xfrm flipV="1">
                <a:off x="1104120" y="2974320"/>
                <a:ext cx="51120" cy="3132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603" name="Line 290">
                <a:extLst>
                  <a:ext uri="{FF2B5EF4-FFF2-40B4-BE49-F238E27FC236}">
                    <a16:creationId xmlns:a16="http://schemas.microsoft.com/office/drawing/2014/main" id="{455B2454-28DF-4019-BD87-318A02EDEB2C}"/>
                  </a:ext>
                </a:extLst>
              </p:cNvPr>
              <p:cNvSpPr/>
              <p:nvPr/>
            </p:nvSpPr>
            <p:spPr>
              <a:xfrm flipV="1">
                <a:off x="875880" y="2974320"/>
                <a:ext cx="50760" cy="2952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604" name="Line 291">
                <a:extLst>
                  <a:ext uri="{FF2B5EF4-FFF2-40B4-BE49-F238E27FC236}">
                    <a16:creationId xmlns:a16="http://schemas.microsoft.com/office/drawing/2014/main" id="{7FB975E6-7D57-4809-8D77-6BA9B7DBAFC0}"/>
                  </a:ext>
                </a:extLst>
              </p:cNvPr>
              <p:cNvSpPr/>
              <p:nvPr/>
            </p:nvSpPr>
            <p:spPr>
              <a:xfrm flipH="1" flipV="1">
                <a:off x="926640" y="2974320"/>
                <a:ext cx="88920" cy="1620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605" name="Line 292">
                <a:extLst>
                  <a:ext uri="{FF2B5EF4-FFF2-40B4-BE49-F238E27FC236}">
                    <a16:creationId xmlns:a16="http://schemas.microsoft.com/office/drawing/2014/main" id="{17C25249-2A09-4BF9-92DB-7C367748894E}"/>
                  </a:ext>
                </a:extLst>
              </p:cNvPr>
              <p:cNvSpPr/>
              <p:nvPr/>
            </p:nvSpPr>
            <p:spPr>
              <a:xfrm flipH="1" flipV="1">
                <a:off x="2000880" y="2968920"/>
                <a:ext cx="88200" cy="1332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606" name="Line 293">
                <a:extLst>
                  <a:ext uri="{FF2B5EF4-FFF2-40B4-BE49-F238E27FC236}">
                    <a16:creationId xmlns:a16="http://schemas.microsoft.com/office/drawing/2014/main" id="{E1C80E32-5B91-48EE-9068-B026242ED120}"/>
                  </a:ext>
                </a:extLst>
              </p:cNvPr>
              <p:cNvSpPr/>
              <p:nvPr/>
            </p:nvSpPr>
            <p:spPr>
              <a:xfrm flipV="1">
                <a:off x="1949400" y="2968920"/>
                <a:ext cx="51480" cy="7992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607" name="Line 294">
                <a:extLst>
                  <a:ext uri="{FF2B5EF4-FFF2-40B4-BE49-F238E27FC236}">
                    <a16:creationId xmlns:a16="http://schemas.microsoft.com/office/drawing/2014/main" id="{C222B3DF-7AF6-4F82-8FD8-23DCA5443BFF}"/>
                  </a:ext>
                </a:extLst>
              </p:cNvPr>
              <p:cNvSpPr/>
              <p:nvPr/>
            </p:nvSpPr>
            <p:spPr>
              <a:xfrm flipV="1">
                <a:off x="1508040" y="2966760"/>
                <a:ext cx="50760" cy="4824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608" name="Line 295">
                <a:extLst>
                  <a:ext uri="{FF2B5EF4-FFF2-40B4-BE49-F238E27FC236}">
                    <a16:creationId xmlns:a16="http://schemas.microsoft.com/office/drawing/2014/main" id="{ED9AD24A-C2D2-451C-8197-8A799C2FDD1F}"/>
                  </a:ext>
                </a:extLst>
              </p:cNvPr>
              <p:cNvSpPr/>
              <p:nvPr/>
            </p:nvSpPr>
            <p:spPr>
              <a:xfrm flipV="1">
                <a:off x="1558800" y="2965680"/>
                <a:ext cx="88920" cy="108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609" name="Line 296">
                <a:extLst>
                  <a:ext uri="{FF2B5EF4-FFF2-40B4-BE49-F238E27FC236}">
                    <a16:creationId xmlns:a16="http://schemas.microsoft.com/office/drawing/2014/main" id="{A7D65E5E-E411-4EE7-B03D-4C93A418350C}"/>
                  </a:ext>
                </a:extLst>
              </p:cNvPr>
              <p:cNvSpPr/>
              <p:nvPr/>
            </p:nvSpPr>
            <p:spPr>
              <a:xfrm flipV="1">
                <a:off x="1596240" y="2965680"/>
                <a:ext cx="51480" cy="5652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610" name="Line 297">
                <a:extLst>
                  <a:ext uri="{FF2B5EF4-FFF2-40B4-BE49-F238E27FC236}">
                    <a16:creationId xmlns:a16="http://schemas.microsoft.com/office/drawing/2014/main" id="{CD918EE8-F1FC-4DB6-8F79-F030BD035B01}"/>
                  </a:ext>
                </a:extLst>
              </p:cNvPr>
              <p:cNvSpPr/>
              <p:nvPr/>
            </p:nvSpPr>
            <p:spPr>
              <a:xfrm flipH="1" flipV="1">
                <a:off x="1471320" y="2965680"/>
                <a:ext cx="87480" cy="108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611" name="Line 298">
                <a:extLst>
                  <a:ext uri="{FF2B5EF4-FFF2-40B4-BE49-F238E27FC236}">
                    <a16:creationId xmlns:a16="http://schemas.microsoft.com/office/drawing/2014/main" id="{3A529C3D-3C91-4197-8D90-532FBABB9B5B}"/>
                  </a:ext>
                </a:extLst>
              </p:cNvPr>
              <p:cNvSpPr/>
              <p:nvPr/>
            </p:nvSpPr>
            <p:spPr>
              <a:xfrm flipV="1">
                <a:off x="1419840" y="2965680"/>
                <a:ext cx="51480" cy="4320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612" name="Line 299">
                <a:extLst>
                  <a:ext uri="{FF2B5EF4-FFF2-40B4-BE49-F238E27FC236}">
                    <a16:creationId xmlns:a16="http://schemas.microsoft.com/office/drawing/2014/main" id="{0B7DD263-DE27-40D1-B433-D3AABF14D32F}"/>
                  </a:ext>
                </a:extLst>
              </p:cNvPr>
              <p:cNvSpPr/>
              <p:nvPr/>
            </p:nvSpPr>
            <p:spPr>
              <a:xfrm flipV="1">
                <a:off x="1647720" y="2963520"/>
                <a:ext cx="88200" cy="216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613" name="Line 300">
                <a:extLst>
                  <a:ext uri="{FF2B5EF4-FFF2-40B4-BE49-F238E27FC236}">
                    <a16:creationId xmlns:a16="http://schemas.microsoft.com/office/drawing/2014/main" id="{AEE68775-CDD3-4121-8133-D53BE338DCB8}"/>
                  </a:ext>
                </a:extLst>
              </p:cNvPr>
              <p:cNvSpPr/>
              <p:nvPr/>
            </p:nvSpPr>
            <p:spPr>
              <a:xfrm flipV="1">
                <a:off x="1684440" y="2963520"/>
                <a:ext cx="51480" cy="6228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614" name="Line 301">
                <a:extLst>
                  <a:ext uri="{FF2B5EF4-FFF2-40B4-BE49-F238E27FC236}">
                    <a16:creationId xmlns:a16="http://schemas.microsoft.com/office/drawing/2014/main" id="{B0F8AEBD-BCEC-42E1-BB9A-F5591D46CEA3}"/>
                  </a:ext>
                </a:extLst>
              </p:cNvPr>
              <p:cNvSpPr/>
              <p:nvPr/>
            </p:nvSpPr>
            <p:spPr>
              <a:xfrm flipV="1">
                <a:off x="1861560" y="2962440"/>
                <a:ext cx="50760" cy="7668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615" name="Line 302">
                <a:extLst>
                  <a:ext uri="{FF2B5EF4-FFF2-40B4-BE49-F238E27FC236}">
                    <a16:creationId xmlns:a16="http://schemas.microsoft.com/office/drawing/2014/main" id="{B1A7FC23-1CB5-4279-AD72-E6AB56955E1F}"/>
                  </a:ext>
                </a:extLst>
              </p:cNvPr>
              <p:cNvSpPr/>
              <p:nvPr/>
            </p:nvSpPr>
            <p:spPr>
              <a:xfrm flipH="1" flipV="1">
                <a:off x="1912320" y="2962440"/>
                <a:ext cx="88560" cy="648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616" name="Line 303">
                <a:extLst>
                  <a:ext uri="{FF2B5EF4-FFF2-40B4-BE49-F238E27FC236}">
                    <a16:creationId xmlns:a16="http://schemas.microsoft.com/office/drawing/2014/main" id="{F420A89D-FF8F-4A9E-A906-01AEFCE643CF}"/>
                  </a:ext>
                </a:extLst>
              </p:cNvPr>
              <p:cNvSpPr/>
              <p:nvPr/>
            </p:nvSpPr>
            <p:spPr>
              <a:xfrm flipH="1" flipV="1">
                <a:off x="1824120" y="2961000"/>
                <a:ext cx="88200" cy="144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617" name="Line 304">
                <a:extLst>
                  <a:ext uri="{FF2B5EF4-FFF2-40B4-BE49-F238E27FC236}">
                    <a16:creationId xmlns:a16="http://schemas.microsoft.com/office/drawing/2014/main" id="{54ECDEE0-258D-4906-A078-B83112AB93D1}"/>
                  </a:ext>
                </a:extLst>
              </p:cNvPr>
              <p:cNvSpPr/>
              <p:nvPr/>
            </p:nvSpPr>
            <p:spPr>
              <a:xfrm flipV="1">
                <a:off x="1735920" y="2961000"/>
                <a:ext cx="88200" cy="252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618" name="Line 305">
                <a:extLst>
                  <a:ext uri="{FF2B5EF4-FFF2-40B4-BE49-F238E27FC236}">
                    <a16:creationId xmlns:a16="http://schemas.microsoft.com/office/drawing/2014/main" id="{9409528D-AB11-45B8-8937-73A5D858CE11}"/>
                  </a:ext>
                </a:extLst>
              </p:cNvPr>
              <p:cNvSpPr/>
              <p:nvPr/>
            </p:nvSpPr>
            <p:spPr>
              <a:xfrm flipV="1">
                <a:off x="1772640" y="2961000"/>
                <a:ext cx="51480" cy="7056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619" name="Line 306">
                <a:extLst>
                  <a:ext uri="{FF2B5EF4-FFF2-40B4-BE49-F238E27FC236}">
                    <a16:creationId xmlns:a16="http://schemas.microsoft.com/office/drawing/2014/main" id="{52A5D73F-788D-4B6C-80F6-E99086105063}"/>
                  </a:ext>
                </a:extLst>
              </p:cNvPr>
              <p:cNvSpPr/>
              <p:nvPr/>
            </p:nvSpPr>
            <p:spPr>
              <a:xfrm flipH="1" flipV="1">
                <a:off x="1382400" y="2959920"/>
                <a:ext cx="88920" cy="576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620" name="Line 307">
                <a:extLst>
                  <a:ext uri="{FF2B5EF4-FFF2-40B4-BE49-F238E27FC236}">
                    <a16:creationId xmlns:a16="http://schemas.microsoft.com/office/drawing/2014/main" id="{63DC9A21-CB1E-47DD-875D-33FA5CBC32A9}"/>
                  </a:ext>
                </a:extLst>
              </p:cNvPr>
              <p:cNvSpPr/>
              <p:nvPr/>
            </p:nvSpPr>
            <p:spPr>
              <a:xfrm flipV="1">
                <a:off x="1331640" y="2959920"/>
                <a:ext cx="50760" cy="3924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621" name="Line 308">
                <a:extLst>
                  <a:ext uri="{FF2B5EF4-FFF2-40B4-BE49-F238E27FC236}">
                    <a16:creationId xmlns:a16="http://schemas.microsoft.com/office/drawing/2014/main" id="{1F5C7F97-6FA2-4ECE-AE6E-2C62604057C0}"/>
                  </a:ext>
                </a:extLst>
              </p:cNvPr>
              <p:cNvSpPr/>
              <p:nvPr/>
            </p:nvSpPr>
            <p:spPr>
              <a:xfrm flipV="1">
                <a:off x="3571560" y="2959920"/>
                <a:ext cx="50760" cy="2592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622" name="Line 309">
                <a:extLst>
                  <a:ext uri="{FF2B5EF4-FFF2-40B4-BE49-F238E27FC236}">
                    <a16:creationId xmlns:a16="http://schemas.microsoft.com/office/drawing/2014/main" id="{9EE3D1C2-2AE3-4ADA-B3A7-918DDCB1273D}"/>
                  </a:ext>
                </a:extLst>
              </p:cNvPr>
              <p:cNvSpPr/>
              <p:nvPr/>
            </p:nvSpPr>
            <p:spPr>
              <a:xfrm flipH="1" flipV="1">
                <a:off x="3622320" y="2959920"/>
                <a:ext cx="87480" cy="2736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623" name="Line 310">
                <a:extLst>
                  <a:ext uri="{FF2B5EF4-FFF2-40B4-BE49-F238E27FC236}">
                    <a16:creationId xmlns:a16="http://schemas.microsoft.com/office/drawing/2014/main" id="{87E17270-7FDC-4CF8-BAAD-7BB048ADA66D}"/>
                  </a:ext>
                </a:extLst>
              </p:cNvPr>
              <p:cNvSpPr/>
              <p:nvPr/>
            </p:nvSpPr>
            <p:spPr>
              <a:xfrm flipV="1">
                <a:off x="3709800" y="2959920"/>
                <a:ext cx="50760" cy="2736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624" name="Line 311">
                <a:extLst>
                  <a:ext uri="{FF2B5EF4-FFF2-40B4-BE49-F238E27FC236}">
                    <a16:creationId xmlns:a16="http://schemas.microsoft.com/office/drawing/2014/main" id="{074ED8F3-A1E2-44BA-A636-C8ABDE2A7F45}"/>
                  </a:ext>
                </a:extLst>
              </p:cNvPr>
              <p:cNvSpPr/>
              <p:nvPr/>
            </p:nvSpPr>
            <p:spPr>
              <a:xfrm flipH="1" flipV="1">
                <a:off x="1066320" y="2959200"/>
                <a:ext cx="88920" cy="1512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625" name="Line 312">
                <a:extLst>
                  <a:ext uri="{FF2B5EF4-FFF2-40B4-BE49-F238E27FC236}">
                    <a16:creationId xmlns:a16="http://schemas.microsoft.com/office/drawing/2014/main" id="{0F55045E-8ED0-49F7-BE17-057051677BA5}"/>
                  </a:ext>
                </a:extLst>
              </p:cNvPr>
              <p:cNvSpPr/>
              <p:nvPr/>
            </p:nvSpPr>
            <p:spPr>
              <a:xfrm flipV="1">
                <a:off x="1015560" y="2959200"/>
                <a:ext cx="50760" cy="3132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626" name="Line 313">
                <a:extLst>
                  <a:ext uri="{FF2B5EF4-FFF2-40B4-BE49-F238E27FC236}">
                    <a16:creationId xmlns:a16="http://schemas.microsoft.com/office/drawing/2014/main" id="{130F2755-3DC7-4ED1-B93A-C149F68F645E}"/>
                  </a:ext>
                </a:extLst>
              </p:cNvPr>
              <p:cNvSpPr/>
              <p:nvPr/>
            </p:nvSpPr>
            <p:spPr>
              <a:xfrm flipH="1" flipV="1">
                <a:off x="3101760" y="2954880"/>
                <a:ext cx="88920" cy="6408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627" name="Line 314">
                <a:extLst>
                  <a:ext uri="{FF2B5EF4-FFF2-40B4-BE49-F238E27FC236}">
                    <a16:creationId xmlns:a16="http://schemas.microsoft.com/office/drawing/2014/main" id="{2D5988E0-829C-4887-A482-814B9F1EB72A}"/>
                  </a:ext>
                </a:extLst>
              </p:cNvPr>
              <p:cNvSpPr/>
              <p:nvPr/>
            </p:nvSpPr>
            <p:spPr>
              <a:xfrm flipV="1">
                <a:off x="3051000" y="2954880"/>
                <a:ext cx="50760" cy="4644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628" name="Line 315">
                <a:extLst>
                  <a:ext uri="{FF2B5EF4-FFF2-40B4-BE49-F238E27FC236}">
                    <a16:creationId xmlns:a16="http://schemas.microsoft.com/office/drawing/2014/main" id="{2B79AB9A-6601-4FCD-B346-D7CAC1AD3ADD}"/>
                  </a:ext>
                </a:extLst>
              </p:cNvPr>
              <p:cNvSpPr/>
              <p:nvPr/>
            </p:nvSpPr>
            <p:spPr>
              <a:xfrm flipH="1" flipV="1">
                <a:off x="1293480" y="2951640"/>
                <a:ext cx="88920" cy="828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629" name="Line 316">
                <a:extLst>
                  <a:ext uri="{FF2B5EF4-FFF2-40B4-BE49-F238E27FC236}">
                    <a16:creationId xmlns:a16="http://schemas.microsoft.com/office/drawing/2014/main" id="{5B8EB151-3B0C-4CC7-91CC-97DE0B003B9C}"/>
                  </a:ext>
                </a:extLst>
              </p:cNvPr>
              <p:cNvSpPr/>
              <p:nvPr/>
            </p:nvSpPr>
            <p:spPr>
              <a:xfrm flipV="1">
                <a:off x="1242720" y="2951640"/>
                <a:ext cx="50760" cy="3564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630" name="Line 317">
                <a:extLst>
                  <a:ext uri="{FF2B5EF4-FFF2-40B4-BE49-F238E27FC236}">
                    <a16:creationId xmlns:a16="http://schemas.microsoft.com/office/drawing/2014/main" id="{F3A1257F-9047-40C1-985E-00387C2A89DB}"/>
                  </a:ext>
                </a:extLst>
              </p:cNvPr>
              <p:cNvSpPr/>
              <p:nvPr/>
            </p:nvSpPr>
            <p:spPr>
              <a:xfrm flipV="1">
                <a:off x="3241440" y="2950200"/>
                <a:ext cx="50760" cy="3240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631" name="Line 318">
                <a:extLst>
                  <a:ext uri="{FF2B5EF4-FFF2-40B4-BE49-F238E27FC236}">
                    <a16:creationId xmlns:a16="http://schemas.microsoft.com/office/drawing/2014/main" id="{71ED779D-816D-40C7-82B0-E72E34F14DC3}"/>
                  </a:ext>
                </a:extLst>
              </p:cNvPr>
              <p:cNvSpPr/>
              <p:nvPr/>
            </p:nvSpPr>
            <p:spPr>
              <a:xfrm flipH="1" flipV="1">
                <a:off x="3292200" y="2950200"/>
                <a:ext cx="88920" cy="5364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632" name="Line 319">
                <a:extLst>
                  <a:ext uri="{FF2B5EF4-FFF2-40B4-BE49-F238E27FC236}">
                    <a16:creationId xmlns:a16="http://schemas.microsoft.com/office/drawing/2014/main" id="{E9A758E8-4DD2-4FE3-A304-94797294789A}"/>
                  </a:ext>
                </a:extLst>
              </p:cNvPr>
              <p:cNvSpPr/>
              <p:nvPr/>
            </p:nvSpPr>
            <p:spPr>
              <a:xfrm flipV="1">
                <a:off x="3431880" y="2949120"/>
                <a:ext cx="50760" cy="2520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633" name="Line 320">
                <a:extLst>
                  <a:ext uri="{FF2B5EF4-FFF2-40B4-BE49-F238E27FC236}">
                    <a16:creationId xmlns:a16="http://schemas.microsoft.com/office/drawing/2014/main" id="{37215767-6E5C-4650-B280-844ABD481EC8}"/>
                  </a:ext>
                </a:extLst>
              </p:cNvPr>
              <p:cNvSpPr/>
              <p:nvPr/>
            </p:nvSpPr>
            <p:spPr>
              <a:xfrm flipH="1" flipV="1">
                <a:off x="3482640" y="2949120"/>
                <a:ext cx="88920" cy="3672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634" name="Line 321">
                <a:extLst>
                  <a:ext uri="{FF2B5EF4-FFF2-40B4-BE49-F238E27FC236}">
                    <a16:creationId xmlns:a16="http://schemas.microsoft.com/office/drawing/2014/main" id="{03B5BC7F-73AD-4F07-9224-64329380F0B5}"/>
                  </a:ext>
                </a:extLst>
              </p:cNvPr>
              <p:cNvSpPr/>
              <p:nvPr/>
            </p:nvSpPr>
            <p:spPr>
              <a:xfrm flipH="1" flipV="1">
                <a:off x="977400" y="2942640"/>
                <a:ext cx="88920" cy="1656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635" name="Line 322">
                <a:extLst>
                  <a:ext uri="{FF2B5EF4-FFF2-40B4-BE49-F238E27FC236}">
                    <a16:creationId xmlns:a16="http://schemas.microsoft.com/office/drawing/2014/main" id="{97B475A6-474B-4E1C-A599-3089C5E83E8B}"/>
                  </a:ext>
                </a:extLst>
              </p:cNvPr>
              <p:cNvSpPr/>
              <p:nvPr/>
            </p:nvSpPr>
            <p:spPr>
              <a:xfrm flipV="1">
                <a:off x="926640" y="2942640"/>
                <a:ext cx="50760" cy="3168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636" name="Line 323">
                <a:extLst>
                  <a:ext uri="{FF2B5EF4-FFF2-40B4-BE49-F238E27FC236}">
                    <a16:creationId xmlns:a16="http://schemas.microsoft.com/office/drawing/2014/main" id="{E0EB5AED-C85B-474F-8EC2-62914AADB591}"/>
                  </a:ext>
                </a:extLst>
              </p:cNvPr>
              <p:cNvSpPr/>
              <p:nvPr/>
            </p:nvSpPr>
            <p:spPr>
              <a:xfrm flipH="1" flipV="1">
                <a:off x="1206000" y="2940840"/>
                <a:ext cx="87480" cy="1080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637" name="Line 324">
                <a:extLst>
                  <a:ext uri="{FF2B5EF4-FFF2-40B4-BE49-F238E27FC236}">
                    <a16:creationId xmlns:a16="http://schemas.microsoft.com/office/drawing/2014/main" id="{4FE2816F-B35F-4CFF-A6BA-CC93EBA5CA28}"/>
                  </a:ext>
                </a:extLst>
              </p:cNvPr>
              <p:cNvSpPr/>
              <p:nvPr/>
            </p:nvSpPr>
            <p:spPr>
              <a:xfrm flipV="1">
                <a:off x="1155240" y="2940840"/>
                <a:ext cx="50760" cy="3348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638" name="Line 325">
                <a:extLst>
                  <a:ext uri="{FF2B5EF4-FFF2-40B4-BE49-F238E27FC236}">
                    <a16:creationId xmlns:a16="http://schemas.microsoft.com/office/drawing/2014/main" id="{84FDF4BE-41B5-42D9-8F9C-B48131C2C486}"/>
                  </a:ext>
                </a:extLst>
              </p:cNvPr>
              <p:cNvSpPr/>
              <p:nvPr/>
            </p:nvSpPr>
            <p:spPr>
              <a:xfrm flipH="1" flipV="1">
                <a:off x="2316240" y="2936520"/>
                <a:ext cx="88920" cy="4176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639" name="Line 326">
                <a:extLst>
                  <a:ext uri="{FF2B5EF4-FFF2-40B4-BE49-F238E27FC236}">
                    <a16:creationId xmlns:a16="http://schemas.microsoft.com/office/drawing/2014/main" id="{0C964868-EE09-4096-9F13-8CB1665916FB}"/>
                  </a:ext>
                </a:extLst>
              </p:cNvPr>
              <p:cNvSpPr/>
              <p:nvPr/>
            </p:nvSpPr>
            <p:spPr>
              <a:xfrm flipV="1">
                <a:off x="2265480" y="2936520"/>
                <a:ext cx="50760" cy="9396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640" name="Line 327">
                <a:extLst>
                  <a:ext uri="{FF2B5EF4-FFF2-40B4-BE49-F238E27FC236}">
                    <a16:creationId xmlns:a16="http://schemas.microsoft.com/office/drawing/2014/main" id="{0DC6E999-79C9-4EAB-974A-072590C27E5B}"/>
                  </a:ext>
                </a:extLst>
              </p:cNvPr>
              <p:cNvSpPr/>
              <p:nvPr/>
            </p:nvSpPr>
            <p:spPr>
              <a:xfrm flipH="1" flipV="1">
                <a:off x="2544840" y="2935080"/>
                <a:ext cx="87480" cy="6084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641" name="Line 328">
                <a:extLst>
                  <a:ext uri="{FF2B5EF4-FFF2-40B4-BE49-F238E27FC236}">
                    <a16:creationId xmlns:a16="http://schemas.microsoft.com/office/drawing/2014/main" id="{512A4677-1FA3-4CF4-AC4F-3C92099CC886}"/>
                  </a:ext>
                </a:extLst>
              </p:cNvPr>
              <p:cNvSpPr/>
              <p:nvPr/>
            </p:nvSpPr>
            <p:spPr>
              <a:xfrm flipV="1">
                <a:off x="2494080" y="2935080"/>
                <a:ext cx="50760" cy="8892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642" name="Line 329">
                <a:extLst>
                  <a:ext uri="{FF2B5EF4-FFF2-40B4-BE49-F238E27FC236}">
                    <a16:creationId xmlns:a16="http://schemas.microsoft.com/office/drawing/2014/main" id="{6FF00EB5-2619-4CA9-8316-DBCD8CDAFC6D}"/>
                  </a:ext>
                </a:extLst>
              </p:cNvPr>
              <p:cNvSpPr/>
              <p:nvPr/>
            </p:nvSpPr>
            <p:spPr>
              <a:xfrm flipV="1">
                <a:off x="3622320" y="2934360"/>
                <a:ext cx="50760" cy="2556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643" name="Line 330">
                <a:extLst>
                  <a:ext uri="{FF2B5EF4-FFF2-40B4-BE49-F238E27FC236}">
                    <a16:creationId xmlns:a16="http://schemas.microsoft.com/office/drawing/2014/main" id="{C6F67E4F-CAE8-42FE-96FC-2191ECF160FE}"/>
                  </a:ext>
                </a:extLst>
              </p:cNvPr>
              <p:cNvSpPr/>
              <p:nvPr/>
            </p:nvSpPr>
            <p:spPr>
              <a:xfrm flipH="1" flipV="1">
                <a:off x="3673080" y="2934360"/>
                <a:ext cx="87480" cy="2556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644" name="Line 331">
                <a:extLst>
                  <a:ext uri="{FF2B5EF4-FFF2-40B4-BE49-F238E27FC236}">
                    <a16:creationId xmlns:a16="http://schemas.microsoft.com/office/drawing/2014/main" id="{E981C3BE-7293-40CE-B3DD-9700D6CBEAEA}"/>
                  </a:ext>
                </a:extLst>
              </p:cNvPr>
              <p:cNvSpPr/>
              <p:nvPr/>
            </p:nvSpPr>
            <p:spPr>
              <a:xfrm flipV="1">
                <a:off x="3760560" y="2931840"/>
                <a:ext cx="51480" cy="2808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645" name="Line 332">
                <a:extLst>
                  <a:ext uri="{FF2B5EF4-FFF2-40B4-BE49-F238E27FC236}">
                    <a16:creationId xmlns:a16="http://schemas.microsoft.com/office/drawing/2014/main" id="{56A95143-26A4-4F3F-B677-AB5AF88BC84C}"/>
                  </a:ext>
                </a:extLst>
              </p:cNvPr>
              <p:cNvSpPr/>
              <p:nvPr/>
            </p:nvSpPr>
            <p:spPr>
              <a:xfrm flipH="1" flipV="1">
                <a:off x="2963160" y="2927520"/>
                <a:ext cx="87840" cy="7380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646" name="Line 333">
                <a:extLst>
                  <a:ext uri="{FF2B5EF4-FFF2-40B4-BE49-F238E27FC236}">
                    <a16:creationId xmlns:a16="http://schemas.microsoft.com/office/drawing/2014/main" id="{81B10664-B1FE-4CF3-A4D1-36F67B9E86C8}"/>
                  </a:ext>
                </a:extLst>
              </p:cNvPr>
              <p:cNvSpPr/>
              <p:nvPr/>
            </p:nvSpPr>
            <p:spPr>
              <a:xfrm flipV="1">
                <a:off x="2911680" y="2927520"/>
                <a:ext cx="51480" cy="5832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647" name="Line 334">
                <a:extLst>
                  <a:ext uri="{FF2B5EF4-FFF2-40B4-BE49-F238E27FC236}">
                    <a16:creationId xmlns:a16="http://schemas.microsoft.com/office/drawing/2014/main" id="{C665B530-44BD-4F6E-929D-5F333A716F97}"/>
                  </a:ext>
                </a:extLst>
              </p:cNvPr>
              <p:cNvSpPr/>
              <p:nvPr/>
            </p:nvSpPr>
            <p:spPr>
              <a:xfrm flipH="1" flipV="1">
                <a:off x="1117080" y="2927520"/>
                <a:ext cx="88920" cy="1332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648" name="Line 335">
                <a:extLst>
                  <a:ext uri="{FF2B5EF4-FFF2-40B4-BE49-F238E27FC236}">
                    <a16:creationId xmlns:a16="http://schemas.microsoft.com/office/drawing/2014/main" id="{6B568E50-9E9A-4F11-8FE8-E92E768599BC}"/>
                  </a:ext>
                </a:extLst>
              </p:cNvPr>
              <p:cNvSpPr/>
              <p:nvPr/>
            </p:nvSpPr>
            <p:spPr>
              <a:xfrm flipV="1">
                <a:off x="1066320" y="2927520"/>
                <a:ext cx="50760" cy="3168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649" name="Line 336">
                <a:extLst>
                  <a:ext uri="{FF2B5EF4-FFF2-40B4-BE49-F238E27FC236}">
                    <a16:creationId xmlns:a16="http://schemas.microsoft.com/office/drawing/2014/main" id="{84874026-0FF9-4001-A4BE-FEB8E9020E25}"/>
                  </a:ext>
                </a:extLst>
              </p:cNvPr>
              <p:cNvSpPr/>
              <p:nvPr/>
            </p:nvSpPr>
            <p:spPr>
              <a:xfrm flipV="1">
                <a:off x="3482640" y="2925720"/>
                <a:ext cx="50760" cy="2340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650" name="Line 337">
                <a:extLst>
                  <a:ext uri="{FF2B5EF4-FFF2-40B4-BE49-F238E27FC236}">
                    <a16:creationId xmlns:a16="http://schemas.microsoft.com/office/drawing/2014/main" id="{65838D44-DA16-4037-A92C-2579C44F81A8}"/>
                  </a:ext>
                </a:extLst>
              </p:cNvPr>
              <p:cNvSpPr/>
              <p:nvPr/>
            </p:nvSpPr>
            <p:spPr>
              <a:xfrm flipH="1" flipV="1">
                <a:off x="3533400" y="2925720"/>
                <a:ext cx="88920" cy="3420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651" name="Line 338">
                <a:extLst>
                  <a:ext uri="{FF2B5EF4-FFF2-40B4-BE49-F238E27FC236}">
                    <a16:creationId xmlns:a16="http://schemas.microsoft.com/office/drawing/2014/main" id="{4F95C6BF-4B6C-428C-95C6-FB9605F6EBB4}"/>
                  </a:ext>
                </a:extLst>
              </p:cNvPr>
              <p:cNvSpPr/>
              <p:nvPr/>
            </p:nvSpPr>
            <p:spPr>
              <a:xfrm flipV="1">
                <a:off x="3292200" y="2923200"/>
                <a:ext cx="50760" cy="2700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652" name="Line 339">
                <a:extLst>
                  <a:ext uri="{FF2B5EF4-FFF2-40B4-BE49-F238E27FC236}">
                    <a16:creationId xmlns:a16="http://schemas.microsoft.com/office/drawing/2014/main" id="{4548D606-D7CF-4790-BF4F-AF888CE7420A}"/>
                  </a:ext>
                </a:extLst>
              </p:cNvPr>
              <p:cNvSpPr/>
              <p:nvPr/>
            </p:nvSpPr>
            <p:spPr>
              <a:xfrm flipH="1" flipV="1">
                <a:off x="3342960" y="2923200"/>
                <a:ext cx="88920" cy="5112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653" name="Line 340">
                <a:extLst>
                  <a:ext uri="{FF2B5EF4-FFF2-40B4-BE49-F238E27FC236}">
                    <a16:creationId xmlns:a16="http://schemas.microsoft.com/office/drawing/2014/main" id="{7D4D6333-1E38-45A9-A442-628BEA24F131}"/>
                  </a:ext>
                </a:extLst>
              </p:cNvPr>
              <p:cNvSpPr/>
              <p:nvPr/>
            </p:nvSpPr>
            <p:spPr>
              <a:xfrm flipV="1">
                <a:off x="1382400" y="2917800"/>
                <a:ext cx="50760" cy="4212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654" name="Line 341">
                <a:extLst>
                  <a:ext uri="{FF2B5EF4-FFF2-40B4-BE49-F238E27FC236}">
                    <a16:creationId xmlns:a16="http://schemas.microsoft.com/office/drawing/2014/main" id="{BEF09E36-6226-467B-9F16-CBD34EB0406D}"/>
                  </a:ext>
                </a:extLst>
              </p:cNvPr>
              <p:cNvSpPr/>
              <p:nvPr/>
            </p:nvSpPr>
            <p:spPr>
              <a:xfrm flipV="1">
                <a:off x="1433160" y="2916720"/>
                <a:ext cx="88920" cy="108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655" name="Line 342">
                <a:extLst>
                  <a:ext uri="{FF2B5EF4-FFF2-40B4-BE49-F238E27FC236}">
                    <a16:creationId xmlns:a16="http://schemas.microsoft.com/office/drawing/2014/main" id="{E41D002F-BEEF-4A01-A63B-76CF6CDFB8B1}"/>
                  </a:ext>
                </a:extLst>
              </p:cNvPr>
              <p:cNvSpPr/>
              <p:nvPr/>
            </p:nvSpPr>
            <p:spPr>
              <a:xfrm flipV="1">
                <a:off x="1471320" y="2916720"/>
                <a:ext cx="50760" cy="4896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656" name="Line 343">
                <a:extLst>
                  <a:ext uri="{FF2B5EF4-FFF2-40B4-BE49-F238E27FC236}">
                    <a16:creationId xmlns:a16="http://schemas.microsoft.com/office/drawing/2014/main" id="{9016BD76-4BA6-4907-9800-4929B955413F}"/>
                  </a:ext>
                </a:extLst>
              </p:cNvPr>
              <p:cNvSpPr/>
              <p:nvPr/>
            </p:nvSpPr>
            <p:spPr>
              <a:xfrm flipV="1">
                <a:off x="1293480" y="2914920"/>
                <a:ext cx="50760" cy="3672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657" name="Line 344">
                <a:extLst>
                  <a:ext uri="{FF2B5EF4-FFF2-40B4-BE49-F238E27FC236}">
                    <a16:creationId xmlns:a16="http://schemas.microsoft.com/office/drawing/2014/main" id="{1D147763-2CBB-4E0E-9F87-FFC2899CCFA5}"/>
                  </a:ext>
                </a:extLst>
              </p:cNvPr>
              <p:cNvSpPr/>
              <p:nvPr/>
            </p:nvSpPr>
            <p:spPr>
              <a:xfrm flipH="1" flipV="1">
                <a:off x="1344240" y="2914920"/>
                <a:ext cx="88920" cy="288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658" name="Line 345">
                <a:extLst>
                  <a:ext uri="{FF2B5EF4-FFF2-40B4-BE49-F238E27FC236}">
                    <a16:creationId xmlns:a16="http://schemas.microsoft.com/office/drawing/2014/main" id="{6F51F460-1CCD-47D1-92D3-D07A866DA92C}"/>
                  </a:ext>
                </a:extLst>
              </p:cNvPr>
              <p:cNvSpPr/>
              <p:nvPr/>
            </p:nvSpPr>
            <p:spPr>
              <a:xfrm flipV="1">
                <a:off x="3101760" y="2914920"/>
                <a:ext cx="50760" cy="3996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659" name="Line 346">
                <a:extLst>
                  <a:ext uri="{FF2B5EF4-FFF2-40B4-BE49-F238E27FC236}">
                    <a16:creationId xmlns:a16="http://schemas.microsoft.com/office/drawing/2014/main" id="{C2DDA675-226D-4D8A-8CBE-710B4ECE2E0E}"/>
                  </a:ext>
                </a:extLst>
              </p:cNvPr>
              <p:cNvSpPr/>
              <p:nvPr/>
            </p:nvSpPr>
            <p:spPr>
              <a:xfrm flipH="1" flipV="1">
                <a:off x="3152520" y="2914920"/>
                <a:ext cx="88920" cy="6768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660" name="Line 347">
                <a:extLst>
                  <a:ext uri="{FF2B5EF4-FFF2-40B4-BE49-F238E27FC236}">
                    <a16:creationId xmlns:a16="http://schemas.microsoft.com/office/drawing/2014/main" id="{B865BE75-AB98-49D7-AB72-F74182964514}"/>
                  </a:ext>
                </a:extLst>
              </p:cNvPr>
              <p:cNvSpPr/>
              <p:nvPr/>
            </p:nvSpPr>
            <p:spPr>
              <a:xfrm flipV="1">
                <a:off x="977400" y="2912400"/>
                <a:ext cx="50760" cy="3024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661" name="Line 348">
                <a:extLst>
                  <a:ext uri="{FF2B5EF4-FFF2-40B4-BE49-F238E27FC236}">
                    <a16:creationId xmlns:a16="http://schemas.microsoft.com/office/drawing/2014/main" id="{180E9963-0CFD-452F-856D-EE87FBA869D5}"/>
                  </a:ext>
                </a:extLst>
              </p:cNvPr>
              <p:cNvSpPr/>
              <p:nvPr/>
            </p:nvSpPr>
            <p:spPr>
              <a:xfrm flipH="1" flipV="1">
                <a:off x="1028160" y="2912400"/>
                <a:ext cx="88920" cy="1512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662" name="Line 349">
                <a:extLst>
                  <a:ext uri="{FF2B5EF4-FFF2-40B4-BE49-F238E27FC236}">
                    <a16:creationId xmlns:a16="http://schemas.microsoft.com/office/drawing/2014/main" id="{4C421D4E-F970-4D33-81B9-7B47712FC286}"/>
                  </a:ext>
                </a:extLst>
              </p:cNvPr>
              <p:cNvSpPr/>
              <p:nvPr/>
            </p:nvSpPr>
            <p:spPr>
              <a:xfrm flipV="1">
                <a:off x="2632320" y="2912400"/>
                <a:ext cx="51480" cy="8352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663" name="Line 350">
                <a:extLst>
                  <a:ext uri="{FF2B5EF4-FFF2-40B4-BE49-F238E27FC236}">
                    <a16:creationId xmlns:a16="http://schemas.microsoft.com/office/drawing/2014/main" id="{EB629E7A-D8E5-4345-AC4C-54D7BCE09D22}"/>
                  </a:ext>
                </a:extLst>
              </p:cNvPr>
              <p:cNvSpPr/>
              <p:nvPr/>
            </p:nvSpPr>
            <p:spPr>
              <a:xfrm flipH="1" flipV="1">
                <a:off x="2683800" y="2912400"/>
                <a:ext cx="88200" cy="7020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664" name="Line 351">
                <a:extLst>
                  <a:ext uri="{FF2B5EF4-FFF2-40B4-BE49-F238E27FC236}">
                    <a16:creationId xmlns:a16="http://schemas.microsoft.com/office/drawing/2014/main" id="{60E8A540-4E15-4382-8728-4CBA65176D5B}"/>
                  </a:ext>
                </a:extLst>
              </p:cNvPr>
              <p:cNvSpPr/>
              <p:nvPr/>
            </p:nvSpPr>
            <p:spPr>
              <a:xfrm flipV="1">
                <a:off x="1558800" y="2910240"/>
                <a:ext cx="50760" cy="5652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665" name="Line 352">
                <a:extLst>
                  <a:ext uri="{FF2B5EF4-FFF2-40B4-BE49-F238E27FC236}">
                    <a16:creationId xmlns:a16="http://schemas.microsoft.com/office/drawing/2014/main" id="{A39DB782-79E4-425A-908D-1DBC0EEADC39}"/>
                  </a:ext>
                </a:extLst>
              </p:cNvPr>
              <p:cNvSpPr/>
              <p:nvPr/>
            </p:nvSpPr>
            <p:spPr>
              <a:xfrm flipV="1">
                <a:off x="1522080" y="2910240"/>
                <a:ext cx="87480" cy="648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666" name="Line 353">
                <a:extLst>
                  <a:ext uri="{FF2B5EF4-FFF2-40B4-BE49-F238E27FC236}">
                    <a16:creationId xmlns:a16="http://schemas.microsoft.com/office/drawing/2014/main" id="{9C45450E-034F-4D11-BDA1-0F59B0F7F738}"/>
                  </a:ext>
                </a:extLst>
              </p:cNvPr>
              <p:cNvSpPr/>
              <p:nvPr/>
            </p:nvSpPr>
            <p:spPr>
              <a:xfrm flipV="1">
                <a:off x="2772000" y="2910240"/>
                <a:ext cx="51480" cy="7236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667" name="Line 354">
                <a:extLst>
                  <a:ext uri="{FF2B5EF4-FFF2-40B4-BE49-F238E27FC236}">
                    <a16:creationId xmlns:a16="http://schemas.microsoft.com/office/drawing/2014/main" id="{53EFDF0E-AFEC-4DDD-9621-7CF618D502AE}"/>
                  </a:ext>
                </a:extLst>
              </p:cNvPr>
              <p:cNvSpPr/>
              <p:nvPr/>
            </p:nvSpPr>
            <p:spPr>
              <a:xfrm flipH="1" flipV="1">
                <a:off x="2823480" y="2910240"/>
                <a:ext cx="88200" cy="7560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668" name="Line 355">
                <a:extLst>
                  <a:ext uri="{FF2B5EF4-FFF2-40B4-BE49-F238E27FC236}">
                    <a16:creationId xmlns:a16="http://schemas.microsoft.com/office/drawing/2014/main" id="{755B3BA3-842E-41B9-A5F7-97E9762E7A23}"/>
                  </a:ext>
                </a:extLst>
              </p:cNvPr>
              <p:cNvSpPr/>
              <p:nvPr/>
            </p:nvSpPr>
            <p:spPr>
              <a:xfrm flipH="1" flipV="1">
                <a:off x="3723840" y="2908440"/>
                <a:ext cx="88200" cy="2340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669" name="Line 356">
                <a:extLst>
                  <a:ext uri="{FF2B5EF4-FFF2-40B4-BE49-F238E27FC236}">
                    <a16:creationId xmlns:a16="http://schemas.microsoft.com/office/drawing/2014/main" id="{9EE6E7A1-DC05-4054-8E37-3B335745F613}"/>
                  </a:ext>
                </a:extLst>
              </p:cNvPr>
              <p:cNvSpPr/>
              <p:nvPr/>
            </p:nvSpPr>
            <p:spPr>
              <a:xfrm flipV="1">
                <a:off x="3673080" y="2908440"/>
                <a:ext cx="50760" cy="2592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670" name="Line 357">
                <a:extLst>
                  <a:ext uri="{FF2B5EF4-FFF2-40B4-BE49-F238E27FC236}">
                    <a16:creationId xmlns:a16="http://schemas.microsoft.com/office/drawing/2014/main" id="{758D3934-2A50-4A6A-B88C-7A07A8CD21B4}"/>
                  </a:ext>
                </a:extLst>
              </p:cNvPr>
              <p:cNvSpPr/>
              <p:nvPr/>
            </p:nvSpPr>
            <p:spPr>
              <a:xfrm flipH="1" flipV="1">
                <a:off x="1256760" y="2905920"/>
                <a:ext cx="87480" cy="900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671" name="Line 358">
                <a:extLst>
                  <a:ext uri="{FF2B5EF4-FFF2-40B4-BE49-F238E27FC236}">
                    <a16:creationId xmlns:a16="http://schemas.microsoft.com/office/drawing/2014/main" id="{CEB73AFA-790E-40CD-87FD-B9E0C0EEEB89}"/>
                  </a:ext>
                </a:extLst>
              </p:cNvPr>
              <p:cNvSpPr/>
              <p:nvPr/>
            </p:nvSpPr>
            <p:spPr>
              <a:xfrm flipV="1">
                <a:off x="1206000" y="2905920"/>
                <a:ext cx="50760" cy="3492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672" name="Line 359">
                <a:extLst>
                  <a:ext uri="{FF2B5EF4-FFF2-40B4-BE49-F238E27FC236}">
                    <a16:creationId xmlns:a16="http://schemas.microsoft.com/office/drawing/2014/main" id="{C63B541C-8FD0-444E-9085-D50D6587449B}"/>
                  </a:ext>
                </a:extLst>
              </p:cNvPr>
              <p:cNvSpPr/>
              <p:nvPr/>
            </p:nvSpPr>
            <p:spPr>
              <a:xfrm flipV="1">
                <a:off x="3812040" y="2904120"/>
                <a:ext cx="50760" cy="2772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673" name="Line 360">
                <a:extLst>
                  <a:ext uri="{FF2B5EF4-FFF2-40B4-BE49-F238E27FC236}">
                    <a16:creationId xmlns:a16="http://schemas.microsoft.com/office/drawing/2014/main" id="{3B265826-628F-43A6-B4F6-541F6FAE5CED}"/>
                  </a:ext>
                </a:extLst>
              </p:cNvPr>
              <p:cNvSpPr/>
              <p:nvPr/>
            </p:nvSpPr>
            <p:spPr>
              <a:xfrm flipV="1">
                <a:off x="2178000" y="2902680"/>
                <a:ext cx="50760" cy="9972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674" name="Line 361">
                <a:extLst>
                  <a:ext uri="{FF2B5EF4-FFF2-40B4-BE49-F238E27FC236}">
                    <a16:creationId xmlns:a16="http://schemas.microsoft.com/office/drawing/2014/main" id="{6C0A694F-0209-4B7E-AF76-BDFD5CC6B70E}"/>
                  </a:ext>
                </a:extLst>
              </p:cNvPr>
              <p:cNvSpPr/>
              <p:nvPr/>
            </p:nvSpPr>
            <p:spPr>
              <a:xfrm flipH="1" flipV="1">
                <a:off x="2228760" y="2902680"/>
                <a:ext cx="87480" cy="3384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675" name="Line 362">
                <a:extLst>
                  <a:ext uri="{FF2B5EF4-FFF2-40B4-BE49-F238E27FC236}">
                    <a16:creationId xmlns:a16="http://schemas.microsoft.com/office/drawing/2014/main" id="{DB0AB7B7-3352-48F8-A844-5739A17466FA}"/>
                  </a:ext>
                </a:extLst>
              </p:cNvPr>
              <p:cNvSpPr/>
              <p:nvPr/>
            </p:nvSpPr>
            <p:spPr>
              <a:xfrm flipH="1" flipV="1">
                <a:off x="3584160" y="2902680"/>
                <a:ext cx="88920" cy="3168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676" name="Line 363">
                <a:extLst>
                  <a:ext uri="{FF2B5EF4-FFF2-40B4-BE49-F238E27FC236}">
                    <a16:creationId xmlns:a16="http://schemas.microsoft.com/office/drawing/2014/main" id="{5109B259-E0F9-4EC4-AD38-12B1D0B3E570}"/>
                  </a:ext>
                </a:extLst>
              </p:cNvPr>
              <p:cNvSpPr/>
              <p:nvPr/>
            </p:nvSpPr>
            <p:spPr>
              <a:xfrm flipV="1">
                <a:off x="3533400" y="2902680"/>
                <a:ext cx="50760" cy="2304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677" name="Line 364">
                <a:extLst>
                  <a:ext uri="{FF2B5EF4-FFF2-40B4-BE49-F238E27FC236}">
                    <a16:creationId xmlns:a16="http://schemas.microsoft.com/office/drawing/2014/main" id="{039010EB-A535-4F65-8B83-7E8324758E8A}"/>
                  </a:ext>
                </a:extLst>
              </p:cNvPr>
              <p:cNvSpPr/>
              <p:nvPr/>
            </p:nvSpPr>
            <p:spPr>
              <a:xfrm flipV="1">
                <a:off x="1647720" y="2899440"/>
                <a:ext cx="50760" cy="6624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678" name="Line 365">
                <a:extLst>
                  <a:ext uri="{FF2B5EF4-FFF2-40B4-BE49-F238E27FC236}">
                    <a16:creationId xmlns:a16="http://schemas.microsoft.com/office/drawing/2014/main" id="{F8CB098A-51BC-4E2D-807B-60A998BA06AF}"/>
                  </a:ext>
                </a:extLst>
              </p:cNvPr>
              <p:cNvSpPr/>
              <p:nvPr/>
            </p:nvSpPr>
            <p:spPr>
              <a:xfrm flipV="1">
                <a:off x="1609560" y="2899440"/>
                <a:ext cx="88920" cy="1080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679" name="Line 366">
                <a:extLst>
                  <a:ext uri="{FF2B5EF4-FFF2-40B4-BE49-F238E27FC236}">
                    <a16:creationId xmlns:a16="http://schemas.microsoft.com/office/drawing/2014/main" id="{7A4EE60C-3ACF-46BD-A414-39FE140F6404}"/>
                  </a:ext>
                </a:extLst>
              </p:cNvPr>
              <p:cNvSpPr/>
              <p:nvPr/>
            </p:nvSpPr>
            <p:spPr>
              <a:xfrm flipV="1">
                <a:off x="3342960" y="2899440"/>
                <a:ext cx="50760" cy="2376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680" name="Line 367">
                <a:extLst>
                  <a:ext uri="{FF2B5EF4-FFF2-40B4-BE49-F238E27FC236}">
                    <a16:creationId xmlns:a16="http://schemas.microsoft.com/office/drawing/2014/main" id="{93B3CE1B-BC55-469B-93EC-E7347163DE77}"/>
                  </a:ext>
                </a:extLst>
              </p:cNvPr>
              <p:cNvSpPr/>
              <p:nvPr/>
            </p:nvSpPr>
            <p:spPr>
              <a:xfrm flipH="1" flipV="1">
                <a:off x="3393720" y="2899440"/>
                <a:ext cx="88920" cy="4968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681" name="Line 368">
                <a:extLst>
                  <a:ext uri="{FF2B5EF4-FFF2-40B4-BE49-F238E27FC236}">
                    <a16:creationId xmlns:a16="http://schemas.microsoft.com/office/drawing/2014/main" id="{57CC9E5A-AD6D-4805-B138-2EC730CFB72E}"/>
                  </a:ext>
                </a:extLst>
              </p:cNvPr>
              <p:cNvSpPr/>
              <p:nvPr/>
            </p:nvSpPr>
            <p:spPr>
              <a:xfrm flipV="1">
                <a:off x="1117080" y="2895120"/>
                <a:ext cx="50760" cy="3240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682" name="Line 369">
                <a:extLst>
                  <a:ext uri="{FF2B5EF4-FFF2-40B4-BE49-F238E27FC236}">
                    <a16:creationId xmlns:a16="http://schemas.microsoft.com/office/drawing/2014/main" id="{81159DB5-5EE3-4BB5-A400-12FE5BA4D9AE}"/>
                  </a:ext>
                </a:extLst>
              </p:cNvPr>
              <p:cNvSpPr/>
              <p:nvPr/>
            </p:nvSpPr>
            <p:spPr>
              <a:xfrm flipH="1" flipV="1">
                <a:off x="1167840" y="2895120"/>
                <a:ext cx="88920" cy="1080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683" name="Line 370">
                <a:extLst>
                  <a:ext uri="{FF2B5EF4-FFF2-40B4-BE49-F238E27FC236}">
                    <a16:creationId xmlns:a16="http://schemas.microsoft.com/office/drawing/2014/main" id="{F766382B-F56A-4F90-8FD9-FA1BE717899B}"/>
                  </a:ext>
                </a:extLst>
              </p:cNvPr>
              <p:cNvSpPr/>
              <p:nvPr/>
            </p:nvSpPr>
            <p:spPr>
              <a:xfrm flipV="1">
                <a:off x="1698480" y="2887560"/>
                <a:ext cx="88920" cy="1188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684" name="Line 371">
                <a:extLst>
                  <a:ext uri="{FF2B5EF4-FFF2-40B4-BE49-F238E27FC236}">
                    <a16:creationId xmlns:a16="http://schemas.microsoft.com/office/drawing/2014/main" id="{30FC83CD-87D6-42A8-ACCB-2EF7A80E8F62}"/>
                  </a:ext>
                </a:extLst>
              </p:cNvPr>
              <p:cNvSpPr/>
              <p:nvPr/>
            </p:nvSpPr>
            <p:spPr>
              <a:xfrm flipV="1">
                <a:off x="1735920" y="2887560"/>
                <a:ext cx="51480" cy="7596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685" name="Line 372">
                <a:extLst>
                  <a:ext uri="{FF2B5EF4-FFF2-40B4-BE49-F238E27FC236}">
                    <a16:creationId xmlns:a16="http://schemas.microsoft.com/office/drawing/2014/main" id="{4FB42AE2-8356-4EE9-AC52-CF5F8A33C98A}"/>
                  </a:ext>
                </a:extLst>
              </p:cNvPr>
              <p:cNvSpPr/>
              <p:nvPr/>
            </p:nvSpPr>
            <p:spPr>
              <a:xfrm flipV="1">
                <a:off x="3723840" y="2882520"/>
                <a:ext cx="51480" cy="2592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686" name="Line 373">
                <a:extLst>
                  <a:ext uri="{FF2B5EF4-FFF2-40B4-BE49-F238E27FC236}">
                    <a16:creationId xmlns:a16="http://schemas.microsoft.com/office/drawing/2014/main" id="{33492EA9-087C-4CA1-A0E8-322C98F140EE}"/>
                  </a:ext>
                </a:extLst>
              </p:cNvPr>
              <p:cNvSpPr/>
              <p:nvPr/>
            </p:nvSpPr>
            <p:spPr>
              <a:xfrm flipH="1" flipV="1">
                <a:off x="3775320" y="2882520"/>
                <a:ext cx="87480" cy="2160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687" name="Line 374">
                <a:extLst>
                  <a:ext uri="{FF2B5EF4-FFF2-40B4-BE49-F238E27FC236}">
                    <a16:creationId xmlns:a16="http://schemas.microsoft.com/office/drawing/2014/main" id="{A2892C07-5DDC-40AA-BA00-4606AB73802D}"/>
                  </a:ext>
                </a:extLst>
              </p:cNvPr>
              <p:cNvSpPr/>
              <p:nvPr/>
            </p:nvSpPr>
            <p:spPr>
              <a:xfrm flipV="1">
                <a:off x="1028160" y="2881080"/>
                <a:ext cx="50760" cy="3132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688" name="Line 375">
                <a:extLst>
                  <a:ext uri="{FF2B5EF4-FFF2-40B4-BE49-F238E27FC236}">
                    <a16:creationId xmlns:a16="http://schemas.microsoft.com/office/drawing/2014/main" id="{C1D66839-9D41-4633-BD78-875D4E3092D8}"/>
                  </a:ext>
                </a:extLst>
              </p:cNvPr>
              <p:cNvSpPr/>
              <p:nvPr/>
            </p:nvSpPr>
            <p:spPr>
              <a:xfrm flipH="1" flipV="1">
                <a:off x="1078920" y="2881080"/>
                <a:ext cx="88920" cy="1404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689" name="Line 376">
                <a:extLst>
                  <a:ext uri="{FF2B5EF4-FFF2-40B4-BE49-F238E27FC236}">
                    <a16:creationId xmlns:a16="http://schemas.microsoft.com/office/drawing/2014/main" id="{A4EF8228-C3C0-4686-A1E6-07C7F5080354}"/>
                  </a:ext>
                </a:extLst>
              </p:cNvPr>
              <p:cNvSpPr/>
              <p:nvPr/>
            </p:nvSpPr>
            <p:spPr>
              <a:xfrm flipV="1">
                <a:off x="3152520" y="2881080"/>
                <a:ext cx="51840" cy="3384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690" name="Line 377">
                <a:extLst>
                  <a:ext uri="{FF2B5EF4-FFF2-40B4-BE49-F238E27FC236}">
                    <a16:creationId xmlns:a16="http://schemas.microsoft.com/office/drawing/2014/main" id="{1FFF0C22-512D-4884-AE0B-A4FB25982EB9}"/>
                  </a:ext>
                </a:extLst>
              </p:cNvPr>
              <p:cNvSpPr/>
              <p:nvPr/>
            </p:nvSpPr>
            <p:spPr>
              <a:xfrm flipH="1" flipV="1">
                <a:off x="3204360" y="2881080"/>
                <a:ext cx="87840" cy="6912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691" name="Line 378">
                <a:extLst>
                  <a:ext uri="{FF2B5EF4-FFF2-40B4-BE49-F238E27FC236}">
                    <a16:creationId xmlns:a16="http://schemas.microsoft.com/office/drawing/2014/main" id="{6D1D4D91-51B4-4C69-9F11-8BC7E8DD5944}"/>
                  </a:ext>
                </a:extLst>
              </p:cNvPr>
              <p:cNvSpPr/>
              <p:nvPr/>
            </p:nvSpPr>
            <p:spPr>
              <a:xfrm flipH="1" flipV="1">
                <a:off x="3444480" y="2880000"/>
                <a:ext cx="88920" cy="4572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692" name="Line 379">
                <a:extLst>
                  <a:ext uri="{FF2B5EF4-FFF2-40B4-BE49-F238E27FC236}">
                    <a16:creationId xmlns:a16="http://schemas.microsoft.com/office/drawing/2014/main" id="{C9001448-DD86-463F-88A1-CCC275B49A3A}"/>
                  </a:ext>
                </a:extLst>
              </p:cNvPr>
              <p:cNvSpPr/>
              <p:nvPr/>
            </p:nvSpPr>
            <p:spPr>
              <a:xfrm flipV="1">
                <a:off x="3393720" y="2880000"/>
                <a:ext cx="50760" cy="1944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693" name="Line 380">
                <a:extLst>
                  <a:ext uri="{FF2B5EF4-FFF2-40B4-BE49-F238E27FC236}">
                    <a16:creationId xmlns:a16="http://schemas.microsoft.com/office/drawing/2014/main" id="{2B3054DD-644A-4D1B-A3DD-7C05B209272E}"/>
                  </a:ext>
                </a:extLst>
              </p:cNvPr>
              <p:cNvSpPr/>
              <p:nvPr/>
            </p:nvSpPr>
            <p:spPr>
              <a:xfrm flipV="1">
                <a:off x="2089080" y="2880000"/>
                <a:ext cx="51480" cy="10224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694" name="Line 381">
                <a:extLst>
                  <a:ext uri="{FF2B5EF4-FFF2-40B4-BE49-F238E27FC236}">
                    <a16:creationId xmlns:a16="http://schemas.microsoft.com/office/drawing/2014/main" id="{9CDC8A2C-CEEC-4C6B-A601-7D3F80002F5E}"/>
                  </a:ext>
                </a:extLst>
              </p:cNvPr>
              <p:cNvSpPr/>
              <p:nvPr/>
            </p:nvSpPr>
            <p:spPr>
              <a:xfrm flipH="1" flipV="1">
                <a:off x="2140560" y="2880000"/>
                <a:ext cx="88200" cy="2268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695" name="Line 382">
                <a:extLst>
                  <a:ext uri="{FF2B5EF4-FFF2-40B4-BE49-F238E27FC236}">
                    <a16:creationId xmlns:a16="http://schemas.microsoft.com/office/drawing/2014/main" id="{83BA424C-8AD5-4418-B770-49F21938AEE4}"/>
                  </a:ext>
                </a:extLst>
              </p:cNvPr>
              <p:cNvSpPr/>
              <p:nvPr/>
            </p:nvSpPr>
            <p:spPr>
              <a:xfrm flipV="1">
                <a:off x="3584160" y="2880000"/>
                <a:ext cx="51480" cy="2268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696" name="Line 383">
                <a:extLst>
                  <a:ext uri="{FF2B5EF4-FFF2-40B4-BE49-F238E27FC236}">
                    <a16:creationId xmlns:a16="http://schemas.microsoft.com/office/drawing/2014/main" id="{381B53AF-041F-44AB-8973-5FCF21EC4BF8}"/>
                  </a:ext>
                </a:extLst>
              </p:cNvPr>
              <p:cNvSpPr/>
              <p:nvPr/>
            </p:nvSpPr>
            <p:spPr>
              <a:xfrm flipH="1" flipV="1">
                <a:off x="3635640" y="2880000"/>
                <a:ext cx="88200" cy="2844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697" name="Line 384">
                <a:extLst>
                  <a:ext uri="{FF2B5EF4-FFF2-40B4-BE49-F238E27FC236}">
                    <a16:creationId xmlns:a16="http://schemas.microsoft.com/office/drawing/2014/main" id="{5210650D-2AE5-4090-A218-90F885674283}"/>
                  </a:ext>
                </a:extLst>
              </p:cNvPr>
              <p:cNvSpPr/>
              <p:nvPr/>
            </p:nvSpPr>
            <p:spPr>
              <a:xfrm flipH="1" flipV="1">
                <a:off x="2455920" y="2876760"/>
                <a:ext cx="88920" cy="5832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698" name="Line 385">
                <a:extLst>
                  <a:ext uri="{FF2B5EF4-FFF2-40B4-BE49-F238E27FC236}">
                    <a16:creationId xmlns:a16="http://schemas.microsoft.com/office/drawing/2014/main" id="{FF93B507-33EE-4BCD-8244-182005136103}"/>
                  </a:ext>
                </a:extLst>
              </p:cNvPr>
              <p:cNvSpPr/>
              <p:nvPr/>
            </p:nvSpPr>
            <p:spPr>
              <a:xfrm flipV="1">
                <a:off x="2405160" y="2876760"/>
                <a:ext cx="50760" cy="10152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699" name="Line 386">
                <a:extLst>
                  <a:ext uri="{FF2B5EF4-FFF2-40B4-BE49-F238E27FC236}">
                    <a16:creationId xmlns:a16="http://schemas.microsoft.com/office/drawing/2014/main" id="{7D17390B-5BED-4700-A88A-D15D91515B2F}"/>
                  </a:ext>
                </a:extLst>
              </p:cNvPr>
              <p:cNvSpPr/>
              <p:nvPr/>
            </p:nvSpPr>
            <p:spPr>
              <a:xfrm flipV="1">
                <a:off x="3862800" y="2875320"/>
                <a:ext cx="50760" cy="2880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700" name="Line 387">
                <a:extLst>
                  <a:ext uri="{FF2B5EF4-FFF2-40B4-BE49-F238E27FC236}">
                    <a16:creationId xmlns:a16="http://schemas.microsoft.com/office/drawing/2014/main" id="{6FCDC405-268A-4CA5-8EDB-8AD646836B1A}"/>
                  </a:ext>
                </a:extLst>
              </p:cNvPr>
              <p:cNvSpPr/>
              <p:nvPr/>
            </p:nvSpPr>
            <p:spPr>
              <a:xfrm flipV="1">
                <a:off x="1787400" y="2875320"/>
                <a:ext cx="87480" cy="1224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701" name="Line 388">
                <a:extLst>
                  <a:ext uri="{FF2B5EF4-FFF2-40B4-BE49-F238E27FC236}">
                    <a16:creationId xmlns:a16="http://schemas.microsoft.com/office/drawing/2014/main" id="{675864F0-A785-499E-AC5E-A1C6AC62A6B3}"/>
                  </a:ext>
                </a:extLst>
              </p:cNvPr>
              <p:cNvSpPr/>
              <p:nvPr/>
            </p:nvSpPr>
            <p:spPr>
              <a:xfrm flipV="1">
                <a:off x="1824120" y="2875320"/>
                <a:ext cx="50760" cy="8568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702" name="Line 389">
                <a:extLst>
                  <a:ext uri="{FF2B5EF4-FFF2-40B4-BE49-F238E27FC236}">
                    <a16:creationId xmlns:a16="http://schemas.microsoft.com/office/drawing/2014/main" id="{B230F838-01B0-410D-AAE4-2CF9CA1A7E01}"/>
                  </a:ext>
                </a:extLst>
              </p:cNvPr>
              <p:cNvSpPr/>
              <p:nvPr/>
            </p:nvSpPr>
            <p:spPr>
              <a:xfrm flipV="1">
                <a:off x="1344240" y="2874960"/>
                <a:ext cx="50760" cy="3996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703" name="Line 390">
                <a:extLst>
                  <a:ext uri="{FF2B5EF4-FFF2-40B4-BE49-F238E27FC236}">
                    <a16:creationId xmlns:a16="http://schemas.microsoft.com/office/drawing/2014/main" id="{BE333C1D-0086-4C75-8B22-D0E809EE99B1}"/>
                  </a:ext>
                </a:extLst>
              </p:cNvPr>
              <p:cNvSpPr/>
              <p:nvPr/>
            </p:nvSpPr>
            <p:spPr>
              <a:xfrm flipV="1">
                <a:off x="2963160" y="2873520"/>
                <a:ext cx="50760" cy="5400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704" name="Line 391">
                <a:extLst>
                  <a:ext uri="{FF2B5EF4-FFF2-40B4-BE49-F238E27FC236}">
                    <a16:creationId xmlns:a16="http://schemas.microsoft.com/office/drawing/2014/main" id="{3F720679-464D-4C46-AB13-11B7FD01F2DA}"/>
                  </a:ext>
                </a:extLst>
              </p:cNvPr>
              <p:cNvSpPr/>
              <p:nvPr/>
            </p:nvSpPr>
            <p:spPr>
              <a:xfrm flipH="1" flipV="1">
                <a:off x="3013920" y="2873520"/>
                <a:ext cx="87840" cy="8136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705" name="Line 392">
                <a:extLst>
                  <a:ext uri="{FF2B5EF4-FFF2-40B4-BE49-F238E27FC236}">
                    <a16:creationId xmlns:a16="http://schemas.microsoft.com/office/drawing/2014/main" id="{C730CEE6-2079-4CCC-B398-DF008407EE71}"/>
                  </a:ext>
                </a:extLst>
              </p:cNvPr>
              <p:cNvSpPr/>
              <p:nvPr/>
            </p:nvSpPr>
            <p:spPr>
              <a:xfrm flipV="1">
                <a:off x="1433160" y="2872080"/>
                <a:ext cx="50760" cy="4572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706" name="Line 393">
                <a:extLst>
                  <a:ext uri="{FF2B5EF4-FFF2-40B4-BE49-F238E27FC236}">
                    <a16:creationId xmlns:a16="http://schemas.microsoft.com/office/drawing/2014/main" id="{F83531D6-A725-4A5F-832D-AE9570694F98}"/>
                  </a:ext>
                </a:extLst>
              </p:cNvPr>
              <p:cNvSpPr/>
              <p:nvPr/>
            </p:nvSpPr>
            <p:spPr>
              <a:xfrm flipV="1">
                <a:off x="1395000" y="2872080"/>
                <a:ext cx="88920" cy="288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707" name="Line 394">
                <a:extLst>
                  <a:ext uri="{FF2B5EF4-FFF2-40B4-BE49-F238E27FC236}">
                    <a16:creationId xmlns:a16="http://schemas.microsoft.com/office/drawing/2014/main" id="{9F3F52F5-47D6-42D7-9041-EE99108DDF31}"/>
                  </a:ext>
                </a:extLst>
              </p:cNvPr>
              <p:cNvSpPr/>
              <p:nvPr/>
            </p:nvSpPr>
            <p:spPr>
              <a:xfrm flipH="1" flipV="1">
                <a:off x="1307520" y="2871720"/>
                <a:ext cx="87480" cy="324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708" name="Line 395">
                <a:extLst>
                  <a:ext uri="{FF2B5EF4-FFF2-40B4-BE49-F238E27FC236}">
                    <a16:creationId xmlns:a16="http://schemas.microsoft.com/office/drawing/2014/main" id="{181EBD04-7800-4D31-BF51-6AEBF5558931}"/>
                  </a:ext>
                </a:extLst>
              </p:cNvPr>
              <p:cNvSpPr/>
              <p:nvPr/>
            </p:nvSpPr>
            <p:spPr>
              <a:xfrm flipV="1">
                <a:off x="1256760" y="2871720"/>
                <a:ext cx="50760" cy="3420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709" name="Line 396">
                <a:extLst>
                  <a:ext uri="{FF2B5EF4-FFF2-40B4-BE49-F238E27FC236}">
                    <a16:creationId xmlns:a16="http://schemas.microsoft.com/office/drawing/2014/main" id="{600D114A-968E-4073-A90D-CB1C947957FF}"/>
                  </a:ext>
                </a:extLst>
              </p:cNvPr>
              <p:cNvSpPr/>
              <p:nvPr/>
            </p:nvSpPr>
            <p:spPr>
              <a:xfrm flipH="1" flipV="1">
                <a:off x="2051640" y="2869200"/>
                <a:ext cx="88920" cy="1080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710" name="Line 397">
                <a:extLst>
                  <a:ext uri="{FF2B5EF4-FFF2-40B4-BE49-F238E27FC236}">
                    <a16:creationId xmlns:a16="http://schemas.microsoft.com/office/drawing/2014/main" id="{2218CDC9-4FED-4CEE-8C26-FA6AE97873FA}"/>
                  </a:ext>
                </a:extLst>
              </p:cNvPr>
              <p:cNvSpPr/>
              <p:nvPr/>
            </p:nvSpPr>
            <p:spPr>
              <a:xfrm flipV="1">
                <a:off x="2000880" y="2869200"/>
                <a:ext cx="50760" cy="9972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711" name="Line 398">
                <a:extLst>
                  <a:ext uri="{FF2B5EF4-FFF2-40B4-BE49-F238E27FC236}">
                    <a16:creationId xmlns:a16="http://schemas.microsoft.com/office/drawing/2014/main" id="{E27F685A-C25B-46B3-BD5B-7AC41B5C2B21}"/>
                  </a:ext>
                </a:extLst>
              </p:cNvPr>
              <p:cNvSpPr/>
              <p:nvPr/>
            </p:nvSpPr>
            <p:spPr>
              <a:xfrm flipV="1">
                <a:off x="1874880" y="2867760"/>
                <a:ext cx="88920" cy="756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712" name="Line 399">
                <a:extLst>
                  <a:ext uri="{FF2B5EF4-FFF2-40B4-BE49-F238E27FC236}">
                    <a16:creationId xmlns:a16="http://schemas.microsoft.com/office/drawing/2014/main" id="{87F05F1A-7E0A-4A79-B3B7-CA86FE2DAD4B}"/>
                  </a:ext>
                </a:extLst>
              </p:cNvPr>
              <p:cNvSpPr/>
              <p:nvPr/>
            </p:nvSpPr>
            <p:spPr>
              <a:xfrm flipH="1" flipV="1">
                <a:off x="1963800" y="2867760"/>
                <a:ext cx="87840" cy="144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713" name="Line 400">
                <a:extLst>
                  <a:ext uri="{FF2B5EF4-FFF2-40B4-BE49-F238E27FC236}">
                    <a16:creationId xmlns:a16="http://schemas.microsoft.com/office/drawing/2014/main" id="{D99E885F-1847-40A3-9C18-F918B8E5F8F6}"/>
                  </a:ext>
                </a:extLst>
              </p:cNvPr>
              <p:cNvSpPr/>
              <p:nvPr/>
            </p:nvSpPr>
            <p:spPr>
              <a:xfrm flipV="1">
                <a:off x="1912320" y="2867760"/>
                <a:ext cx="51480" cy="9468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714" name="Line 401">
                <a:extLst>
                  <a:ext uri="{FF2B5EF4-FFF2-40B4-BE49-F238E27FC236}">
                    <a16:creationId xmlns:a16="http://schemas.microsoft.com/office/drawing/2014/main" id="{1001126A-0AA1-4749-9644-F5B539A96489}"/>
                  </a:ext>
                </a:extLst>
              </p:cNvPr>
              <p:cNvSpPr/>
              <p:nvPr/>
            </p:nvSpPr>
            <p:spPr>
              <a:xfrm flipV="1">
                <a:off x="1483920" y="2864160"/>
                <a:ext cx="88920" cy="792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715" name="Line 402">
                <a:extLst>
                  <a:ext uri="{FF2B5EF4-FFF2-40B4-BE49-F238E27FC236}">
                    <a16:creationId xmlns:a16="http://schemas.microsoft.com/office/drawing/2014/main" id="{3CF5DB98-AE0D-4237-86E7-8A4A4BF205ED}"/>
                  </a:ext>
                </a:extLst>
              </p:cNvPr>
              <p:cNvSpPr/>
              <p:nvPr/>
            </p:nvSpPr>
            <p:spPr>
              <a:xfrm flipV="1">
                <a:off x="1522080" y="2864160"/>
                <a:ext cx="50760" cy="5256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716" name="Line 403">
                <a:extLst>
                  <a:ext uri="{FF2B5EF4-FFF2-40B4-BE49-F238E27FC236}">
                    <a16:creationId xmlns:a16="http://schemas.microsoft.com/office/drawing/2014/main" id="{7050A213-A7E5-4437-84AC-19D9DECA3915}"/>
                  </a:ext>
                </a:extLst>
              </p:cNvPr>
              <p:cNvSpPr/>
              <p:nvPr/>
            </p:nvSpPr>
            <p:spPr>
              <a:xfrm flipV="1">
                <a:off x="3444480" y="2862720"/>
                <a:ext cx="51480" cy="1728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717" name="Line 404">
                <a:extLst>
                  <a:ext uri="{FF2B5EF4-FFF2-40B4-BE49-F238E27FC236}">
                    <a16:creationId xmlns:a16="http://schemas.microsoft.com/office/drawing/2014/main" id="{3E258207-8568-499C-8787-2E76A07E5B07}"/>
                  </a:ext>
                </a:extLst>
              </p:cNvPr>
              <p:cNvSpPr/>
              <p:nvPr/>
            </p:nvSpPr>
            <p:spPr>
              <a:xfrm flipH="1" flipV="1">
                <a:off x="3495960" y="2862720"/>
                <a:ext cx="88200" cy="39960"/>
              </a:xfrm>
              <a:prstGeom prst="line">
                <a:avLst/>
              </a:prstGeom>
              <a:ln>
                <a:solidFill>
                  <a:srgbClr val="000000"/>
                </a:solidFill>
              </a:ln>
            </p:spPr>
            <p:style>
              <a:lnRef idx="0">
                <a:scrgbClr r="0" g="0" b="0"/>
              </a:lnRef>
              <a:fillRef idx="0">
                <a:scrgbClr r="0" g="0" b="0"/>
              </a:fillRef>
              <a:effectRef idx="0">
                <a:scrgbClr r="0" g="0" b="0"/>
              </a:effectRef>
              <a:fontRef idx="minor"/>
            </p:style>
          </p:sp>
        </p:grpSp>
        <p:grpSp>
          <p:nvGrpSpPr>
            <p:cNvPr id="6" name="Group 405">
              <a:extLst>
                <a:ext uri="{FF2B5EF4-FFF2-40B4-BE49-F238E27FC236}">
                  <a16:creationId xmlns:a16="http://schemas.microsoft.com/office/drawing/2014/main" id="{4755687F-7975-414A-877C-8542B1AD7859}"/>
                </a:ext>
              </a:extLst>
            </p:cNvPr>
            <p:cNvGrpSpPr/>
            <p:nvPr/>
          </p:nvGrpSpPr>
          <p:grpSpPr>
            <a:xfrm>
              <a:off x="1078920" y="2677320"/>
              <a:ext cx="3089520" cy="259200"/>
              <a:chOff x="1078920" y="2677320"/>
              <a:chExt cx="3089520" cy="259200"/>
            </a:xfrm>
          </p:grpSpPr>
          <p:sp>
            <p:nvSpPr>
              <p:cNvPr id="318" name="Line 406">
                <a:extLst>
                  <a:ext uri="{FF2B5EF4-FFF2-40B4-BE49-F238E27FC236}">
                    <a16:creationId xmlns:a16="http://schemas.microsoft.com/office/drawing/2014/main" id="{F02113EB-C3D3-4F81-9F48-03082ED6C6DE}"/>
                  </a:ext>
                </a:extLst>
              </p:cNvPr>
              <p:cNvSpPr/>
              <p:nvPr/>
            </p:nvSpPr>
            <p:spPr>
              <a:xfrm flipV="1">
                <a:off x="1167840" y="2862720"/>
                <a:ext cx="50760" cy="3240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319" name="Line 407">
                <a:extLst>
                  <a:ext uri="{FF2B5EF4-FFF2-40B4-BE49-F238E27FC236}">
                    <a16:creationId xmlns:a16="http://schemas.microsoft.com/office/drawing/2014/main" id="{6CD46661-3131-43CE-8942-4F70CBD9441D}"/>
                  </a:ext>
                </a:extLst>
              </p:cNvPr>
              <p:cNvSpPr/>
              <p:nvPr/>
            </p:nvSpPr>
            <p:spPr>
              <a:xfrm flipH="1" flipV="1">
                <a:off x="1218600" y="2862720"/>
                <a:ext cx="88920" cy="900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320" name="Line 408">
                <a:extLst>
                  <a:ext uri="{FF2B5EF4-FFF2-40B4-BE49-F238E27FC236}">
                    <a16:creationId xmlns:a16="http://schemas.microsoft.com/office/drawing/2014/main" id="{581ACC71-B695-41FA-8C53-D534DFB09B64}"/>
                  </a:ext>
                </a:extLst>
              </p:cNvPr>
              <p:cNvSpPr/>
              <p:nvPr/>
            </p:nvSpPr>
            <p:spPr>
              <a:xfrm flipV="1">
                <a:off x="3635640" y="2856240"/>
                <a:ext cx="50760" cy="2376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321" name="Line 409">
                <a:extLst>
                  <a:ext uri="{FF2B5EF4-FFF2-40B4-BE49-F238E27FC236}">
                    <a16:creationId xmlns:a16="http://schemas.microsoft.com/office/drawing/2014/main" id="{E562A9A3-CF71-4A44-A28A-7DAF2EAA39BF}"/>
                  </a:ext>
                </a:extLst>
              </p:cNvPr>
              <p:cNvSpPr/>
              <p:nvPr/>
            </p:nvSpPr>
            <p:spPr>
              <a:xfrm flipH="1" flipV="1">
                <a:off x="3686400" y="2856240"/>
                <a:ext cx="88920" cy="2628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322" name="Line 410">
                <a:extLst>
                  <a:ext uri="{FF2B5EF4-FFF2-40B4-BE49-F238E27FC236}">
                    <a16:creationId xmlns:a16="http://schemas.microsoft.com/office/drawing/2014/main" id="{5FE415A0-2E13-4A8F-943F-BFDCDEA5AF1A}"/>
                  </a:ext>
                </a:extLst>
              </p:cNvPr>
              <p:cNvSpPr/>
              <p:nvPr/>
            </p:nvSpPr>
            <p:spPr>
              <a:xfrm flipH="1" flipV="1">
                <a:off x="3826080" y="2855160"/>
                <a:ext cx="87480" cy="2016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323" name="Line 411">
                <a:extLst>
                  <a:ext uri="{FF2B5EF4-FFF2-40B4-BE49-F238E27FC236}">
                    <a16:creationId xmlns:a16="http://schemas.microsoft.com/office/drawing/2014/main" id="{A30ABE42-EFBA-406D-ABFD-3A1CA6641C07}"/>
                  </a:ext>
                </a:extLst>
              </p:cNvPr>
              <p:cNvSpPr/>
              <p:nvPr/>
            </p:nvSpPr>
            <p:spPr>
              <a:xfrm flipV="1">
                <a:off x="3775320" y="2855160"/>
                <a:ext cx="50760" cy="2736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324" name="Line 412">
                <a:extLst>
                  <a:ext uri="{FF2B5EF4-FFF2-40B4-BE49-F238E27FC236}">
                    <a16:creationId xmlns:a16="http://schemas.microsoft.com/office/drawing/2014/main" id="{4EC93607-37E3-4CE9-AF5A-1617AC68C7A5}"/>
                  </a:ext>
                </a:extLst>
              </p:cNvPr>
              <p:cNvSpPr/>
              <p:nvPr/>
            </p:nvSpPr>
            <p:spPr>
              <a:xfrm flipH="1" flipV="1">
                <a:off x="3255120" y="2855160"/>
                <a:ext cx="87840" cy="6804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325" name="Line 413">
                <a:extLst>
                  <a:ext uri="{FF2B5EF4-FFF2-40B4-BE49-F238E27FC236}">
                    <a16:creationId xmlns:a16="http://schemas.microsoft.com/office/drawing/2014/main" id="{C04CF45F-4C82-4FD0-A706-0A00C529E1F7}"/>
                  </a:ext>
                </a:extLst>
              </p:cNvPr>
              <p:cNvSpPr/>
              <p:nvPr/>
            </p:nvSpPr>
            <p:spPr>
              <a:xfrm flipV="1">
                <a:off x="3204360" y="2855160"/>
                <a:ext cx="50760" cy="2592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326" name="Line 414">
                <a:extLst>
                  <a:ext uri="{FF2B5EF4-FFF2-40B4-BE49-F238E27FC236}">
                    <a16:creationId xmlns:a16="http://schemas.microsoft.com/office/drawing/2014/main" id="{DE2E9A35-8EF7-41BB-B2A6-621FA6088B9F}"/>
                  </a:ext>
                </a:extLst>
              </p:cNvPr>
              <p:cNvSpPr/>
              <p:nvPr/>
            </p:nvSpPr>
            <p:spPr>
              <a:xfrm flipV="1">
                <a:off x="1078920" y="2850120"/>
                <a:ext cx="50760" cy="3096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327" name="Line 415">
                <a:extLst>
                  <a:ext uri="{FF2B5EF4-FFF2-40B4-BE49-F238E27FC236}">
                    <a16:creationId xmlns:a16="http://schemas.microsoft.com/office/drawing/2014/main" id="{AD503C53-82A2-42C2-A3D9-C6C9A4915CF7}"/>
                  </a:ext>
                </a:extLst>
              </p:cNvPr>
              <p:cNvSpPr/>
              <p:nvPr/>
            </p:nvSpPr>
            <p:spPr>
              <a:xfrm flipH="1" flipV="1">
                <a:off x="1129680" y="2850120"/>
                <a:ext cx="88920" cy="1260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328" name="Line 416">
                <a:extLst>
                  <a:ext uri="{FF2B5EF4-FFF2-40B4-BE49-F238E27FC236}">
                    <a16:creationId xmlns:a16="http://schemas.microsoft.com/office/drawing/2014/main" id="{CFBEE271-FF59-4CBC-B052-16DE4DC421B1}"/>
                  </a:ext>
                </a:extLst>
              </p:cNvPr>
              <p:cNvSpPr/>
              <p:nvPr/>
            </p:nvSpPr>
            <p:spPr>
              <a:xfrm flipV="1">
                <a:off x="3913560" y="2847600"/>
                <a:ext cx="50760" cy="2772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329" name="Line 417">
                <a:extLst>
                  <a:ext uri="{FF2B5EF4-FFF2-40B4-BE49-F238E27FC236}">
                    <a16:creationId xmlns:a16="http://schemas.microsoft.com/office/drawing/2014/main" id="{67089508-C6BC-45F6-B389-173104BEDF19}"/>
                  </a:ext>
                </a:extLst>
              </p:cNvPr>
              <p:cNvSpPr/>
              <p:nvPr/>
            </p:nvSpPr>
            <p:spPr>
              <a:xfrm flipV="1">
                <a:off x="1572840" y="2846160"/>
                <a:ext cx="87480" cy="1800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330" name="Line 418">
                <a:extLst>
                  <a:ext uri="{FF2B5EF4-FFF2-40B4-BE49-F238E27FC236}">
                    <a16:creationId xmlns:a16="http://schemas.microsoft.com/office/drawing/2014/main" id="{9F685E8C-48C3-4506-AC8B-31B49D1FCF2D}"/>
                  </a:ext>
                </a:extLst>
              </p:cNvPr>
              <p:cNvSpPr/>
              <p:nvPr/>
            </p:nvSpPr>
            <p:spPr>
              <a:xfrm flipV="1">
                <a:off x="1609560" y="2846160"/>
                <a:ext cx="50760" cy="6408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331" name="Line 419">
                <a:extLst>
                  <a:ext uri="{FF2B5EF4-FFF2-40B4-BE49-F238E27FC236}">
                    <a16:creationId xmlns:a16="http://schemas.microsoft.com/office/drawing/2014/main" id="{74842326-3252-4A37-9DD8-849FC08BC129}"/>
                  </a:ext>
                </a:extLst>
              </p:cNvPr>
              <p:cNvSpPr/>
              <p:nvPr/>
            </p:nvSpPr>
            <p:spPr>
              <a:xfrm flipV="1">
                <a:off x="3495960" y="2844360"/>
                <a:ext cx="50760" cy="1836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332" name="Line 420">
                <a:extLst>
                  <a:ext uri="{FF2B5EF4-FFF2-40B4-BE49-F238E27FC236}">
                    <a16:creationId xmlns:a16="http://schemas.microsoft.com/office/drawing/2014/main" id="{FFC7BC30-5895-4249-BADF-5E4F77FB62EB}"/>
                  </a:ext>
                </a:extLst>
              </p:cNvPr>
              <p:cNvSpPr/>
              <p:nvPr/>
            </p:nvSpPr>
            <p:spPr>
              <a:xfrm flipH="1" flipV="1">
                <a:off x="3546720" y="2844360"/>
                <a:ext cx="88920" cy="3564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333" name="Line 421">
                <a:extLst>
                  <a:ext uri="{FF2B5EF4-FFF2-40B4-BE49-F238E27FC236}">
                    <a16:creationId xmlns:a16="http://schemas.microsoft.com/office/drawing/2014/main" id="{8CC58481-9CC6-483D-98B2-B5B8E9914D4F}"/>
                  </a:ext>
                </a:extLst>
              </p:cNvPr>
              <p:cNvSpPr/>
              <p:nvPr/>
            </p:nvSpPr>
            <p:spPr>
              <a:xfrm flipV="1">
                <a:off x="2823480" y="2838600"/>
                <a:ext cx="50760" cy="7164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334" name="Line 422">
                <a:extLst>
                  <a:ext uri="{FF2B5EF4-FFF2-40B4-BE49-F238E27FC236}">
                    <a16:creationId xmlns:a16="http://schemas.microsoft.com/office/drawing/2014/main" id="{09EF15FF-6C53-4371-B53C-B83FBFFDE8B2}"/>
                  </a:ext>
                </a:extLst>
              </p:cNvPr>
              <p:cNvSpPr/>
              <p:nvPr/>
            </p:nvSpPr>
            <p:spPr>
              <a:xfrm flipH="1" flipV="1">
                <a:off x="2874240" y="2838600"/>
                <a:ext cx="88920" cy="8892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335" name="Line 423">
                <a:extLst>
                  <a:ext uri="{FF2B5EF4-FFF2-40B4-BE49-F238E27FC236}">
                    <a16:creationId xmlns:a16="http://schemas.microsoft.com/office/drawing/2014/main" id="{5B097B1C-15E6-4991-8EE1-E51C7FA1CC67}"/>
                  </a:ext>
                </a:extLst>
              </p:cNvPr>
              <p:cNvSpPr/>
              <p:nvPr/>
            </p:nvSpPr>
            <p:spPr>
              <a:xfrm flipV="1">
                <a:off x="2544840" y="2836800"/>
                <a:ext cx="50760" cy="9828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336" name="Line 424">
                <a:extLst>
                  <a:ext uri="{FF2B5EF4-FFF2-40B4-BE49-F238E27FC236}">
                    <a16:creationId xmlns:a16="http://schemas.microsoft.com/office/drawing/2014/main" id="{5CF3DAC2-C9C9-4E74-87B4-69E03DC25611}"/>
                  </a:ext>
                </a:extLst>
              </p:cNvPr>
              <p:cNvSpPr/>
              <p:nvPr/>
            </p:nvSpPr>
            <p:spPr>
              <a:xfrm flipH="1" flipV="1">
                <a:off x="2595600" y="2836800"/>
                <a:ext cx="88200" cy="7560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337" name="Line 425">
                <a:extLst>
                  <a:ext uri="{FF2B5EF4-FFF2-40B4-BE49-F238E27FC236}">
                    <a16:creationId xmlns:a16="http://schemas.microsoft.com/office/drawing/2014/main" id="{4A612F9E-A11C-4094-9D67-FBFF22814FBB}"/>
                  </a:ext>
                </a:extLst>
              </p:cNvPr>
              <p:cNvSpPr/>
              <p:nvPr/>
            </p:nvSpPr>
            <p:spPr>
              <a:xfrm flipV="1">
                <a:off x="3255120" y="2835360"/>
                <a:ext cx="51120" cy="1980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338" name="Line 426">
                <a:extLst>
                  <a:ext uri="{FF2B5EF4-FFF2-40B4-BE49-F238E27FC236}">
                    <a16:creationId xmlns:a16="http://schemas.microsoft.com/office/drawing/2014/main" id="{4B52551C-DB67-422F-B51F-C93E88640FAA}"/>
                  </a:ext>
                </a:extLst>
              </p:cNvPr>
              <p:cNvSpPr/>
              <p:nvPr/>
            </p:nvSpPr>
            <p:spPr>
              <a:xfrm flipH="1" flipV="1">
                <a:off x="3306240" y="2835360"/>
                <a:ext cx="87480" cy="6408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339" name="Line 427">
                <a:extLst>
                  <a:ext uri="{FF2B5EF4-FFF2-40B4-BE49-F238E27FC236}">
                    <a16:creationId xmlns:a16="http://schemas.microsoft.com/office/drawing/2014/main" id="{DFBD2B54-6BA8-4980-9AA2-239120A9CC41}"/>
                  </a:ext>
                </a:extLst>
              </p:cNvPr>
              <p:cNvSpPr/>
              <p:nvPr/>
            </p:nvSpPr>
            <p:spPr>
              <a:xfrm flipV="1">
                <a:off x="1307520" y="2834640"/>
                <a:ext cx="50760" cy="3708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340" name="Line 428">
                <a:extLst>
                  <a:ext uri="{FF2B5EF4-FFF2-40B4-BE49-F238E27FC236}">
                    <a16:creationId xmlns:a16="http://schemas.microsoft.com/office/drawing/2014/main" id="{160BA2D7-C790-4F4C-A126-A275769BCE3C}"/>
                  </a:ext>
                </a:extLst>
              </p:cNvPr>
              <p:cNvSpPr/>
              <p:nvPr/>
            </p:nvSpPr>
            <p:spPr>
              <a:xfrm flipV="1">
                <a:off x="1395000" y="2833560"/>
                <a:ext cx="50760" cy="4140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341" name="Line 429">
                <a:extLst>
                  <a:ext uri="{FF2B5EF4-FFF2-40B4-BE49-F238E27FC236}">
                    <a16:creationId xmlns:a16="http://schemas.microsoft.com/office/drawing/2014/main" id="{B8CE88E3-3795-4F52-A8EF-DE34D12D975C}"/>
                  </a:ext>
                </a:extLst>
              </p:cNvPr>
              <p:cNvSpPr/>
              <p:nvPr/>
            </p:nvSpPr>
            <p:spPr>
              <a:xfrm flipV="1">
                <a:off x="1358280" y="2833560"/>
                <a:ext cx="87480" cy="108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342" name="Line 430">
                <a:extLst>
                  <a:ext uri="{FF2B5EF4-FFF2-40B4-BE49-F238E27FC236}">
                    <a16:creationId xmlns:a16="http://schemas.microsoft.com/office/drawing/2014/main" id="{CDB7AA1E-9612-4FBA-B3B1-7E2BD2111C6F}"/>
                  </a:ext>
                </a:extLst>
              </p:cNvPr>
              <p:cNvSpPr/>
              <p:nvPr/>
            </p:nvSpPr>
            <p:spPr>
              <a:xfrm flipV="1">
                <a:off x="3686400" y="2832120"/>
                <a:ext cx="50760" cy="2412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343" name="Line 431">
                <a:extLst>
                  <a:ext uri="{FF2B5EF4-FFF2-40B4-BE49-F238E27FC236}">
                    <a16:creationId xmlns:a16="http://schemas.microsoft.com/office/drawing/2014/main" id="{890B2836-4DB8-453B-9A7D-4CF81E945C8A}"/>
                  </a:ext>
                </a:extLst>
              </p:cNvPr>
              <p:cNvSpPr/>
              <p:nvPr/>
            </p:nvSpPr>
            <p:spPr>
              <a:xfrm flipH="1" flipV="1">
                <a:off x="3737160" y="2832120"/>
                <a:ext cx="88920" cy="2304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344" name="Line 432">
                <a:extLst>
                  <a:ext uri="{FF2B5EF4-FFF2-40B4-BE49-F238E27FC236}">
                    <a16:creationId xmlns:a16="http://schemas.microsoft.com/office/drawing/2014/main" id="{9E7321BE-3911-4A3D-A0E9-F8CFBF3C374B}"/>
                  </a:ext>
                </a:extLst>
              </p:cNvPr>
              <p:cNvSpPr/>
              <p:nvPr/>
            </p:nvSpPr>
            <p:spPr>
              <a:xfrm flipV="1">
                <a:off x="1218600" y="2829240"/>
                <a:ext cx="50760" cy="3348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345" name="Line 433">
                <a:extLst>
                  <a:ext uri="{FF2B5EF4-FFF2-40B4-BE49-F238E27FC236}">
                    <a16:creationId xmlns:a16="http://schemas.microsoft.com/office/drawing/2014/main" id="{98353C0C-48F4-423F-BA6B-64DF4B5F1146}"/>
                  </a:ext>
                </a:extLst>
              </p:cNvPr>
              <p:cNvSpPr/>
              <p:nvPr/>
            </p:nvSpPr>
            <p:spPr>
              <a:xfrm flipH="1" flipV="1">
                <a:off x="1269360" y="2829240"/>
                <a:ext cx="88920" cy="540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346" name="Line 434">
                <a:extLst>
                  <a:ext uri="{FF2B5EF4-FFF2-40B4-BE49-F238E27FC236}">
                    <a16:creationId xmlns:a16="http://schemas.microsoft.com/office/drawing/2014/main" id="{BE3A26F8-EF02-4C21-8962-71F830334BE0}"/>
                  </a:ext>
                </a:extLst>
              </p:cNvPr>
              <p:cNvSpPr/>
              <p:nvPr/>
            </p:nvSpPr>
            <p:spPr>
              <a:xfrm flipV="1">
                <a:off x="3826080" y="2827800"/>
                <a:ext cx="50760" cy="2736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347" name="Line 435">
                <a:extLst>
                  <a:ext uri="{FF2B5EF4-FFF2-40B4-BE49-F238E27FC236}">
                    <a16:creationId xmlns:a16="http://schemas.microsoft.com/office/drawing/2014/main" id="{DF46B48A-8F34-4032-9040-E09CA0E0736F}"/>
                  </a:ext>
                </a:extLst>
              </p:cNvPr>
              <p:cNvSpPr/>
              <p:nvPr/>
            </p:nvSpPr>
            <p:spPr>
              <a:xfrm flipH="1" flipV="1">
                <a:off x="3876840" y="2827800"/>
                <a:ext cx="87480" cy="1980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348" name="Line 436">
                <a:extLst>
                  <a:ext uri="{FF2B5EF4-FFF2-40B4-BE49-F238E27FC236}">
                    <a16:creationId xmlns:a16="http://schemas.microsoft.com/office/drawing/2014/main" id="{185921B4-B8E1-4C6E-A0F5-B7C743A6A522}"/>
                  </a:ext>
                </a:extLst>
              </p:cNvPr>
              <p:cNvSpPr/>
              <p:nvPr/>
            </p:nvSpPr>
            <p:spPr>
              <a:xfrm flipV="1">
                <a:off x="3013920" y="2827080"/>
                <a:ext cx="50760" cy="4644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349" name="Line 437">
                <a:extLst>
                  <a:ext uri="{FF2B5EF4-FFF2-40B4-BE49-F238E27FC236}">
                    <a16:creationId xmlns:a16="http://schemas.microsoft.com/office/drawing/2014/main" id="{50CF4E59-A29E-480E-9847-53F0C778E00B}"/>
                  </a:ext>
                </a:extLst>
              </p:cNvPr>
              <p:cNvSpPr/>
              <p:nvPr/>
            </p:nvSpPr>
            <p:spPr>
              <a:xfrm flipH="1" flipV="1">
                <a:off x="3064680" y="2827080"/>
                <a:ext cx="87840" cy="8784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350" name="Line 438">
                <a:extLst>
                  <a:ext uri="{FF2B5EF4-FFF2-40B4-BE49-F238E27FC236}">
                    <a16:creationId xmlns:a16="http://schemas.microsoft.com/office/drawing/2014/main" id="{9C6B9213-7A84-4F75-894F-2C25AA680C81}"/>
                  </a:ext>
                </a:extLst>
              </p:cNvPr>
              <p:cNvSpPr/>
              <p:nvPr/>
            </p:nvSpPr>
            <p:spPr>
              <a:xfrm flipH="1" flipV="1">
                <a:off x="3597480" y="2827080"/>
                <a:ext cx="88920" cy="2916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351" name="Line 439">
                <a:extLst>
                  <a:ext uri="{FF2B5EF4-FFF2-40B4-BE49-F238E27FC236}">
                    <a16:creationId xmlns:a16="http://schemas.microsoft.com/office/drawing/2014/main" id="{CB43FDC4-47C1-4F66-BECA-3E6F9B9E79F1}"/>
                  </a:ext>
                </a:extLst>
              </p:cNvPr>
              <p:cNvSpPr/>
              <p:nvPr/>
            </p:nvSpPr>
            <p:spPr>
              <a:xfrm flipV="1">
                <a:off x="3546720" y="2827080"/>
                <a:ext cx="50760" cy="1728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352" name="Line 440">
                <a:extLst>
                  <a:ext uri="{FF2B5EF4-FFF2-40B4-BE49-F238E27FC236}">
                    <a16:creationId xmlns:a16="http://schemas.microsoft.com/office/drawing/2014/main" id="{C246C0D3-9A99-4934-A443-633E5A28CC16}"/>
                  </a:ext>
                </a:extLst>
              </p:cNvPr>
              <p:cNvSpPr/>
              <p:nvPr/>
            </p:nvSpPr>
            <p:spPr>
              <a:xfrm flipV="1">
                <a:off x="1445760" y="2824560"/>
                <a:ext cx="88920" cy="900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353" name="Line 441">
                <a:extLst>
                  <a:ext uri="{FF2B5EF4-FFF2-40B4-BE49-F238E27FC236}">
                    <a16:creationId xmlns:a16="http://schemas.microsoft.com/office/drawing/2014/main" id="{0FE7109B-4189-4D19-A5B8-055B62F60CF8}"/>
                  </a:ext>
                </a:extLst>
              </p:cNvPr>
              <p:cNvSpPr/>
              <p:nvPr/>
            </p:nvSpPr>
            <p:spPr>
              <a:xfrm flipV="1">
                <a:off x="1483920" y="2824560"/>
                <a:ext cx="50760" cy="4752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354" name="Line 442">
                <a:extLst>
                  <a:ext uri="{FF2B5EF4-FFF2-40B4-BE49-F238E27FC236}">
                    <a16:creationId xmlns:a16="http://schemas.microsoft.com/office/drawing/2014/main" id="{E0AB8C5A-6136-4B3C-9739-2EC3DA7043F1}"/>
                  </a:ext>
                </a:extLst>
              </p:cNvPr>
              <p:cNvSpPr/>
              <p:nvPr/>
            </p:nvSpPr>
            <p:spPr>
              <a:xfrm flipH="1" flipV="1">
                <a:off x="2367720" y="2824560"/>
                <a:ext cx="88200" cy="5220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355" name="Line 443">
                <a:extLst>
                  <a:ext uri="{FF2B5EF4-FFF2-40B4-BE49-F238E27FC236}">
                    <a16:creationId xmlns:a16="http://schemas.microsoft.com/office/drawing/2014/main" id="{0791C781-DB00-448A-B2B1-5027C99AEAB7}"/>
                  </a:ext>
                </a:extLst>
              </p:cNvPr>
              <p:cNvSpPr/>
              <p:nvPr/>
            </p:nvSpPr>
            <p:spPr>
              <a:xfrm flipV="1">
                <a:off x="2316240" y="2824560"/>
                <a:ext cx="51480" cy="11196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356" name="Line 444">
                <a:extLst>
                  <a:ext uri="{FF2B5EF4-FFF2-40B4-BE49-F238E27FC236}">
                    <a16:creationId xmlns:a16="http://schemas.microsoft.com/office/drawing/2014/main" id="{18F54801-1F7F-4AC2-B322-F1364090D6BD}"/>
                  </a:ext>
                </a:extLst>
              </p:cNvPr>
              <p:cNvSpPr/>
              <p:nvPr/>
            </p:nvSpPr>
            <p:spPr>
              <a:xfrm flipV="1">
                <a:off x="1660320" y="2824560"/>
                <a:ext cx="88920" cy="2160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357" name="Line 445">
                <a:extLst>
                  <a:ext uri="{FF2B5EF4-FFF2-40B4-BE49-F238E27FC236}">
                    <a16:creationId xmlns:a16="http://schemas.microsoft.com/office/drawing/2014/main" id="{EF4715DB-D26F-4303-88C6-BCEA6ACD4506}"/>
                  </a:ext>
                </a:extLst>
              </p:cNvPr>
              <p:cNvSpPr/>
              <p:nvPr/>
            </p:nvSpPr>
            <p:spPr>
              <a:xfrm flipV="1">
                <a:off x="1698480" y="2824560"/>
                <a:ext cx="50760" cy="7488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358" name="Line 446">
                <a:extLst>
                  <a:ext uri="{FF2B5EF4-FFF2-40B4-BE49-F238E27FC236}">
                    <a16:creationId xmlns:a16="http://schemas.microsoft.com/office/drawing/2014/main" id="{F25FD4CD-5542-496E-AF49-7E45C75A100C}"/>
                  </a:ext>
                </a:extLst>
              </p:cNvPr>
              <p:cNvSpPr/>
              <p:nvPr/>
            </p:nvSpPr>
            <p:spPr>
              <a:xfrm flipH="1" flipV="1">
                <a:off x="2734560" y="2823840"/>
                <a:ext cx="88920" cy="8640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359" name="Line 447">
                <a:extLst>
                  <a:ext uri="{FF2B5EF4-FFF2-40B4-BE49-F238E27FC236}">
                    <a16:creationId xmlns:a16="http://schemas.microsoft.com/office/drawing/2014/main" id="{E0866FF4-D3C8-41C6-A499-B47CA5B21A1B}"/>
                  </a:ext>
                </a:extLst>
              </p:cNvPr>
              <p:cNvSpPr/>
              <p:nvPr/>
            </p:nvSpPr>
            <p:spPr>
              <a:xfrm flipV="1">
                <a:off x="2683800" y="2823840"/>
                <a:ext cx="50760" cy="8856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360" name="Line 448">
                <a:extLst>
                  <a:ext uri="{FF2B5EF4-FFF2-40B4-BE49-F238E27FC236}">
                    <a16:creationId xmlns:a16="http://schemas.microsoft.com/office/drawing/2014/main" id="{A75FCFE8-29D9-409F-99ED-FDB857DABABA}"/>
                  </a:ext>
                </a:extLst>
              </p:cNvPr>
              <p:cNvSpPr/>
              <p:nvPr/>
            </p:nvSpPr>
            <p:spPr>
              <a:xfrm flipV="1">
                <a:off x="3306240" y="2822760"/>
                <a:ext cx="50760" cy="1260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361" name="Line 449">
                <a:extLst>
                  <a:ext uri="{FF2B5EF4-FFF2-40B4-BE49-F238E27FC236}">
                    <a16:creationId xmlns:a16="http://schemas.microsoft.com/office/drawing/2014/main" id="{D3C43BA7-4DBF-4F08-9730-264EBBE58693}"/>
                  </a:ext>
                </a:extLst>
              </p:cNvPr>
              <p:cNvSpPr/>
              <p:nvPr/>
            </p:nvSpPr>
            <p:spPr>
              <a:xfrm flipH="1" flipV="1">
                <a:off x="3357000" y="2822760"/>
                <a:ext cx="87480" cy="5724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362" name="Line 450">
                <a:extLst>
                  <a:ext uri="{FF2B5EF4-FFF2-40B4-BE49-F238E27FC236}">
                    <a16:creationId xmlns:a16="http://schemas.microsoft.com/office/drawing/2014/main" id="{57C1C3E6-A3D3-4A7E-B084-43552BD40DD9}"/>
                  </a:ext>
                </a:extLst>
              </p:cNvPr>
              <p:cNvSpPr/>
              <p:nvPr/>
            </p:nvSpPr>
            <p:spPr>
              <a:xfrm flipV="1">
                <a:off x="3964320" y="2819520"/>
                <a:ext cx="51120" cy="2808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363" name="Line 451">
                <a:extLst>
                  <a:ext uri="{FF2B5EF4-FFF2-40B4-BE49-F238E27FC236}">
                    <a16:creationId xmlns:a16="http://schemas.microsoft.com/office/drawing/2014/main" id="{7ED78CE3-47FA-474C-9C17-647BADF3D062}"/>
                  </a:ext>
                </a:extLst>
              </p:cNvPr>
              <p:cNvSpPr/>
              <p:nvPr/>
            </p:nvSpPr>
            <p:spPr>
              <a:xfrm flipV="1">
                <a:off x="1129680" y="2818440"/>
                <a:ext cx="51480" cy="3168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364" name="Line 452">
                <a:extLst>
                  <a:ext uri="{FF2B5EF4-FFF2-40B4-BE49-F238E27FC236}">
                    <a16:creationId xmlns:a16="http://schemas.microsoft.com/office/drawing/2014/main" id="{3AE00A14-47F8-42CB-AAFF-22F3F58123E9}"/>
                  </a:ext>
                </a:extLst>
              </p:cNvPr>
              <p:cNvSpPr/>
              <p:nvPr/>
            </p:nvSpPr>
            <p:spPr>
              <a:xfrm flipH="1" flipV="1">
                <a:off x="1181160" y="2818440"/>
                <a:ext cx="88200" cy="1080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365" name="Line 453">
                <a:extLst>
                  <a:ext uri="{FF2B5EF4-FFF2-40B4-BE49-F238E27FC236}">
                    <a16:creationId xmlns:a16="http://schemas.microsoft.com/office/drawing/2014/main" id="{E7CE6D3B-C930-4265-B6E6-AF137FBD2F12}"/>
                  </a:ext>
                </a:extLst>
              </p:cNvPr>
              <p:cNvSpPr/>
              <p:nvPr/>
            </p:nvSpPr>
            <p:spPr>
              <a:xfrm flipH="1" flipV="1">
                <a:off x="3407760" y="2811960"/>
                <a:ext cx="88200" cy="5076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366" name="Line 454">
                <a:extLst>
                  <a:ext uri="{FF2B5EF4-FFF2-40B4-BE49-F238E27FC236}">
                    <a16:creationId xmlns:a16="http://schemas.microsoft.com/office/drawing/2014/main" id="{C3E6F346-8FF5-4545-942E-646D108158B6}"/>
                  </a:ext>
                </a:extLst>
              </p:cNvPr>
              <p:cNvSpPr/>
              <p:nvPr/>
            </p:nvSpPr>
            <p:spPr>
              <a:xfrm flipV="1">
                <a:off x="3357000" y="2811960"/>
                <a:ext cx="50760" cy="1080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367" name="Line 455">
                <a:extLst>
                  <a:ext uri="{FF2B5EF4-FFF2-40B4-BE49-F238E27FC236}">
                    <a16:creationId xmlns:a16="http://schemas.microsoft.com/office/drawing/2014/main" id="{7D852137-9A86-4126-B48A-CBB278CB5BA2}"/>
                  </a:ext>
                </a:extLst>
              </p:cNvPr>
              <p:cNvSpPr/>
              <p:nvPr/>
            </p:nvSpPr>
            <p:spPr>
              <a:xfrm flipV="1">
                <a:off x="3737160" y="2807640"/>
                <a:ext cx="50760" cy="2448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368" name="Line 456">
                <a:extLst>
                  <a:ext uri="{FF2B5EF4-FFF2-40B4-BE49-F238E27FC236}">
                    <a16:creationId xmlns:a16="http://schemas.microsoft.com/office/drawing/2014/main" id="{C169447E-9545-45E0-AF76-131EFB48F308}"/>
                  </a:ext>
                </a:extLst>
              </p:cNvPr>
              <p:cNvSpPr/>
              <p:nvPr/>
            </p:nvSpPr>
            <p:spPr>
              <a:xfrm flipH="1" flipV="1">
                <a:off x="3787920" y="2807640"/>
                <a:ext cx="88920" cy="2016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369" name="Line 457">
                <a:extLst>
                  <a:ext uri="{FF2B5EF4-FFF2-40B4-BE49-F238E27FC236}">
                    <a16:creationId xmlns:a16="http://schemas.microsoft.com/office/drawing/2014/main" id="{406388E6-763C-4D87-8766-02268912F3F7}"/>
                  </a:ext>
                </a:extLst>
              </p:cNvPr>
              <p:cNvSpPr/>
              <p:nvPr/>
            </p:nvSpPr>
            <p:spPr>
              <a:xfrm flipH="1" flipV="1">
                <a:off x="3648240" y="2806200"/>
                <a:ext cx="88920" cy="2592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370" name="Line 458">
                <a:extLst>
                  <a:ext uri="{FF2B5EF4-FFF2-40B4-BE49-F238E27FC236}">
                    <a16:creationId xmlns:a16="http://schemas.microsoft.com/office/drawing/2014/main" id="{2571CCD6-2128-4C94-8AF8-374CC768C3F7}"/>
                  </a:ext>
                </a:extLst>
              </p:cNvPr>
              <p:cNvSpPr/>
              <p:nvPr/>
            </p:nvSpPr>
            <p:spPr>
              <a:xfrm flipV="1">
                <a:off x="3597480" y="2806200"/>
                <a:ext cx="50760" cy="2088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371" name="Line 459">
                <a:extLst>
                  <a:ext uri="{FF2B5EF4-FFF2-40B4-BE49-F238E27FC236}">
                    <a16:creationId xmlns:a16="http://schemas.microsoft.com/office/drawing/2014/main" id="{41C2002F-DDE1-4167-850F-F12743BE01D9}"/>
                  </a:ext>
                </a:extLst>
              </p:cNvPr>
              <p:cNvSpPr/>
              <p:nvPr/>
            </p:nvSpPr>
            <p:spPr>
              <a:xfrm flipV="1">
                <a:off x="1572840" y="2806200"/>
                <a:ext cx="50760" cy="5796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372" name="Line 460">
                <a:extLst>
                  <a:ext uri="{FF2B5EF4-FFF2-40B4-BE49-F238E27FC236}">
                    <a16:creationId xmlns:a16="http://schemas.microsoft.com/office/drawing/2014/main" id="{2C96AFF8-5626-42C6-8453-1C6665FF8F69}"/>
                  </a:ext>
                </a:extLst>
              </p:cNvPr>
              <p:cNvSpPr/>
              <p:nvPr/>
            </p:nvSpPr>
            <p:spPr>
              <a:xfrm flipV="1">
                <a:off x="1534680" y="2806200"/>
                <a:ext cx="88920" cy="1836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373" name="Line 461">
                <a:extLst>
                  <a:ext uri="{FF2B5EF4-FFF2-40B4-BE49-F238E27FC236}">
                    <a16:creationId xmlns:a16="http://schemas.microsoft.com/office/drawing/2014/main" id="{E1C68C90-FF99-4415-AAE1-CE8BE61DDE93}"/>
                  </a:ext>
                </a:extLst>
              </p:cNvPr>
              <p:cNvSpPr/>
              <p:nvPr/>
            </p:nvSpPr>
            <p:spPr>
              <a:xfrm flipV="1">
                <a:off x="3407760" y="2801160"/>
                <a:ext cx="51480" cy="1080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374" name="Line 462">
                <a:extLst>
                  <a:ext uri="{FF2B5EF4-FFF2-40B4-BE49-F238E27FC236}">
                    <a16:creationId xmlns:a16="http://schemas.microsoft.com/office/drawing/2014/main" id="{1233D958-2538-4FF9-B848-1638673A258A}"/>
                  </a:ext>
                </a:extLst>
              </p:cNvPr>
              <p:cNvSpPr/>
              <p:nvPr/>
            </p:nvSpPr>
            <p:spPr>
              <a:xfrm flipH="1" flipV="1">
                <a:off x="3459240" y="2801160"/>
                <a:ext cx="87480" cy="4320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375" name="Line 463">
                <a:extLst>
                  <a:ext uri="{FF2B5EF4-FFF2-40B4-BE49-F238E27FC236}">
                    <a16:creationId xmlns:a16="http://schemas.microsoft.com/office/drawing/2014/main" id="{D98849C1-C8BA-4D5B-A14B-1314EA2B329A}"/>
                  </a:ext>
                </a:extLst>
              </p:cNvPr>
              <p:cNvSpPr/>
              <p:nvPr/>
            </p:nvSpPr>
            <p:spPr>
              <a:xfrm flipH="1" flipV="1">
                <a:off x="3927600" y="2799720"/>
                <a:ext cx="87840" cy="1980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376" name="Line 464">
                <a:extLst>
                  <a:ext uri="{FF2B5EF4-FFF2-40B4-BE49-F238E27FC236}">
                    <a16:creationId xmlns:a16="http://schemas.microsoft.com/office/drawing/2014/main" id="{67C8FA41-7184-4740-AAFD-E31A27F0FF10}"/>
                  </a:ext>
                </a:extLst>
              </p:cNvPr>
              <p:cNvSpPr/>
              <p:nvPr/>
            </p:nvSpPr>
            <p:spPr>
              <a:xfrm flipV="1">
                <a:off x="3876840" y="2799720"/>
                <a:ext cx="50760" cy="2808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377" name="Line 465">
                <a:extLst>
                  <a:ext uri="{FF2B5EF4-FFF2-40B4-BE49-F238E27FC236}">
                    <a16:creationId xmlns:a16="http://schemas.microsoft.com/office/drawing/2014/main" id="{4C89D094-743B-44F0-81EC-4D401AC622BF}"/>
                  </a:ext>
                </a:extLst>
              </p:cNvPr>
              <p:cNvSpPr/>
              <p:nvPr/>
            </p:nvSpPr>
            <p:spPr>
              <a:xfrm flipV="1">
                <a:off x="1749240" y="2798640"/>
                <a:ext cx="88920" cy="2592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378" name="Line 466">
                <a:extLst>
                  <a:ext uri="{FF2B5EF4-FFF2-40B4-BE49-F238E27FC236}">
                    <a16:creationId xmlns:a16="http://schemas.microsoft.com/office/drawing/2014/main" id="{E6B3CFE9-5B80-4AE3-B036-3A84AED65771}"/>
                  </a:ext>
                </a:extLst>
              </p:cNvPr>
              <p:cNvSpPr/>
              <p:nvPr/>
            </p:nvSpPr>
            <p:spPr>
              <a:xfrm flipV="1">
                <a:off x="1787400" y="2798640"/>
                <a:ext cx="50760" cy="8892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379" name="Line 467">
                <a:extLst>
                  <a:ext uri="{FF2B5EF4-FFF2-40B4-BE49-F238E27FC236}">
                    <a16:creationId xmlns:a16="http://schemas.microsoft.com/office/drawing/2014/main" id="{B59833DD-2B63-4D3A-8E28-BB7811991D2C}"/>
                  </a:ext>
                </a:extLst>
              </p:cNvPr>
              <p:cNvSpPr/>
              <p:nvPr/>
            </p:nvSpPr>
            <p:spPr>
              <a:xfrm flipV="1">
                <a:off x="1358280" y="2797920"/>
                <a:ext cx="50760" cy="3672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380" name="Line 468">
                <a:extLst>
                  <a:ext uri="{FF2B5EF4-FFF2-40B4-BE49-F238E27FC236}">
                    <a16:creationId xmlns:a16="http://schemas.microsoft.com/office/drawing/2014/main" id="{1AA33532-9EA9-44B0-AF04-E273829D7F45}"/>
                  </a:ext>
                </a:extLst>
              </p:cNvPr>
              <p:cNvSpPr/>
              <p:nvPr/>
            </p:nvSpPr>
            <p:spPr>
              <a:xfrm flipV="1">
                <a:off x="1269360" y="2794680"/>
                <a:ext cx="51480" cy="3456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381" name="Line 469">
                <a:extLst>
                  <a:ext uri="{FF2B5EF4-FFF2-40B4-BE49-F238E27FC236}">
                    <a16:creationId xmlns:a16="http://schemas.microsoft.com/office/drawing/2014/main" id="{230A504E-A584-4FEB-9274-ADB7F84AFF9C}"/>
                  </a:ext>
                </a:extLst>
              </p:cNvPr>
              <p:cNvSpPr/>
              <p:nvPr/>
            </p:nvSpPr>
            <p:spPr>
              <a:xfrm flipH="1" flipV="1">
                <a:off x="1320840" y="2794680"/>
                <a:ext cx="88200" cy="324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382" name="Line 470">
                <a:extLst>
                  <a:ext uri="{FF2B5EF4-FFF2-40B4-BE49-F238E27FC236}">
                    <a16:creationId xmlns:a16="http://schemas.microsoft.com/office/drawing/2014/main" id="{4AE82350-7112-496E-8F6F-B8EA88BFE7B7}"/>
                  </a:ext>
                </a:extLst>
              </p:cNvPr>
              <p:cNvSpPr/>
              <p:nvPr/>
            </p:nvSpPr>
            <p:spPr>
              <a:xfrm flipV="1">
                <a:off x="1409040" y="2791080"/>
                <a:ext cx="88200" cy="684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383" name="Line 471">
                <a:extLst>
                  <a:ext uri="{FF2B5EF4-FFF2-40B4-BE49-F238E27FC236}">
                    <a16:creationId xmlns:a16="http://schemas.microsoft.com/office/drawing/2014/main" id="{E40CDBC8-B691-4125-9DD5-1E86BFF85C92}"/>
                  </a:ext>
                </a:extLst>
              </p:cNvPr>
              <p:cNvSpPr/>
              <p:nvPr/>
            </p:nvSpPr>
            <p:spPr>
              <a:xfrm flipV="1">
                <a:off x="1445760" y="2791080"/>
                <a:ext cx="51480" cy="4248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384" name="Line 472">
                <a:extLst>
                  <a:ext uri="{FF2B5EF4-FFF2-40B4-BE49-F238E27FC236}">
                    <a16:creationId xmlns:a16="http://schemas.microsoft.com/office/drawing/2014/main" id="{81A7A57C-7B9A-4D63-BF45-6FB3F6EFC9EE}"/>
                  </a:ext>
                </a:extLst>
              </p:cNvPr>
              <p:cNvSpPr/>
              <p:nvPr/>
            </p:nvSpPr>
            <p:spPr>
              <a:xfrm flipV="1">
                <a:off x="3064680" y="2791080"/>
                <a:ext cx="50760" cy="3600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385" name="Line 473">
                <a:extLst>
                  <a:ext uri="{FF2B5EF4-FFF2-40B4-BE49-F238E27FC236}">
                    <a16:creationId xmlns:a16="http://schemas.microsoft.com/office/drawing/2014/main" id="{A7475963-92EF-459F-8725-923011ECA471}"/>
                  </a:ext>
                </a:extLst>
              </p:cNvPr>
              <p:cNvSpPr/>
              <p:nvPr/>
            </p:nvSpPr>
            <p:spPr>
              <a:xfrm flipH="1" flipV="1">
                <a:off x="3115440" y="2791080"/>
                <a:ext cx="88920" cy="9000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386" name="Line 474">
                <a:extLst>
                  <a:ext uri="{FF2B5EF4-FFF2-40B4-BE49-F238E27FC236}">
                    <a16:creationId xmlns:a16="http://schemas.microsoft.com/office/drawing/2014/main" id="{D252BBE0-72B7-4936-8E99-25B0FF316887}"/>
                  </a:ext>
                </a:extLst>
              </p:cNvPr>
              <p:cNvSpPr/>
              <p:nvPr/>
            </p:nvSpPr>
            <p:spPr>
              <a:xfrm flipV="1">
                <a:off x="3459240" y="2790360"/>
                <a:ext cx="50760" cy="1080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387" name="Line 475">
                <a:extLst>
                  <a:ext uri="{FF2B5EF4-FFF2-40B4-BE49-F238E27FC236}">
                    <a16:creationId xmlns:a16="http://schemas.microsoft.com/office/drawing/2014/main" id="{02D49598-8E74-4D75-88EB-F64570F32200}"/>
                  </a:ext>
                </a:extLst>
              </p:cNvPr>
              <p:cNvSpPr/>
              <p:nvPr/>
            </p:nvSpPr>
            <p:spPr>
              <a:xfrm flipH="1" flipV="1">
                <a:off x="3510000" y="2790360"/>
                <a:ext cx="87480" cy="3672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388" name="Line 476">
                <a:extLst>
                  <a:ext uri="{FF2B5EF4-FFF2-40B4-BE49-F238E27FC236}">
                    <a16:creationId xmlns:a16="http://schemas.microsoft.com/office/drawing/2014/main" id="{D6ACD508-47AC-41E7-9AA8-BC56D6373773}"/>
                  </a:ext>
                </a:extLst>
              </p:cNvPr>
              <p:cNvSpPr/>
              <p:nvPr/>
            </p:nvSpPr>
            <p:spPr>
              <a:xfrm flipV="1">
                <a:off x="4015440" y="2790360"/>
                <a:ext cx="50760" cy="2916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389" name="Line 477">
                <a:extLst>
                  <a:ext uri="{FF2B5EF4-FFF2-40B4-BE49-F238E27FC236}">
                    <a16:creationId xmlns:a16="http://schemas.microsoft.com/office/drawing/2014/main" id="{EE3C198B-C405-4D08-8A93-9E75D4B383D0}"/>
                  </a:ext>
                </a:extLst>
              </p:cNvPr>
              <p:cNvSpPr/>
              <p:nvPr/>
            </p:nvSpPr>
            <p:spPr>
              <a:xfrm flipH="1" flipV="1">
                <a:off x="1231920" y="2786040"/>
                <a:ext cx="88920" cy="864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390" name="Line 478">
                <a:extLst>
                  <a:ext uri="{FF2B5EF4-FFF2-40B4-BE49-F238E27FC236}">
                    <a16:creationId xmlns:a16="http://schemas.microsoft.com/office/drawing/2014/main" id="{382CAB28-A121-4EDE-9585-C692F03551AA}"/>
                  </a:ext>
                </a:extLst>
              </p:cNvPr>
              <p:cNvSpPr/>
              <p:nvPr/>
            </p:nvSpPr>
            <p:spPr>
              <a:xfrm flipV="1">
                <a:off x="1181160" y="2786040"/>
                <a:ext cx="50760" cy="3240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391" name="Line 479">
                <a:extLst>
                  <a:ext uri="{FF2B5EF4-FFF2-40B4-BE49-F238E27FC236}">
                    <a16:creationId xmlns:a16="http://schemas.microsoft.com/office/drawing/2014/main" id="{B4BFAF39-2B94-4055-BE23-7B6E42F5E72F}"/>
                  </a:ext>
                </a:extLst>
              </p:cNvPr>
              <p:cNvSpPr/>
              <p:nvPr/>
            </p:nvSpPr>
            <p:spPr>
              <a:xfrm flipH="1" flipV="1">
                <a:off x="3699000" y="2783520"/>
                <a:ext cx="88920" cy="2412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392" name="Line 480">
                <a:extLst>
                  <a:ext uri="{FF2B5EF4-FFF2-40B4-BE49-F238E27FC236}">
                    <a16:creationId xmlns:a16="http://schemas.microsoft.com/office/drawing/2014/main" id="{22AD978E-0B11-474B-ACBD-63B61B43A165}"/>
                  </a:ext>
                </a:extLst>
              </p:cNvPr>
              <p:cNvSpPr/>
              <p:nvPr/>
            </p:nvSpPr>
            <p:spPr>
              <a:xfrm flipV="1">
                <a:off x="3648240" y="2783520"/>
                <a:ext cx="50760" cy="2268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393" name="Line 481">
                <a:extLst>
                  <a:ext uri="{FF2B5EF4-FFF2-40B4-BE49-F238E27FC236}">
                    <a16:creationId xmlns:a16="http://schemas.microsoft.com/office/drawing/2014/main" id="{1939B3F0-77BC-417C-8EB6-B3292E9C6611}"/>
                  </a:ext>
                </a:extLst>
              </p:cNvPr>
              <p:cNvSpPr/>
              <p:nvPr/>
            </p:nvSpPr>
            <p:spPr>
              <a:xfrm flipV="1">
                <a:off x="2228760" y="2783520"/>
                <a:ext cx="50760" cy="11916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394" name="Line 482">
                <a:extLst>
                  <a:ext uri="{FF2B5EF4-FFF2-40B4-BE49-F238E27FC236}">
                    <a16:creationId xmlns:a16="http://schemas.microsoft.com/office/drawing/2014/main" id="{524D0ACB-1E6C-48FF-AD84-EF736F6E507D}"/>
                  </a:ext>
                </a:extLst>
              </p:cNvPr>
              <p:cNvSpPr/>
              <p:nvPr/>
            </p:nvSpPr>
            <p:spPr>
              <a:xfrm flipH="1" flipV="1">
                <a:off x="2279520" y="2783520"/>
                <a:ext cx="88200" cy="4104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395" name="Line 483">
                <a:extLst>
                  <a:ext uri="{FF2B5EF4-FFF2-40B4-BE49-F238E27FC236}">
                    <a16:creationId xmlns:a16="http://schemas.microsoft.com/office/drawing/2014/main" id="{BAF62306-25B1-45B4-9E12-378DA8BD2C1D}"/>
                  </a:ext>
                </a:extLst>
              </p:cNvPr>
              <p:cNvSpPr/>
              <p:nvPr/>
            </p:nvSpPr>
            <p:spPr>
              <a:xfrm flipV="1">
                <a:off x="3787920" y="2780280"/>
                <a:ext cx="50760" cy="2736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396" name="Line 484">
                <a:extLst>
                  <a:ext uri="{FF2B5EF4-FFF2-40B4-BE49-F238E27FC236}">
                    <a16:creationId xmlns:a16="http://schemas.microsoft.com/office/drawing/2014/main" id="{B4D175BA-8CD5-4221-8885-0E933D7287F2}"/>
                  </a:ext>
                </a:extLst>
              </p:cNvPr>
              <p:cNvSpPr/>
              <p:nvPr/>
            </p:nvSpPr>
            <p:spPr>
              <a:xfrm flipH="1" flipV="1">
                <a:off x="3838680" y="2780280"/>
                <a:ext cx="88920" cy="1944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397" name="Line 485">
                <a:extLst>
                  <a:ext uri="{FF2B5EF4-FFF2-40B4-BE49-F238E27FC236}">
                    <a16:creationId xmlns:a16="http://schemas.microsoft.com/office/drawing/2014/main" id="{67F0E0E1-C38B-43EC-BBDB-298747920E50}"/>
                  </a:ext>
                </a:extLst>
              </p:cNvPr>
              <p:cNvSpPr/>
              <p:nvPr/>
            </p:nvSpPr>
            <p:spPr>
              <a:xfrm flipV="1">
                <a:off x="1623600" y="2777040"/>
                <a:ext cx="87480" cy="2916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398" name="Line 486">
                <a:extLst>
                  <a:ext uri="{FF2B5EF4-FFF2-40B4-BE49-F238E27FC236}">
                    <a16:creationId xmlns:a16="http://schemas.microsoft.com/office/drawing/2014/main" id="{B041869F-48E2-459B-8317-33D62B9FE184}"/>
                  </a:ext>
                </a:extLst>
              </p:cNvPr>
              <p:cNvSpPr/>
              <p:nvPr/>
            </p:nvSpPr>
            <p:spPr>
              <a:xfrm flipV="1">
                <a:off x="1660320" y="2777040"/>
                <a:ext cx="50760" cy="6912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399" name="Line 487">
                <a:extLst>
                  <a:ext uri="{FF2B5EF4-FFF2-40B4-BE49-F238E27FC236}">
                    <a16:creationId xmlns:a16="http://schemas.microsoft.com/office/drawing/2014/main" id="{50DA6A96-7009-498C-8D2F-9BF4D15508CB}"/>
                  </a:ext>
                </a:extLst>
              </p:cNvPr>
              <p:cNvSpPr/>
              <p:nvPr/>
            </p:nvSpPr>
            <p:spPr>
              <a:xfrm flipV="1">
                <a:off x="3510000" y="2776320"/>
                <a:ext cx="50760" cy="1404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400" name="Line 488">
                <a:extLst>
                  <a:ext uri="{FF2B5EF4-FFF2-40B4-BE49-F238E27FC236}">
                    <a16:creationId xmlns:a16="http://schemas.microsoft.com/office/drawing/2014/main" id="{3459F2AA-BF81-4EC8-86B0-01EB4B273AC3}"/>
                  </a:ext>
                </a:extLst>
              </p:cNvPr>
              <p:cNvSpPr/>
              <p:nvPr/>
            </p:nvSpPr>
            <p:spPr>
              <a:xfrm flipH="1" flipV="1">
                <a:off x="3560760" y="2776320"/>
                <a:ext cx="87480" cy="2988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401" name="Line 489">
                <a:extLst>
                  <a:ext uri="{FF2B5EF4-FFF2-40B4-BE49-F238E27FC236}">
                    <a16:creationId xmlns:a16="http://schemas.microsoft.com/office/drawing/2014/main" id="{A8AEFEAE-A657-41DC-8226-95D701A88C0C}"/>
                  </a:ext>
                </a:extLst>
              </p:cNvPr>
              <p:cNvSpPr/>
              <p:nvPr/>
            </p:nvSpPr>
            <p:spPr>
              <a:xfrm flipV="1">
                <a:off x="1534680" y="2775240"/>
                <a:ext cx="50760" cy="4932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402" name="Line 490">
                <a:extLst>
                  <a:ext uri="{FF2B5EF4-FFF2-40B4-BE49-F238E27FC236}">
                    <a16:creationId xmlns:a16="http://schemas.microsoft.com/office/drawing/2014/main" id="{F777180E-B95D-4DD0-9A4C-727EF807FB90}"/>
                  </a:ext>
                </a:extLst>
              </p:cNvPr>
              <p:cNvSpPr/>
              <p:nvPr/>
            </p:nvSpPr>
            <p:spPr>
              <a:xfrm flipV="1">
                <a:off x="1497240" y="2775240"/>
                <a:ext cx="88200" cy="1584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403" name="Line 491">
                <a:extLst>
                  <a:ext uri="{FF2B5EF4-FFF2-40B4-BE49-F238E27FC236}">
                    <a16:creationId xmlns:a16="http://schemas.microsoft.com/office/drawing/2014/main" id="{FBE02EFE-97BD-4163-B121-FC305DD298B9}"/>
                  </a:ext>
                </a:extLst>
              </p:cNvPr>
              <p:cNvSpPr/>
              <p:nvPr/>
            </p:nvSpPr>
            <p:spPr>
              <a:xfrm flipH="1" flipV="1">
                <a:off x="2925000" y="2773800"/>
                <a:ext cx="88920" cy="9972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404" name="Line 492">
                <a:extLst>
                  <a:ext uri="{FF2B5EF4-FFF2-40B4-BE49-F238E27FC236}">
                    <a16:creationId xmlns:a16="http://schemas.microsoft.com/office/drawing/2014/main" id="{8674F461-6CF1-4000-8322-07CF8A637310}"/>
                  </a:ext>
                </a:extLst>
              </p:cNvPr>
              <p:cNvSpPr/>
              <p:nvPr/>
            </p:nvSpPr>
            <p:spPr>
              <a:xfrm flipV="1">
                <a:off x="2874240" y="2773800"/>
                <a:ext cx="50760" cy="6480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405" name="Line 493">
                <a:extLst>
                  <a:ext uri="{FF2B5EF4-FFF2-40B4-BE49-F238E27FC236}">
                    <a16:creationId xmlns:a16="http://schemas.microsoft.com/office/drawing/2014/main" id="{94E8D616-22C5-4A8D-8903-454618303736}"/>
                  </a:ext>
                </a:extLst>
              </p:cNvPr>
              <p:cNvSpPr/>
              <p:nvPr/>
            </p:nvSpPr>
            <p:spPr>
              <a:xfrm flipV="1">
                <a:off x="1874880" y="2773800"/>
                <a:ext cx="51120" cy="10152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406" name="Line 494">
                <a:extLst>
                  <a:ext uri="{FF2B5EF4-FFF2-40B4-BE49-F238E27FC236}">
                    <a16:creationId xmlns:a16="http://schemas.microsoft.com/office/drawing/2014/main" id="{596B7257-BCF9-4CEA-813E-D98B70B700BD}"/>
                  </a:ext>
                </a:extLst>
              </p:cNvPr>
              <p:cNvSpPr/>
              <p:nvPr/>
            </p:nvSpPr>
            <p:spPr>
              <a:xfrm flipV="1">
                <a:off x="1838160" y="2773800"/>
                <a:ext cx="87840" cy="2484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407" name="Line 495">
                <a:extLst>
                  <a:ext uri="{FF2B5EF4-FFF2-40B4-BE49-F238E27FC236}">
                    <a16:creationId xmlns:a16="http://schemas.microsoft.com/office/drawing/2014/main" id="{0A684DE4-CB1B-491B-A798-BA52F697BC0F}"/>
                  </a:ext>
                </a:extLst>
              </p:cNvPr>
              <p:cNvSpPr/>
              <p:nvPr/>
            </p:nvSpPr>
            <p:spPr>
              <a:xfrm flipH="1" flipV="1">
                <a:off x="3978360" y="2772000"/>
                <a:ext cx="87840" cy="1836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408" name="Line 496">
                <a:extLst>
                  <a:ext uri="{FF2B5EF4-FFF2-40B4-BE49-F238E27FC236}">
                    <a16:creationId xmlns:a16="http://schemas.microsoft.com/office/drawing/2014/main" id="{1689B3F8-CF00-4794-832A-B315AEAE6C36}"/>
                  </a:ext>
                </a:extLst>
              </p:cNvPr>
              <p:cNvSpPr/>
              <p:nvPr/>
            </p:nvSpPr>
            <p:spPr>
              <a:xfrm flipV="1">
                <a:off x="3927600" y="2772000"/>
                <a:ext cx="50760" cy="2772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409" name="Line 497">
                <a:extLst>
                  <a:ext uri="{FF2B5EF4-FFF2-40B4-BE49-F238E27FC236}">
                    <a16:creationId xmlns:a16="http://schemas.microsoft.com/office/drawing/2014/main" id="{10449981-DF45-452C-8DD0-52A45F3AFF6A}"/>
                  </a:ext>
                </a:extLst>
              </p:cNvPr>
              <p:cNvSpPr/>
              <p:nvPr/>
            </p:nvSpPr>
            <p:spPr>
              <a:xfrm flipH="1" flipV="1">
                <a:off x="3166560" y="2767320"/>
                <a:ext cx="88560" cy="8784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410" name="Line 498">
                <a:extLst>
                  <a:ext uri="{FF2B5EF4-FFF2-40B4-BE49-F238E27FC236}">
                    <a16:creationId xmlns:a16="http://schemas.microsoft.com/office/drawing/2014/main" id="{F10D9EF4-2C69-413B-8F82-05410FAAE6DB}"/>
                  </a:ext>
                </a:extLst>
              </p:cNvPr>
              <p:cNvSpPr/>
              <p:nvPr/>
            </p:nvSpPr>
            <p:spPr>
              <a:xfrm flipV="1">
                <a:off x="3115440" y="2767320"/>
                <a:ext cx="51120" cy="2376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411" name="Line 499">
                <a:extLst>
                  <a:ext uri="{FF2B5EF4-FFF2-40B4-BE49-F238E27FC236}">
                    <a16:creationId xmlns:a16="http://schemas.microsoft.com/office/drawing/2014/main" id="{A2D58107-29F3-4B25-84A0-B7EB7C776BF9}"/>
                  </a:ext>
                </a:extLst>
              </p:cNvPr>
              <p:cNvSpPr/>
              <p:nvPr/>
            </p:nvSpPr>
            <p:spPr>
              <a:xfrm flipH="1" flipV="1">
                <a:off x="2507400" y="2763000"/>
                <a:ext cx="88200" cy="7380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412" name="Line 500">
                <a:extLst>
                  <a:ext uri="{FF2B5EF4-FFF2-40B4-BE49-F238E27FC236}">
                    <a16:creationId xmlns:a16="http://schemas.microsoft.com/office/drawing/2014/main" id="{0025874B-281E-49C4-8A4C-4E02B05A8CDA}"/>
                  </a:ext>
                </a:extLst>
              </p:cNvPr>
              <p:cNvSpPr/>
              <p:nvPr/>
            </p:nvSpPr>
            <p:spPr>
              <a:xfrm flipV="1">
                <a:off x="2455920" y="2763000"/>
                <a:ext cx="51480" cy="11376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413" name="Line 501">
                <a:extLst>
                  <a:ext uri="{FF2B5EF4-FFF2-40B4-BE49-F238E27FC236}">
                    <a16:creationId xmlns:a16="http://schemas.microsoft.com/office/drawing/2014/main" id="{8C30F1D8-577C-47F6-88D5-4178042A48E4}"/>
                  </a:ext>
                </a:extLst>
              </p:cNvPr>
              <p:cNvSpPr/>
              <p:nvPr/>
            </p:nvSpPr>
            <p:spPr>
              <a:xfrm flipV="1">
                <a:off x="1320840" y="2761200"/>
                <a:ext cx="50760" cy="3348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414" name="Line 502">
                <a:extLst>
                  <a:ext uri="{FF2B5EF4-FFF2-40B4-BE49-F238E27FC236}">
                    <a16:creationId xmlns:a16="http://schemas.microsoft.com/office/drawing/2014/main" id="{763FC51E-0D84-4AA0-820D-40EF60F0E058}"/>
                  </a:ext>
                </a:extLst>
              </p:cNvPr>
              <p:cNvSpPr/>
              <p:nvPr/>
            </p:nvSpPr>
            <p:spPr>
              <a:xfrm>
                <a:off x="1371600" y="2761200"/>
                <a:ext cx="88920" cy="72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415" name="Line 503">
                <a:extLst>
                  <a:ext uri="{FF2B5EF4-FFF2-40B4-BE49-F238E27FC236}">
                    <a16:creationId xmlns:a16="http://schemas.microsoft.com/office/drawing/2014/main" id="{56F5EED3-8AC1-45F2-A81F-EF40B4C81449}"/>
                  </a:ext>
                </a:extLst>
              </p:cNvPr>
              <p:cNvSpPr/>
              <p:nvPr/>
            </p:nvSpPr>
            <p:spPr>
              <a:xfrm flipV="1">
                <a:off x="1409040" y="2761200"/>
                <a:ext cx="51480" cy="3672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416" name="Line 504">
                <a:extLst>
                  <a:ext uri="{FF2B5EF4-FFF2-40B4-BE49-F238E27FC236}">
                    <a16:creationId xmlns:a16="http://schemas.microsoft.com/office/drawing/2014/main" id="{E83D1BAF-A50E-4171-960E-F42FC3CBD14B}"/>
                  </a:ext>
                </a:extLst>
              </p:cNvPr>
              <p:cNvSpPr/>
              <p:nvPr/>
            </p:nvSpPr>
            <p:spPr>
              <a:xfrm flipV="1">
                <a:off x="4066200" y="2761200"/>
                <a:ext cx="50760" cy="2916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417" name="Line 505">
                <a:extLst>
                  <a:ext uri="{FF2B5EF4-FFF2-40B4-BE49-F238E27FC236}">
                    <a16:creationId xmlns:a16="http://schemas.microsoft.com/office/drawing/2014/main" id="{B45F484A-A8AF-44E2-BD98-DAC4AF0B51B5}"/>
                  </a:ext>
                </a:extLst>
              </p:cNvPr>
              <p:cNvSpPr/>
              <p:nvPr/>
            </p:nvSpPr>
            <p:spPr>
              <a:xfrm flipV="1">
                <a:off x="3699000" y="2759760"/>
                <a:ext cx="50760" cy="2376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418" name="Line 506">
                <a:extLst>
                  <a:ext uri="{FF2B5EF4-FFF2-40B4-BE49-F238E27FC236}">
                    <a16:creationId xmlns:a16="http://schemas.microsoft.com/office/drawing/2014/main" id="{55A64386-F775-48AA-AED5-9C4E4C7581E9}"/>
                  </a:ext>
                </a:extLst>
              </p:cNvPr>
              <p:cNvSpPr/>
              <p:nvPr/>
            </p:nvSpPr>
            <p:spPr>
              <a:xfrm flipH="1" flipV="1">
                <a:off x="3749760" y="2759760"/>
                <a:ext cx="88920" cy="2052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419" name="Line 507">
                <a:extLst>
                  <a:ext uri="{FF2B5EF4-FFF2-40B4-BE49-F238E27FC236}">
                    <a16:creationId xmlns:a16="http://schemas.microsoft.com/office/drawing/2014/main" id="{B19E8005-BFE3-43BE-B11B-02AA81F1C0C7}"/>
                  </a:ext>
                </a:extLst>
              </p:cNvPr>
              <p:cNvSpPr/>
              <p:nvPr/>
            </p:nvSpPr>
            <p:spPr>
              <a:xfrm flipV="1">
                <a:off x="2140560" y="2758680"/>
                <a:ext cx="50760" cy="12132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420" name="Line 508">
                <a:extLst>
                  <a:ext uri="{FF2B5EF4-FFF2-40B4-BE49-F238E27FC236}">
                    <a16:creationId xmlns:a16="http://schemas.microsoft.com/office/drawing/2014/main" id="{52556CCF-4ADB-4C93-AA8B-D54FFD11E1D4}"/>
                  </a:ext>
                </a:extLst>
              </p:cNvPr>
              <p:cNvSpPr/>
              <p:nvPr/>
            </p:nvSpPr>
            <p:spPr>
              <a:xfrm flipH="1" flipV="1">
                <a:off x="2191320" y="2758680"/>
                <a:ext cx="88200" cy="2484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421" name="Line 509">
                <a:extLst>
                  <a:ext uri="{FF2B5EF4-FFF2-40B4-BE49-F238E27FC236}">
                    <a16:creationId xmlns:a16="http://schemas.microsoft.com/office/drawing/2014/main" id="{91819A7C-1134-405B-A0F8-A6833D713A25}"/>
                  </a:ext>
                </a:extLst>
              </p:cNvPr>
              <p:cNvSpPr/>
              <p:nvPr/>
            </p:nvSpPr>
            <p:spPr>
              <a:xfrm flipV="1">
                <a:off x="3560760" y="2757960"/>
                <a:ext cx="50760" cy="1836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422" name="Line 510">
                <a:extLst>
                  <a:ext uri="{FF2B5EF4-FFF2-40B4-BE49-F238E27FC236}">
                    <a16:creationId xmlns:a16="http://schemas.microsoft.com/office/drawing/2014/main" id="{AE0E59E0-6FFD-4456-BC9C-E39D91E5D6E0}"/>
                  </a:ext>
                </a:extLst>
              </p:cNvPr>
              <p:cNvSpPr/>
              <p:nvPr/>
            </p:nvSpPr>
            <p:spPr>
              <a:xfrm flipH="1" flipV="1">
                <a:off x="3611520" y="2757960"/>
                <a:ext cx="87480" cy="2556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423" name="Line 511">
                <a:extLst>
                  <a:ext uri="{FF2B5EF4-FFF2-40B4-BE49-F238E27FC236}">
                    <a16:creationId xmlns:a16="http://schemas.microsoft.com/office/drawing/2014/main" id="{79664BAB-EDCB-4D33-A801-2D26E731BC6E}"/>
                  </a:ext>
                </a:extLst>
              </p:cNvPr>
              <p:cNvSpPr/>
              <p:nvPr/>
            </p:nvSpPr>
            <p:spPr>
              <a:xfrm flipV="1">
                <a:off x="1926000" y="2755440"/>
                <a:ext cx="88560" cy="1836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424" name="Line 512">
                <a:extLst>
                  <a:ext uri="{FF2B5EF4-FFF2-40B4-BE49-F238E27FC236}">
                    <a16:creationId xmlns:a16="http://schemas.microsoft.com/office/drawing/2014/main" id="{E588B521-450B-434F-AC91-C34E3D9E6B14}"/>
                  </a:ext>
                </a:extLst>
              </p:cNvPr>
              <p:cNvSpPr/>
              <p:nvPr/>
            </p:nvSpPr>
            <p:spPr>
              <a:xfrm flipV="1">
                <a:off x="1963800" y="2755440"/>
                <a:ext cx="50760" cy="11232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425" name="Line 513">
                <a:extLst>
                  <a:ext uri="{FF2B5EF4-FFF2-40B4-BE49-F238E27FC236}">
                    <a16:creationId xmlns:a16="http://schemas.microsoft.com/office/drawing/2014/main" id="{E9570B85-02C3-49C7-9F61-0F5186B69AF0}"/>
                  </a:ext>
                </a:extLst>
              </p:cNvPr>
              <p:cNvSpPr/>
              <p:nvPr/>
            </p:nvSpPr>
            <p:spPr>
              <a:xfrm flipH="1" flipV="1">
                <a:off x="1282680" y="2754000"/>
                <a:ext cx="88920" cy="720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426" name="Line 514">
                <a:extLst>
                  <a:ext uri="{FF2B5EF4-FFF2-40B4-BE49-F238E27FC236}">
                    <a16:creationId xmlns:a16="http://schemas.microsoft.com/office/drawing/2014/main" id="{8A30EF4C-7067-47DB-AC45-DA71F2639394}"/>
                  </a:ext>
                </a:extLst>
              </p:cNvPr>
              <p:cNvSpPr/>
              <p:nvPr/>
            </p:nvSpPr>
            <p:spPr>
              <a:xfrm flipV="1">
                <a:off x="1231920" y="2754000"/>
                <a:ext cx="50760" cy="3204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427" name="Line 515">
                <a:extLst>
                  <a:ext uri="{FF2B5EF4-FFF2-40B4-BE49-F238E27FC236}">
                    <a16:creationId xmlns:a16="http://schemas.microsoft.com/office/drawing/2014/main" id="{756EF9AA-CDFC-4DA0-8EC1-1D8633826C67}"/>
                  </a:ext>
                </a:extLst>
              </p:cNvPr>
              <p:cNvSpPr/>
              <p:nvPr/>
            </p:nvSpPr>
            <p:spPr>
              <a:xfrm flipH="1" flipV="1">
                <a:off x="3217320" y="2754000"/>
                <a:ext cx="88920" cy="8136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428" name="Line 516">
                <a:extLst>
                  <a:ext uri="{FF2B5EF4-FFF2-40B4-BE49-F238E27FC236}">
                    <a16:creationId xmlns:a16="http://schemas.microsoft.com/office/drawing/2014/main" id="{A1E9A688-DAF6-4DBC-AED3-D6990D7BA26E}"/>
                  </a:ext>
                </a:extLst>
              </p:cNvPr>
              <p:cNvSpPr/>
              <p:nvPr/>
            </p:nvSpPr>
            <p:spPr>
              <a:xfrm flipV="1">
                <a:off x="3166560" y="2754000"/>
                <a:ext cx="50760" cy="1332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429" name="Line 517">
                <a:extLst>
                  <a:ext uri="{FF2B5EF4-FFF2-40B4-BE49-F238E27FC236}">
                    <a16:creationId xmlns:a16="http://schemas.microsoft.com/office/drawing/2014/main" id="{FADA5416-46FB-4785-9829-5DCF055525E6}"/>
                  </a:ext>
                </a:extLst>
              </p:cNvPr>
              <p:cNvSpPr/>
              <p:nvPr/>
            </p:nvSpPr>
            <p:spPr>
              <a:xfrm flipV="1">
                <a:off x="3838680" y="2753640"/>
                <a:ext cx="50760" cy="2664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430" name="Line 518">
                <a:extLst>
                  <a:ext uri="{FF2B5EF4-FFF2-40B4-BE49-F238E27FC236}">
                    <a16:creationId xmlns:a16="http://schemas.microsoft.com/office/drawing/2014/main" id="{5C60AC3B-253A-4CAB-AD4D-2FD5CCE9BDD2}"/>
                  </a:ext>
                </a:extLst>
              </p:cNvPr>
              <p:cNvSpPr/>
              <p:nvPr/>
            </p:nvSpPr>
            <p:spPr>
              <a:xfrm flipH="1" flipV="1">
                <a:off x="3889440" y="2753640"/>
                <a:ext cx="88920" cy="1836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431" name="Line 519">
                <a:extLst>
                  <a:ext uri="{FF2B5EF4-FFF2-40B4-BE49-F238E27FC236}">
                    <a16:creationId xmlns:a16="http://schemas.microsoft.com/office/drawing/2014/main" id="{091728FC-8F50-4B31-A0F2-DF872AD0F227}"/>
                  </a:ext>
                </a:extLst>
              </p:cNvPr>
              <p:cNvSpPr/>
              <p:nvPr/>
            </p:nvSpPr>
            <p:spPr>
              <a:xfrm flipV="1">
                <a:off x="1497240" y="2750400"/>
                <a:ext cx="50760" cy="4068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432" name="Line 520">
                <a:extLst>
                  <a:ext uri="{FF2B5EF4-FFF2-40B4-BE49-F238E27FC236}">
                    <a16:creationId xmlns:a16="http://schemas.microsoft.com/office/drawing/2014/main" id="{39BED3E3-4CAC-4F48-8EC7-785FEA080BB7}"/>
                  </a:ext>
                </a:extLst>
              </p:cNvPr>
              <p:cNvSpPr/>
              <p:nvPr/>
            </p:nvSpPr>
            <p:spPr>
              <a:xfrm flipV="1">
                <a:off x="1460520" y="2750400"/>
                <a:ext cx="87480" cy="1080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433" name="Line 521">
                <a:extLst>
                  <a:ext uri="{FF2B5EF4-FFF2-40B4-BE49-F238E27FC236}">
                    <a16:creationId xmlns:a16="http://schemas.microsoft.com/office/drawing/2014/main" id="{B1D4FDD2-86D1-449D-AEA6-65834E69C22F}"/>
                  </a:ext>
                </a:extLst>
              </p:cNvPr>
              <p:cNvSpPr/>
              <p:nvPr/>
            </p:nvSpPr>
            <p:spPr>
              <a:xfrm flipH="1" flipV="1">
                <a:off x="2103480" y="2748960"/>
                <a:ext cx="87840" cy="972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434" name="Line 522">
                <a:extLst>
                  <a:ext uri="{FF2B5EF4-FFF2-40B4-BE49-F238E27FC236}">
                    <a16:creationId xmlns:a16="http://schemas.microsoft.com/office/drawing/2014/main" id="{7AF07759-F7B9-49F3-A77F-CCFE91AF2C70}"/>
                  </a:ext>
                </a:extLst>
              </p:cNvPr>
              <p:cNvSpPr/>
              <p:nvPr/>
            </p:nvSpPr>
            <p:spPr>
              <a:xfrm flipV="1">
                <a:off x="2014560" y="2748960"/>
                <a:ext cx="88920" cy="648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435" name="Line 523">
                <a:extLst>
                  <a:ext uri="{FF2B5EF4-FFF2-40B4-BE49-F238E27FC236}">
                    <a16:creationId xmlns:a16="http://schemas.microsoft.com/office/drawing/2014/main" id="{C483E244-9460-421D-B7A6-39E10FA07640}"/>
                  </a:ext>
                </a:extLst>
              </p:cNvPr>
              <p:cNvSpPr/>
              <p:nvPr/>
            </p:nvSpPr>
            <p:spPr>
              <a:xfrm flipV="1">
                <a:off x="2051640" y="2748960"/>
                <a:ext cx="51840" cy="12024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436" name="Line 524">
                <a:extLst>
                  <a:ext uri="{FF2B5EF4-FFF2-40B4-BE49-F238E27FC236}">
                    <a16:creationId xmlns:a16="http://schemas.microsoft.com/office/drawing/2014/main" id="{D794F9CB-7AC4-48EB-B363-49D0DC590E7E}"/>
                  </a:ext>
                </a:extLst>
              </p:cNvPr>
              <p:cNvSpPr/>
              <p:nvPr/>
            </p:nvSpPr>
            <p:spPr>
              <a:xfrm flipH="1" flipV="1">
                <a:off x="3268080" y="2748960"/>
                <a:ext cx="88920" cy="7380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437" name="Line 525">
                <a:extLst>
                  <a:ext uri="{FF2B5EF4-FFF2-40B4-BE49-F238E27FC236}">
                    <a16:creationId xmlns:a16="http://schemas.microsoft.com/office/drawing/2014/main" id="{8D6FE4F7-391A-460A-B814-EC6E165DCC99}"/>
                  </a:ext>
                </a:extLst>
              </p:cNvPr>
              <p:cNvSpPr/>
              <p:nvPr/>
            </p:nvSpPr>
            <p:spPr>
              <a:xfrm flipV="1">
                <a:off x="3217320" y="2748960"/>
                <a:ext cx="50760" cy="504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438" name="Line 526">
                <a:extLst>
                  <a:ext uri="{FF2B5EF4-FFF2-40B4-BE49-F238E27FC236}">
                    <a16:creationId xmlns:a16="http://schemas.microsoft.com/office/drawing/2014/main" id="{63FACABA-331B-460F-83F3-EDA820A372BD}"/>
                  </a:ext>
                </a:extLst>
              </p:cNvPr>
              <p:cNvSpPr/>
              <p:nvPr/>
            </p:nvSpPr>
            <p:spPr>
              <a:xfrm flipH="1" flipV="1">
                <a:off x="3370320" y="2747880"/>
                <a:ext cx="88920" cy="5328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439" name="Line 527">
                <a:extLst>
                  <a:ext uri="{FF2B5EF4-FFF2-40B4-BE49-F238E27FC236}">
                    <a16:creationId xmlns:a16="http://schemas.microsoft.com/office/drawing/2014/main" id="{47EE4B19-9D13-4F63-8955-20A6630D4309}"/>
                  </a:ext>
                </a:extLst>
              </p:cNvPr>
              <p:cNvSpPr/>
              <p:nvPr/>
            </p:nvSpPr>
            <p:spPr>
              <a:xfrm flipV="1">
                <a:off x="3268080" y="2747880"/>
                <a:ext cx="51480" cy="108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440" name="Line 528">
                <a:extLst>
                  <a:ext uri="{FF2B5EF4-FFF2-40B4-BE49-F238E27FC236}">
                    <a16:creationId xmlns:a16="http://schemas.microsoft.com/office/drawing/2014/main" id="{C8485467-4DE8-4F28-934B-9FE3CFD474BC}"/>
                  </a:ext>
                </a:extLst>
              </p:cNvPr>
              <p:cNvSpPr/>
              <p:nvPr/>
            </p:nvSpPr>
            <p:spPr>
              <a:xfrm flipH="1" flipV="1">
                <a:off x="3319560" y="2747880"/>
                <a:ext cx="88200" cy="6408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441" name="Line 529">
                <a:extLst>
                  <a:ext uri="{FF2B5EF4-FFF2-40B4-BE49-F238E27FC236}">
                    <a16:creationId xmlns:a16="http://schemas.microsoft.com/office/drawing/2014/main" id="{3D3DA3CE-1BEE-4629-8C0F-1A58A4B05669}"/>
                  </a:ext>
                </a:extLst>
              </p:cNvPr>
              <p:cNvSpPr/>
              <p:nvPr/>
            </p:nvSpPr>
            <p:spPr>
              <a:xfrm flipH="1">
                <a:off x="3319560" y="2747880"/>
                <a:ext cx="50760" cy="72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442" name="Line 530">
                <a:extLst>
                  <a:ext uri="{FF2B5EF4-FFF2-40B4-BE49-F238E27FC236}">
                    <a16:creationId xmlns:a16="http://schemas.microsoft.com/office/drawing/2014/main" id="{01CF1501-E033-4792-A438-C0EDFCD57DEA}"/>
                  </a:ext>
                </a:extLst>
              </p:cNvPr>
              <p:cNvSpPr/>
              <p:nvPr/>
            </p:nvSpPr>
            <p:spPr>
              <a:xfrm flipH="1" flipV="1">
                <a:off x="3421080" y="2747160"/>
                <a:ext cx="88920" cy="4320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443" name="Line 531">
                <a:extLst>
                  <a:ext uri="{FF2B5EF4-FFF2-40B4-BE49-F238E27FC236}">
                    <a16:creationId xmlns:a16="http://schemas.microsoft.com/office/drawing/2014/main" id="{9CD3F1FC-F57F-46CA-8BE7-4CE4F416A624}"/>
                  </a:ext>
                </a:extLst>
              </p:cNvPr>
              <p:cNvSpPr/>
              <p:nvPr/>
            </p:nvSpPr>
            <p:spPr>
              <a:xfrm flipV="1">
                <a:off x="3370320" y="2747160"/>
                <a:ext cx="50760" cy="72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444" name="Line 532">
                <a:extLst>
                  <a:ext uri="{FF2B5EF4-FFF2-40B4-BE49-F238E27FC236}">
                    <a16:creationId xmlns:a16="http://schemas.microsoft.com/office/drawing/2014/main" id="{E2CD20BC-30DC-4F1D-9655-D4DCE73AD9F7}"/>
                  </a:ext>
                </a:extLst>
              </p:cNvPr>
              <p:cNvSpPr/>
              <p:nvPr/>
            </p:nvSpPr>
            <p:spPr>
              <a:xfrm flipV="1">
                <a:off x="1585440" y="2747160"/>
                <a:ext cx="88920" cy="2808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445" name="Line 533">
                <a:extLst>
                  <a:ext uri="{FF2B5EF4-FFF2-40B4-BE49-F238E27FC236}">
                    <a16:creationId xmlns:a16="http://schemas.microsoft.com/office/drawing/2014/main" id="{2081B6E5-11B3-4127-A2A4-10F98E236F2D}"/>
                  </a:ext>
                </a:extLst>
              </p:cNvPr>
              <p:cNvSpPr/>
              <p:nvPr/>
            </p:nvSpPr>
            <p:spPr>
              <a:xfrm flipV="1">
                <a:off x="1623600" y="2747160"/>
                <a:ext cx="50760" cy="5904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446" name="Line 534">
                <a:extLst>
                  <a:ext uri="{FF2B5EF4-FFF2-40B4-BE49-F238E27FC236}">
                    <a16:creationId xmlns:a16="http://schemas.microsoft.com/office/drawing/2014/main" id="{6654AEAA-138E-4FF9-9014-7C31D4F96FFF}"/>
                  </a:ext>
                </a:extLst>
              </p:cNvPr>
              <p:cNvSpPr/>
              <p:nvPr/>
            </p:nvSpPr>
            <p:spPr>
              <a:xfrm flipH="1" flipV="1">
                <a:off x="4029120" y="2742840"/>
                <a:ext cx="87840" cy="1836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447" name="Line 535">
                <a:extLst>
                  <a:ext uri="{FF2B5EF4-FFF2-40B4-BE49-F238E27FC236}">
                    <a16:creationId xmlns:a16="http://schemas.microsoft.com/office/drawing/2014/main" id="{193AF21A-2386-4008-AD5F-7A861C5A784A}"/>
                  </a:ext>
                </a:extLst>
              </p:cNvPr>
              <p:cNvSpPr/>
              <p:nvPr/>
            </p:nvSpPr>
            <p:spPr>
              <a:xfrm flipV="1">
                <a:off x="3978360" y="2742840"/>
                <a:ext cx="50760" cy="2916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448" name="Line 536">
                <a:extLst>
                  <a:ext uri="{FF2B5EF4-FFF2-40B4-BE49-F238E27FC236}">
                    <a16:creationId xmlns:a16="http://schemas.microsoft.com/office/drawing/2014/main" id="{A17EBE29-DDEE-47F3-BE06-9A9C07DC49FC}"/>
                  </a:ext>
                </a:extLst>
              </p:cNvPr>
              <p:cNvSpPr/>
              <p:nvPr/>
            </p:nvSpPr>
            <p:spPr>
              <a:xfrm flipV="1">
                <a:off x="1711080" y="2740320"/>
                <a:ext cx="88920" cy="3672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449" name="Line 537">
                <a:extLst>
                  <a:ext uri="{FF2B5EF4-FFF2-40B4-BE49-F238E27FC236}">
                    <a16:creationId xmlns:a16="http://schemas.microsoft.com/office/drawing/2014/main" id="{5F3FE11B-7DAC-4EC0-AD0B-1E45CE7D4C50}"/>
                  </a:ext>
                </a:extLst>
              </p:cNvPr>
              <p:cNvSpPr/>
              <p:nvPr/>
            </p:nvSpPr>
            <p:spPr>
              <a:xfrm flipV="1">
                <a:off x="1749240" y="2740320"/>
                <a:ext cx="50760" cy="8424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450" name="Line 538">
                <a:extLst>
                  <a:ext uri="{FF2B5EF4-FFF2-40B4-BE49-F238E27FC236}">
                    <a16:creationId xmlns:a16="http://schemas.microsoft.com/office/drawing/2014/main" id="{D5FCE81E-C08B-4C4E-BCBB-BFC0167F2150}"/>
                  </a:ext>
                </a:extLst>
              </p:cNvPr>
              <p:cNvSpPr/>
              <p:nvPr/>
            </p:nvSpPr>
            <p:spPr>
              <a:xfrm flipV="1">
                <a:off x="3421080" y="2740320"/>
                <a:ext cx="50760" cy="684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451" name="Line 539">
                <a:extLst>
                  <a:ext uri="{FF2B5EF4-FFF2-40B4-BE49-F238E27FC236}">
                    <a16:creationId xmlns:a16="http://schemas.microsoft.com/office/drawing/2014/main" id="{002FD4D8-3904-4C59-BEEA-0A3630D61F73}"/>
                  </a:ext>
                </a:extLst>
              </p:cNvPr>
              <p:cNvSpPr/>
              <p:nvPr/>
            </p:nvSpPr>
            <p:spPr>
              <a:xfrm flipH="1" flipV="1">
                <a:off x="3471840" y="2740320"/>
                <a:ext cx="88920" cy="3600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452" name="Line 540">
                <a:extLst>
                  <a:ext uri="{FF2B5EF4-FFF2-40B4-BE49-F238E27FC236}">
                    <a16:creationId xmlns:a16="http://schemas.microsoft.com/office/drawing/2014/main" id="{BDB9A029-0699-40AF-BBCE-837A044D89AD}"/>
                  </a:ext>
                </a:extLst>
              </p:cNvPr>
              <p:cNvSpPr/>
              <p:nvPr/>
            </p:nvSpPr>
            <p:spPr>
              <a:xfrm flipH="1" flipV="1">
                <a:off x="2785320" y="2737080"/>
                <a:ext cx="88920" cy="10152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453" name="Line 541">
                <a:extLst>
                  <a:ext uri="{FF2B5EF4-FFF2-40B4-BE49-F238E27FC236}">
                    <a16:creationId xmlns:a16="http://schemas.microsoft.com/office/drawing/2014/main" id="{AB4136C4-DD0B-47D4-ADC2-A0508B5B78D5}"/>
                  </a:ext>
                </a:extLst>
              </p:cNvPr>
              <p:cNvSpPr/>
              <p:nvPr/>
            </p:nvSpPr>
            <p:spPr>
              <a:xfrm flipV="1">
                <a:off x="2734560" y="2737080"/>
                <a:ext cx="50760" cy="8676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454" name="Line 542">
                <a:extLst>
                  <a:ext uri="{FF2B5EF4-FFF2-40B4-BE49-F238E27FC236}">
                    <a16:creationId xmlns:a16="http://schemas.microsoft.com/office/drawing/2014/main" id="{977724F9-6C89-492D-BDBE-A8E0BBF9C159}"/>
                  </a:ext>
                </a:extLst>
              </p:cNvPr>
              <p:cNvSpPr/>
              <p:nvPr/>
            </p:nvSpPr>
            <p:spPr>
              <a:xfrm flipV="1">
                <a:off x="3611520" y="2737080"/>
                <a:ext cx="50760" cy="2088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455" name="Line 543">
                <a:extLst>
                  <a:ext uri="{FF2B5EF4-FFF2-40B4-BE49-F238E27FC236}">
                    <a16:creationId xmlns:a16="http://schemas.microsoft.com/office/drawing/2014/main" id="{8CB03861-0D72-4E5A-A4BE-9B321177FF5D}"/>
                  </a:ext>
                </a:extLst>
              </p:cNvPr>
              <p:cNvSpPr/>
              <p:nvPr/>
            </p:nvSpPr>
            <p:spPr>
              <a:xfrm flipH="1" flipV="1">
                <a:off x="3662280" y="2737080"/>
                <a:ext cx="87480" cy="2268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456" name="Line 544">
                <a:extLst>
                  <a:ext uri="{FF2B5EF4-FFF2-40B4-BE49-F238E27FC236}">
                    <a16:creationId xmlns:a16="http://schemas.microsoft.com/office/drawing/2014/main" id="{2B3C8DD6-3084-41EB-A3C5-666605B8BCBC}"/>
                  </a:ext>
                </a:extLst>
              </p:cNvPr>
              <p:cNvSpPr/>
              <p:nvPr/>
            </p:nvSpPr>
            <p:spPr>
              <a:xfrm flipV="1">
                <a:off x="3749760" y="2733840"/>
                <a:ext cx="50760" cy="2592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457" name="Line 545">
                <a:extLst>
                  <a:ext uri="{FF2B5EF4-FFF2-40B4-BE49-F238E27FC236}">
                    <a16:creationId xmlns:a16="http://schemas.microsoft.com/office/drawing/2014/main" id="{907211E5-CD4F-429D-B123-59F146D2B1D3}"/>
                  </a:ext>
                </a:extLst>
              </p:cNvPr>
              <p:cNvSpPr/>
              <p:nvPr/>
            </p:nvSpPr>
            <p:spPr>
              <a:xfrm flipH="1" flipV="1">
                <a:off x="3800520" y="2733840"/>
                <a:ext cx="88920" cy="1980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458" name="Line 546">
                <a:extLst>
                  <a:ext uri="{FF2B5EF4-FFF2-40B4-BE49-F238E27FC236}">
                    <a16:creationId xmlns:a16="http://schemas.microsoft.com/office/drawing/2014/main" id="{3AF7B46D-8789-42B2-B292-58843D9AA13A}"/>
                  </a:ext>
                </a:extLst>
              </p:cNvPr>
              <p:cNvSpPr/>
              <p:nvPr/>
            </p:nvSpPr>
            <p:spPr>
              <a:xfrm flipH="1" flipV="1">
                <a:off x="2647080" y="2732040"/>
                <a:ext cx="87480" cy="9180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459" name="Line 547">
                <a:extLst>
                  <a:ext uri="{FF2B5EF4-FFF2-40B4-BE49-F238E27FC236}">
                    <a16:creationId xmlns:a16="http://schemas.microsoft.com/office/drawing/2014/main" id="{B834CA13-9DE8-4526-BD73-3137567EA45C}"/>
                  </a:ext>
                </a:extLst>
              </p:cNvPr>
              <p:cNvSpPr/>
              <p:nvPr/>
            </p:nvSpPr>
            <p:spPr>
              <a:xfrm flipV="1">
                <a:off x="2595600" y="2732040"/>
                <a:ext cx="51480" cy="10476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460" name="Line 548">
                <a:extLst>
                  <a:ext uri="{FF2B5EF4-FFF2-40B4-BE49-F238E27FC236}">
                    <a16:creationId xmlns:a16="http://schemas.microsoft.com/office/drawing/2014/main" id="{0F164A3C-046C-4FE0-A1D3-1B94A382CA93}"/>
                  </a:ext>
                </a:extLst>
              </p:cNvPr>
              <p:cNvSpPr/>
              <p:nvPr/>
            </p:nvSpPr>
            <p:spPr>
              <a:xfrm flipV="1">
                <a:off x="4116960" y="2730600"/>
                <a:ext cx="51480" cy="3060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461" name="Line 549">
                <a:extLst>
                  <a:ext uri="{FF2B5EF4-FFF2-40B4-BE49-F238E27FC236}">
                    <a16:creationId xmlns:a16="http://schemas.microsoft.com/office/drawing/2014/main" id="{2A9FFCCF-1C45-4DF6-8222-28B13A2151E6}"/>
                  </a:ext>
                </a:extLst>
              </p:cNvPr>
              <p:cNvSpPr/>
              <p:nvPr/>
            </p:nvSpPr>
            <p:spPr>
              <a:xfrm flipV="1">
                <a:off x="3471840" y="2728800"/>
                <a:ext cx="50760" cy="1152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462" name="Line 550">
                <a:extLst>
                  <a:ext uri="{FF2B5EF4-FFF2-40B4-BE49-F238E27FC236}">
                    <a16:creationId xmlns:a16="http://schemas.microsoft.com/office/drawing/2014/main" id="{BC667787-0633-42C3-9585-9CEAFF3C9393}"/>
                  </a:ext>
                </a:extLst>
              </p:cNvPr>
              <p:cNvSpPr/>
              <p:nvPr/>
            </p:nvSpPr>
            <p:spPr>
              <a:xfrm flipH="1" flipV="1">
                <a:off x="3522600" y="2728800"/>
                <a:ext cx="88920" cy="2916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463" name="Line 551">
                <a:extLst>
                  <a:ext uri="{FF2B5EF4-FFF2-40B4-BE49-F238E27FC236}">
                    <a16:creationId xmlns:a16="http://schemas.microsoft.com/office/drawing/2014/main" id="{7034B6C0-31B6-4A6D-84CD-99A1D59C16F7}"/>
                  </a:ext>
                </a:extLst>
              </p:cNvPr>
              <p:cNvSpPr/>
              <p:nvPr/>
            </p:nvSpPr>
            <p:spPr>
              <a:xfrm flipV="1">
                <a:off x="1371600" y="2728800"/>
                <a:ext cx="50760" cy="3240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464" name="Line 552">
                <a:extLst>
                  <a:ext uri="{FF2B5EF4-FFF2-40B4-BE49-F238E27FC236}">
                    <a16:creationId xmlns:a16="http://schemas.microsoft.com/office/drawing/2014/main" id="{D90165C8-384F-4A6D-AF52-02378B0F2FFA}"/>
                  </a:ext>
                </a:extLst>
              </p:cNvPr>
              <p:cNvSpPr/>
              <p:nvPr/>
            </p:nvSpPr>
            <p:spPr>
              <a:xfrm flipV="1">
                <a:off x="1585440" y="2726280"/>
                <a:ext cx="51480" cy="4896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465" name="Line 553">
                <a:extLst>
                  <a:ext uri="{FF2B5EF4-FFF2-40B4-BE49-F238E27FC236}">
                    <a16:creationId xmlns:a16="http://schemas.microsoft.com/office/drawing/2014/main" id="{588E2D24-2958-466F-B1E7-A82184DECC7E}"/>
                  </a:ext>
                </a:extLst>
              </p:cNvPr>
              <p:cNvSpPr/>
              <p:nvPr/>
            </p:nvSpPr>
            <p:spPr>
              <a:xfrm flipV="1">
                <a:off x="1548000" y="2726280"/>
                <a:ext cx="88920" cy="2412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466" name="Line 554">
                <a:extLst>
                  <a:ext uri="{FF2B5EF4-FFF2-40B4-BE49-F238E27FC236}">
                    <a16:creationId xmlns:a16="http://schemas.microsoft.com/office/drawing/2014/main" id="{0E453881-FFCF-4958-8FEE-5104D60E7253}"/>
                  </a:ext>
                </a:extLst>
              </p:cNvPr>
              <p:cNvSpPr/>
              <p:nvPr/>
            </p:nvSpPr>
            <p:spPr>
              <a:xfrm flipV="1">
                <a:off x="1460520" y="2724840"/>
                <a:ext cx="50760" cy="3636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467" name="Line 555">
                <a:extLst>
                  <a:ext uri="{FF2B5EF4-FFF2-40B4-BE49-F238E27FC236}">
                    <a16:creationId xmlns:a16="http://schemas.microsoft.com/office/drawing/2014/main" id="{18D3316B-D6D6-437E-B152-61445093CD11}"/>
                  </a:ext>
                </a:extLst>
              </p:cNvPr>
              <p:cNvSpPr/>
              <p:nvPr/>
            </p:nvSpPr>
            <p:spPr>
              <a:xfrm flipV="1">
                <a:off x="1422360" y="2724840"/>
                <a:ext cx="88920" cy="396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468" name="Line 556">
                <a:extLst>
                  <a:ext uri="{FF2B5EF4-FFF2-40B4-BE49-F238E27FC236}">
                    <a16:creationId xmlns:a16="http://schemas.microsoft.com/office/drawing/2014/main" id="{C4126598-1A91-4C1F-BADE-6964FF98E62E}"/>
                  </a:ext>
                </a:extLst>
              </p:cNvPr>
              <p:cNvSpPr/>
              <p:nvPr/>
            </p:nvSpPr>
            <p:spPr>
              <a:xfrm flipV="1">
                <a:off x="3889440" y="2724840"/>
                <a:ext cx="50760" cy="2880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469" name="Line 557">
                <a:extLst>
                  <a:ext uri="{FF2B5EF4-FFF2-40B4-BE49-F238E27FC236}">
                    <a16:creationId xmlns:a16="http://schemas.microsoft.com/office/drawing/2014/main" id="{129D6579-67DF-42FC-BBC8-6238CE6D5D5C}"/>
                  </a:ext>
                </a:extLst>
              </p:cNvPr>
              <p:cNvSpPr/>
              <p:nvPr/>
            </p:nvSpPr>
            <p:spPr>
              <a:xfrm flipH="1" flipV="1">
                <a:off x="3940200" y="2724840"/>
                <a:ext cx="88920" cy="1800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470" name="Line 558">
                <a:extLst>
                  <a:ext uri="{FF2B5EF4-FFF2-40B4-BE49-F238E27FC236}">
                    <a16:creationId xmlns:a16="http://schemas.microsoft.com/office/drawing/2014/main" id="{D473E89C-F5F0-42AD-8E96-CB1EBF6B9F04}"/>
                  </a:ext>
                </a:extLst>
              </p:cNvPr>
              <p:cNvSpPr/>
              <p:nvPr/>
            </p:nvSpPr>
            <p:spPr>
              <a:xfrm flipV="1">
                <a:off x="1282680" y="2723040"/>
                <a:ext cx="52200" cy="3096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471" name="Line 559">
                <a:extLst>
                  <a:ext uri="{FF2B5EF4-FFF2-40B4-BE49-F238E27FC236}">
                    <a16:creationId xmlns:a16="http://schemas.microsoft.com/office/drawing/2014/main" id="{42C5E7CE-A950-4A0A-A5B8-30AC9DABEB93}"/>
                  </a:ext>
                </a:extLst>
              </p:cNvPr>
              <p:cNvSpPr/>
              <p:nvPr/>
            </p:nvSpPr>
            <p:spPr>
              <a:xfrm flipH="1" flipV="1">
                <a:off x="1334880" y="2723040"/>
                <a:ext cx="87480" cy="576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472" name="Line 560">
                <a:extLst>
                  <a:ext uri="{FF2B5EF4-FFF2-40B4-BE49-F238E27FC236}">
                    <a16:creationId xmlns:a16="http://schemas.microsoft.com/office/drawing/2014/main" id="{42BC634D-75E6-4377-B581-43D019A72EAE}"/>
                  </a:ext>
                </a:extLst>
              </p:cNvPr>
              <p:cNvSpPr/>
              <p:nvPr/>
            </p:nvSpPr>
            <p:spPr>
              <a:xfrm flipV="1">
                <a:off x="2925000" y="2721240"/>
                <a:ext cx="50760" cy="5256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473" name="Line 561">
                <a:extLst>
                  <a:ext uri="{FF2B5EF4-FFF2-40B4-BE49-F238E27FC236}">
                    <a16:creationId xmlns:a16="http://schemas.microsoft.com/office/drawing/2014/main" id="{EDFA9FB3-047C-4809-BA10-79FA4B596637}"/>
                  </a:ext>
                </a:extLst>
              </p:cNvPr>
              <p:cNvSpPr/>
              <p:nvPr/>
            </p:nvSpPr>
            <p:spPr>
              <a:xfrm flipH="1" flipV="1">
                <a:off x="2975760" y="2721240"/>
                <a:ext cx="88920" cy="10584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474" name="Line 562">
                <a:extLst>
                  <a:ext uri="{FF2B5EF4-FFF2-40B4-BE49-F238E27FC236}">
                    <a16:creationId xmlns:a16="http://schemas.microsoft.com/office/drawing/2014/main" id="{110EA3B5-B1FF-4853-B33B-CBBAC02A547C}"/>
                  </a:ext>
                </a:extLst>
              </p:cNvPr>
              <p:cNvSpPr/>
              <p:nvPr/>
            </p:nvSpPr>
            <p:spPr>
              <a:xfrm flipH="1" flipV="1">
                <a:off x="4079880" y="2713680"/>
                <a:ext cx="88560" cy="1692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475" name="Line 563">
                <a:extLst>
                  <a:ext uri="{FF2B5EF4-FFF2-40B4-BE49-F238E27FC236}">
                    <a16:creationId xmlns:a16="http://schemas.microsoft.com/office/drawing/2014/main" id="{52D6E614-EC6E-4AF2-9025-56A50BDF9E88}"/>
                  </a:ext>
                </a:extLst>
              </p:cNvPr>
              <p:cNvSpPr/>
              <p:nvPr/>
            </p:nvSpPr>
            <p:spPr>
              <a:xfrm flipV="1">
                <a:off x="4029120" y="2713680"/>
                <a:ext cx="50760" cy="2916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476" name="Line 564">
                <a:extLst>
                  <a:ext uri="{FF2B5EF4-FFF2-40B4-BE49-F238E27FC236}">
                    <a16:creationId xmlns:a16="http://schemas.microsoft.com/office/drawing/2014/main" id="{9C30E6CA-CDC8-48C3-8E7D-3656E1016270}"/>
                  </a:ext>
                </a:extLst>
              </p:cNvPr>
              <p:cNvSpPr/>
              <p:nvPr/>
            </p:nvSpPr>
            <p:spPr>
              <a:xfrm flipH="1" flipV="1">
                <a:off x="3713040" y="2713680"/>
                <a:ext cx="87480" cy="2016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477" name="Line 565">
                <a:extLst>
                  <a:ext uri="{FF2B5EF4-FFF2-40B4-BE49-F238E27FC236}">
                    <a16:creationId xmlns:a16="http://schemas.microsoft.com/office/drawing/2014/main" id="{BFB78D76-D625-419F-94F1-BCB8FA558D67}"/>
                  </a:ext>
                </a:extLst>
              </p:cNvPr>
              <p:cNvSpPr/>
              <p:nvPr/>
            </p:nvSpPr>
            <p:spPr>
              <a:xfrm flipV="1">
                <a:off x="3662280" y="2713680"/>
                <a:ext cx="50760" cy="2340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478" name="Line 566">
                <a:extLst>
                  <a:ext uri="{FF2B5EF4-FFF2-40B4-BE49-F238E27FC236}">
                    <a16:creationId xmlns:a16="http://schemas.microsoft.com/office/drawing/2014/main" id="{BFF9B25A-2C86-419A-B553-374B90127E90}"/>
                  </a:ext>
                </a:extLst>
              </p:cNvPr>
              <p:cNvSpPr/>
              <p:nvPr/>
            </p:nvSpPr>
            <p:spPr>
              <a:xfrm flipH="1" flipV="1">
                <a:off x="3573360" y="2712240"/>
                <a:ext cx="88920" cy="2484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479" name="Line 567">
                <a:extLst>
                  <a:ext uri="{FF2B5EF4-FFF2-40B4-BE49-F238E27FC236}">
                    <a16:creationId xmlns:a16="http://schemas.microsoft.com/office/drawing/2014/main" id="{2F672C79-0D55-4CDA-AD04-70BF8545946C}"/>
                  </a:ext>
                </a:extLst>
              </p:cNvPr>
              <p:cNvSpPr/>
              <p:nvPr/>
            </p:nvSpPr>
            <p:spPr>
              <a:xfrm flipV="1">
                <a:off x="3522600" y="2712240"/>
                <a:ext cx="50760" cy="1656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480" name="Line 568">
                <a:extLst>
                  <a:ext uri="{FF2B5EF4-FFF2-40B4-BE49-F238E27FC236}">
                    <a16:creationId xmlns:a16="http://schemas.microsoft.com/office/drawing/2014/main" id="{36698566-0D1E-48E0-AB0F-C234A2FF0E46}"/>
                  </a:ext>
                </a:extLst>
              </p:cNvPr>
              <p:cNvSpPr/>
              <p:nvPr/>
            </p:nvSpPr>
            <p:spPr>
              <a:xfrm flipV="1">
                <a:off x="1548000" y="2710440"/>
                <a:ext cx="50760" cy="3996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481" name="Line 569">
                <a:extLst>
                  <a:ext uri="{FF2B5EF4-FFF2-40B4-BE49-F238E27FC236}">
                    <a16:creationId xmlns:a16="http://schemas.microsoft.com/office/drawing/2014/main" id="{013FCC45-AA3C-4C75-8866-72C2BA4BE02B}"/>
                  </a:ext>
                </a:extLst>
              </p:cNvPr>
              <p:cNvSpPr/>
              <p:nvPr/>
            </p:nvSpPr>
            <p:spPr>
              <a:xfrm flipV="1">
                <a:off x="1511280" y="2710440"/>
                <a:ext cx="87480" cy="1440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482" name="Line 570">
                <a:extLst>
                  <a:ext uri="{FF2B5EF4-FFF2-40B4-BE49-F238E27FC236}">
                    <a16:creationId xmlns:a16="http://schemas.microsoft.com/office/drawing/2014/main" id="{7E295179-28FB-4B9C-96EF-6DC86891B02B}"/>
                  </a:ext>
                </a:extLst>
              </p:cNvPr>
              <p:cNvSpPr/>
              <p:nvPr/>
            </p:nvSpPr>
            <p:spPr>
              <a:xfrm flipV="1">
                <a:off x="3800520" y="2706480"/>
                <a:ext cx="51480" cy="2736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483" name="Line 571">
                <a:extLst>
                  <a:ext uri="{FF2B5EF4-FFF2-40B4-BE49-F238E27FC236}">
                    <a16:creationId xmlns:a16="http://schemas.microsoft.com/office/drawing/2014/main" id="{E30AB3C1-A2C6-4B08-B97E-7199C1EB4A30}"/>
                  </a:ext>
                </a:extLst>
              </p:cNvPr>
              <p:cNvSpPr/>
              <p:nvPr/>
            </p:nvSpPr>
            <p:spPr>
              <a:xfrm flipH="1" flipV="1">
                <a:off x="3852000" y="2706480"/>
                <a:ext cx="88200" cy="1836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484" name="Line 572">
                <a:extLst>
                  <a:ext uri="{FF2B5EF4-FFF2-40B4-BE49-F238E27FC236}">
                    <a16:creationId xmlns:a16="http://schemas.microsoft.com/office/drawing/2014/main" id="{325B233A-AD9B-470D-8CBA-AD7880727E66}"/>
                  </a:ext>
                </a:extLst>
              </p:cNvPr>
              <p:cNvSpPr/>
              <p:nvPr/>
            </p:nvSpPr>
            <p:spPr>
              <a:xfrm flipV="1">
                <a:off x="1711080" y="2704680"/>
                <a:ext cx="51120" cy="7236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485" name="Line 573">
                <a:extLst>
                  <a:ext uri="{FF2B5EF4-FFF2-40B4-BE49-F238E27FC236}">
                    <a16:creationId xmlns:a16="http://schemas.microsoft.com/office/drawing/2014/main" id="{36F8AF13-31E5-411E-AF9A-A4769F8251B4}"/>
                  </a:ext>
                </a:extLst>
              </p:cNvPr>
              <p:cNvSpPr/>
              <p:nvPr/>
            </p:nvSpPr>
            <p:spPr>
              <a:xfrm flipV="1">
                <a:off x="1674360" y="2704680"/>
                <a:ext cx="87840" cy="4248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486" name="Line 574">
                <a:extLst>
                  <a:ext uri="{FF2B5EF4-FFF2-40B4-BE49-F238E27FC236}">
                    <a16:creationId xmlns:a16="http://schemas.microsoft.com/office/drawing/2014/main" id="{051FD348-79E7-444B-A699-51643C62F15D}"/>
                  </a:ext>
                </a:extLst>
              </p:cNvPr>
              <p:cNvSpPr/>
              <p:nvPr/>
            </p:nvSpPr>
            <p:spPr>
              <a:xfrm flipH="1" flipV="1">
                <a:off x="3382920" y="2698920"/>
                <a:ext cx="88920" cy="4140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487" name="Line 575">
                <a:extLst>
                  <a:ext uri="{FF2B5EF4-FFF2-40B4-BE49-F238E27FC236}">
                    <a16:creationId xmlns:a16="http://schemas.microsoft.com/office/drawing/2014/main" id="{7AFB327C-B255-4478-8241-D7EA4753B03E}"/>
                  </a:ext>
                </a:extLst>
              </p:cNvPr>
              <p:cNvSpPr/>
              <p:nvPr/>
            </p:nvSpPr>
            <p:spPr>
              <a:xfrm flipV="1">
                <a:off x="1800000" y="2698920"/>
                <a:ext cx="88920" cy="4140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488" name="Line 576">
                <a:extLst>
                  <a:ext uri="{FF2B5EF4-FFF2-40B4-BE49-F238E27FC236}">
                    <a16:creationId xmlns:a16="http://schemas.microsoft.com/office/drawing/2014/main" id="{804E90B3-28F2-4B2E-B5E0-F781579D24BC}"/>
                  </a:ext>
                </a:extLst>
              </p:cNvPr>
              <p:cNvSpPr/>
              <p:nvPr/>
            </p:nvSpPr>
            <p:spPr>
              <a:xfrm flipV="1">
                <a:off x="1838160" y="2698920"/>
                <a:ext cx="50760" cy="9972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489" name="Line 577">
                <a:extLst>
                  <a:ext uri="{FF2B5EF4-FFF2-40B4-BE49-F238E27FC236}">
                    <a16:creationId xmlns:a16="http://schemas.microsoft.com/office/drawing/2014/main" id="{D8BED9A7-767C-4B1C-A5B6-FA435E6B73A3}"/>
                  </a:ext>
                </a:extLst>
              </p:cNvPr>
              <p:cNvSpPr/>
              <p:nvPr/>
            </p:nvSpPr>
            <p:spPr>
              <a:xfrm flipH="1" flipV="1">
                <a:off x="2418480" y="2698200"/>
                <a:ext cx="88920" cy="6480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490" name="Line 578">
                <a:extLst>
                  <a:ext uri="{FF2B5EF4-FFF2-40B4-BE49-F238E27FC236}">
                    <a16:creationId xmlns:a16="http://schemas.microsoft.com/office/drawing/2014/main" id="{8D5C06E4-28B9-467B-AB25-BAFA6CD9CE09}"/>
                  </a:ext>
                </a:extLst>
              </p:cNvPr>
              <p:cNvSpPr/>
              <p:nvPr/>
            </p:nvSpPr>
            <p:spPr>
              <a:xfrm flipV="1">
                <a:off x="2367720" y="2698200"/>
                <a:ext cx="50760" cy="12636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491" name="Line 579">
                <a:extLst>
                  <a:ext uri="{FF2B5EF4-FFF2-40B4-BE49-F238E27FC236}">
                    <a16:creationId xmlns:a16="http://schemas.microsoft.com/office/drawing/2014/main" id="{5E9ED1FA-408B-4DC9-8DEE-E0E1C41BFA50}"/>
                  </a:ext>
                </a:extLst>
              </p:cNvPr>
              <p:cNvSpPr/>
              <p:nvPr/>
            </p:nvSpPr>
            <p:spPr>
              <a:xfrm flipH="1" flipV="1">
                <a:off x="3433680" y="2695680"/>
                <a:ext cx="88920" cy="3312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492" name="Line 580">
                <a:extLst>
                  <a:ext uri="{FF2B5EF4-FFF2-40B4-BE49-F238E27FC236}">
                    <a16:creationId xmlns:a16="http://schemas.microsoft.com/office/drawing/2014/main" id="{9008B5CE-EA29-40B1-82FA-7EB0629A9F53}"/>
                  </a:ext>
                </a:extLst>
              </p:cNvPr>
              <p:cNvSpPr/>
              <p:nvPr/>
            </p:nvSpPr>
            <p:spPr>
              <a:xfrm flipV="1">
                <a:off x="3382920" y="2695680"/>
                <a:ext cx="50760" cy="324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493" name="Line 581">
                <a:extLst>
                  <a:ext uri="{FF2B5EF4-FFF2-40B4-BE49-F238E27FC236}">
                    <a16:creationId xmlns:a16="http://schemas.microsoft.com/office/drawing/2014/main" id="{22D1DB94-7D3B-46BD-A2A4-1816F9429A88}"/>
                  </a:ext>
                </a:extLst>
              </p:cNvPr>
              <p:cNvSpPr/>
              <p:nvPr/>
            </p:nvSpPr>
            <p:spPr>
              <a:xfrm flipV="1">
                <a:off x="1422360" y="2695680"/>
                <a:ext cx="50760" cy="3312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494" name="Line 582">
                <a:extLst>
                  <a:ext uri="{FF2B5EF4-FFF2-40B4-BE49-F238E27FC236}">
                    <a16:creationId xmlns:a16="http://schemas.microsoft.com/office/drawing/2014/main" id="{9E8D4CFA-08FF-42C5-89BD-B00D96E8D3EB}"/>
                  </a:ext>
                </a:extLst>
              </p:cNvPr>
              <p:cNvSpPr/>
              <p:nvPr/>
            </p:nvSpPr>
            <p:spPr>
              <a:xfrm flipV="1">
                <a:off x="3940200" y="2695680"/>
                <a:ext cx="51480" cy="2916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495" name="Line 583">
                <a:extLst>
                  <a:ext uri="{FF2B5EF4-FFF2-40B4-BE49-F238E27FC236}">
                    <a16:creationId xmlns:a16="http://schemas.microsoft.com/office/drawing/2014/main" id="{FC8E174F-59F3-4B57-8380-CDEB2E15B202}"/>
                  </a:ext>
                </a:extLst>
              </p:cNvPr>
              <p:cNvSpPr/>
              <p:nvPr/>
            </p:nvSpPr>
            <p:spPr>
              <a:xfrm flipH="1" flipV="1">
                <a:off x="3991680" y="2695680"/>
                <a:ext cx="88200" cy="1800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496" name="Line 584">
                <a:extLst>
                  <a:ext uri="{FF2B5EF4-FFF2-40B4-BE49-F238E27FC236}">
                    <a16:creationId xmlns:a16="http://schemas.microsoft.com/office/drawing/2014/main" id="{4640ECD9-3FD5-4B71-8D42-B662C30061CF}"/>
                  </a:ext>
                </a:extLst>
              </p:cNvPr>
              <p:cNvSpPr/>
              <p:nvPr/>
            </p:nvSpPr>
            <p:spPr>
              <a:xfrm flipH="1" flipV="1">
                <a:off x="3332160" y="2695680"/>
                <a:ext cx="88920" cy="5148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497" name="Line 585">
                <a:extLst>
                  <a:ext uri="{FF2B5EF4-FFF2-40B4-BE49-F238E27FC236}">
                    <a16:creationId xmlns:a16="http://schemas.microsoft.com/office/drawing/2014/main" id="{7B9A20F0-1B10-4B2E-A60D-FFE0B68E802D}"/>
                  </a:ext>
                </a:extLst>
              </p:cNvPr>
              <p:cNvSpPr/>
              <p:nvPr/>
            </p:nvSpPr>
            <p:spPr>
              <a:xfrm flipH="1" flipV="1">
                <a:off x="3332160" y="2695680"/>
                <a:ext cx="50760" cy="324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498" name="Line 586">
                <a:extLst>
                  <a:ext uri="{FF2B5EF4-FFF2-40B4-BE49-F238E27FC236}">
                    <a16:creationId xmlns:a16="http://schemas.microsoft.com/office/drawing/2014/main" id="{56588775-4964-412D-B0AE-072775D5C874}"/>
                  </a:ext>
                </a:extLst>
              </p:cNvPr>
              <p:cNvSpPr/>
              <p:nvPr/>
            </p:nvSpPr>
            <p:spPr>
              <a:xfrm flipV="1">
                <a:off x="1334880" y="2692080"/>
                <a:ext cx="50760" cy="3096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499" name="Line 587">
                <a:extLst>
                  <a:ext uri="{FF2B5EF4-FFF2-40B4-BE49-F238E27FC236}">
                    <a16:creationId xmlns:a16="http://schemas.microsoft.com/office/drawing/2014/main" id="{D97C7BF8-67E5-450D-8CE6-66AAE7A9CAA4}"/>
                  </a:ext>
                </a:extLst>
              </p:cNvPr>
              <p:cNvSpPr/>
              <p:nvPr/>
            </p:nvSpPr>
            <p:spPr>
              <a:xfrm flipH="1" flipV="1">
                <a:off x="1385640" y="2692080"/>
                <a:ext cx="87480" cy="360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500" name="Line 588">
                <a:extLst>
                  <a:ext uri="{FF2B5EF4-FFF2-40B4-BE49-F238E27FC236}">
                    <a16:creationId xmlns:a16="http://schemas.microsoft.com/office/drawing/2014/main" id="{CC606C35-5040-4E54-A73B-8FC072842427}"/>
                  </a:ext>
                </a:extLst>
              </p:cNvPr>
              <p:cNvSpPr/>
              <p:nvPr/>
            </p:nvSpPr>
            <p:spPr>
              <a:xfrm flipH="1" flipV="1">
                <a:off x="3624120" y="2692080"/>
                <a:ext cx="88920" cy="2160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501" name="Line 589">
                <a:extLst>
                  <a:ext uri="{FF2B5EF4-FFF2-40B4-BE49-F238E27FC236}">
                    <a16:creationId xmlns:a16="http://schemas.microsoft.com/office/drawing/2014/main" id="{30582500-74CE-49E4-8910-F9C82E931890}"/>
                  </a:ext>
                </a:extLst>
              </p:cNvPr>
              <p:cNvSpPr/>
              <p:nvPr/>
            </p:nvSpPr>
            <p:spPr>
              <a:xfrm flipV="1">
                <a:off x="3573360" y="2692080"/>
                <a:ext cx="50760" cy="2016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502" name="Line 590">
                <a:extLst>
                  <a:ext uri="{FF2B5EF4-FFF2-40B4-BE49-F238E27FC236}">
                    <a16:creationId xmlns:a16="http://schemas.microsoft.com/office/drawing/2014/main" id="{9A746AAA-5B0A-4970-A37F-6211705E2AA6}"/>
                  </a:ext>
                </a:extLst>
              </p:cNvPr>
              <p:cNvSpPr/>
              <p:nvPr/>
            </p:nvSpPr>
            <p:spPr>
              <a:xfrm flipV="1">
                <a:off x="1473120" y="2690640"/>
                <a:ext cx="88920" cy="504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503" name="Line 591">
                <a:extLst>
                  <a:ext uri="{FF2B5EF4-FFF2-40B4-BE49-F238E27FC236}">
                    <a16:creationId xmlns:a16="http://schemas.microsoft.com/office/drawing/2014/main" id="{1B6F5DCC-64B9-4C36-97AE-AECAC5540B95}"/>
                  </a:ext>
                </a:extLst>
              </p:cNvPr>
              <p:cNvSpPr/>
              <p:nvPr/>
            </p:nvSpPr>
            <p:spPr>
              <a:xfrm flipV="1">
                <a:off x="1511280" y="2690640"/>
                <a:ext cx="50760" cy="3420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504" name="Line 592">
                <a:extLst>
                  <a:ext uri="{FF2B5EF4-FFF2-40B4-BE49-F238E27FC236}">
                    <a16:creationId xmlns:a16="http://schemas.microsoft.com/office/drawing/2014/main" id="{F7BF8F58-A094-4313-B084-00A767F27751}"/>
                  </a:ext>
                </a:extLst>
              </p:cNvPr>
              <p:cNvSpPr/>
              <p:nvPr/>
            </p:nvSpPr>
            <p:spPr>
              <a:xfrm flipV="1">
                <a:off x="1636920" y="2687400"/>
                <a:ext cx="88200" cy="3888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505" name="Line 593">
                <a:extLst>
                  <a:ext uri="{FF2B5EF4-FFF2-40B4-BE49-F238E27FC236}">
                    <a16:creationId xmlns:a16="http://schemas.microsoft.com/office/drawing/2014/main" id="{FF5CB03A-B00F-4EB6-A4EB-39D1E99BEB4A}"/>
                  </a:ext>
                </a:extLst>
              </p:cNvPr>
              <p:cNvSpPr/>
              <p:nvPr/>
            </p:nvSpPr>
            <p:spPr>
              <a:xfrm flipV="1">
                <a:off x="1674360" y="2687400"/>
                <a:ext cx="50760" cy="5976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506" name="Line 594">
                <a:extLst>
                  <a:ext uri="{FF2B5EF4-FFF2-40B4-BE49-F238E27FC236}">
                    <a16:creationId xmlns:a16="http://schemas.microsoft.com/office/drawing/2014/main" id="{1E5F0969-A7EF-44A7-8DD6-149ED85D6FFD}"/>
                  </a:ext>
                </a:extLst>
              </p:cNvPr>
              <p:cNvSpPr/>
              <p:nvPr/>
            </p:nvSpPr>
            <p:spPr>
              <a:xfrm flipV="1">
                <a:off x="3713040" y="2687400"/>
                <a:ext cx="50760" cy="2628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507" name="Line 595">
                <a:extLst>
                  <a:ext uri="{FF2B5EF4-FFF2-40B4-BE49-F238E27FC236}">
                    <a16:creationId xmlns:a16="http://schemas.microsoft.com/office/drawing/2014/main" id="{CC850F47-E666-4990-AA01-CF9393573873}"/>
                  </a:ext>
                </a:extLst>
              </p:cNvPr>
              <p:cNvSpPr/>
              <p:nvPr/>
            </p:nvSpPr>
            <p:spPr>
              <a:xfrm flipH="1" flipV="1">
                <a:off x="3763800" y="2687400"/>
                <a:ext cx="88200" cy="1908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508" name="Line 596">
                <a:extLst>
                  <a:ext uri="{FF2B5EF4-FFF2-40B4-BE49-F238E27FC236}">
                    <a16:creationId xmlns:a16="http://schemas.microsoft.com/office/drawing/2014/main" id="{3C0BDE9D-BFE9-4568-97AC-773B966B6CA4}"/>
                  </a:ext>
                </a:extLst>
              </p:cNvPr>
              <p:cNvSpPr/>
              <p:nvPr/>
            </p:nvSpPr>
            <p:spPr>
              <a:xfrm flipH="1" flipV="1">
                <a:off x="3485160" y="2684880"/>
                <a:ext cx="88200" cy="2736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509" name="Line 597">
                <a:extLst>
                  <a:ext uri="{FF2B5EF4-FFF2-40B4-BE49-F238E27FC236}">
                    <a16:creationId xmlns:a16="http://schemas.microsoft.com/office/drawing/2014/main" id="{FA6B1ADA-06C7-4381-9982-1CEC3E647D99}"/>
                  </a:ext>
                </a:extLst>
              </p:cNvPr>
              <p:cNvSpPr/>
              <p:nvPr/>
            </p:nvSpPr>
            <p:spPr>
              <a:xfrm flipV="1">
                <a:off x="3433680" y="2684880"/>
                <a:ext cx="51480" cy="1080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510" name="Line 598">
                <a:extLst>
                  <a:ext uri="{FF2B5EF4-FFF2-40B4-BE49-F238E27FC236}">
                    <a16:creationId xmlns:a16="http://schemas.microsoft.com/office/drawing/2014/main" id="{4880251E-4A2C-4B65-8C12-E1BB2B680F85}"/>
                  </a:ext>
                </a:extLst>
              </p:cNvPr>
              <p:cNvSpPr/>
              <p:nvPr/>
            </p:nvSpPr>
            <p:spPr>
              <a:xfrm flipH="1" flipV="1">
                <a:off x="3281400" y="2684880"/>
                <a:ext cx="88920" cy="6300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511" name="Line 599">
                <a:extLst>
                  <a:ext uri="{FF2B5EF4-FFF2-40B4-BE49-F238E27FC236}">
                    <a16:creationId xmlns:a16="http://schemas.microsoft.com/office/drawing/2014/main" id="{9DFB0363-598C-4CE9-8EAE-240577ABB3F4}"/>
                  </a:ext>
                </a:extLst>
              </p:cNvPr>
              <p:cNvSpPr/>
              <p:nvPr/>
            </p:nvSpPr>
            <p:spPr>
              <a:xfrm flipH="1" flipV="1">
                <a:off x="3281400" y="2684880"/>
                <a:ext cx="50760" cy="1080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512" name="Line 600">
                <a:extLst>
                  <a:ext uri="{FF2B5EF4-FFF2-40B4-BE49-F238E27FC236}">
                    <a16:creationId xmlns:a16="http://schemas.microsoft.com/office/drawing/2014/main" id="{D5315223-AFE8-430B-86B2-54B3B4EC4E57}"/>
                  </a:ext>
                </a:extLst>
              </p:cNvPr>
              <p:cNvSpPr/>
              <p:nvPr/>
            </p:nvSpPr>
            <p:spPr>
              <a:xfrm flipH="1" flipV="1">
                <a:off x="3026880" y="2683080"/>
                <a:ext cx="88560" cy="10800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513" name="Line 601">
                <a:extLst>
                  <a:ext uri="{FF2B5EF4-FFF2-40B4-BE49-F238E27FC236}">
                    <a16:creationId xmlns:a16="http://schemas.microsoft.com/office/drawing/2014/main" id="{0A5044BC-BC77-47BC-9988-6BCA3D180B6F}"/>
                  </a:ext>
                </a:extLst>
              </p:cNvPr>
              <p:cNvSpPr/>
              <p:nvPr/>
            </p:nvSpPr>
            <p:spPr>
              <a:xfrm flipV="1">
                <a:off x="2975760" y="2683080"/>
                <a:ext cx="51120" cy="3816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514" name="Line 602">
                <a:extLst>
                  <a:ext uri="{FF2B5EF4-FFF2-40B4-BE49-F238E27FC236}">
                    <a16:creationId xmlns:a16="http://schemas.microsoft.com/office/drawing/2014/main" id="{56229195-9C70-462E-BFF5-BF4A98DE2F94}"/>
                  </a:ext>
                </a:extLst>
              </p:cNvPr>
              <p:cNvSpPr/>
              <p:nvPr/>
            </p:nvSpPr>
            <p:spPr>
              <a:xfrm flipV="1">
                <a:off x="1636920" y="2681280"/>
                <a:ext cx="50760" cy="4500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515" name="Line 603">
                <a:extLst>
                  <a:ext uri="{FF2B5EF4-FFF2-40B4-BE49-F238E27FC236}">
                    <a16:creationId xmlns:a16="http://schemas.microsoft.com/office/drawing/2014/main" id="{1ED798C1-C727-4E26-81F1-CB57A35900BC}"/>
                  </a:ext>
                </a:extLst>
              </p:cNvPr>
              <p:cNvSpPr/>
              <p:nvPr/>
            </p:nvSpPr>
            <p:spPr>
              <a:xfrm flipV="1">
                <a:off x="1598760" y="2681280"/>
                <a:ext cx="88920" cy="2916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516" name="Line 604">
                <a:extLst>
                  <a:ext uri="{FF2B5EF4-FFF2-40B4-BE49-F238E27FC236}">
                    <a16:creationId xmlns:a16="http://schemas.microsoft.com/office/drawing/2014/main" id="{3F849BBB-FD93-4AA7-853B-BF7E4619FED7}"/>
                  </a:ext>
                </a:extLst>
              </p:cNvPr>
              <p:cNvSpPr/>
              <p:nvPr/>
            </p:nvSpPr>
            <p:spPr>
              <a:xfrm flipH="1" flipV="1">
                <a:off x="3903480" y="2677320"/>
                <a:ext cx="88200" cy="1836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517" name="Line 605">
                <a:extLst>
                  <a:ext uri="{FF2B5EF4-FFF2-40B4-BE49-F238E27FC236}">
                    <a16:creationId xmlns:a16="http://schemas.microsoft.com/office/drawing/2014/main" id="{E92AF461-44FF-4352-B7AF-EFFDAD2DEB19}"/>
                  </a:ext>
                </a:extLst>
              </p:cNvPr>
              <p:cNvSpPr/>
              <p:nvPr/>
            </p:nvSpPr>
            <p:spPr>
              <a:xfrm flipV="1">
                <a:off x="3852000" y="2677320"/>
                <a:ext cx="51480" cy="29160"/>
              </a:xfrm>
              <a:prstGeom prst="line">
                <a:avLst/>
              </a:prstGeom>
              <a:ln>
                <a:solidFill>
                  <a:srgbClr val="000000"/>
                </a:solidFill>
              </a:ln>
            </p:spPr>
            <p:style>
              <a:lnRef idx="0">
                <a:scrgbClr r="0" g="0" b="0"/>
              </a:lnRef>
              <a:fillRef idx="0">
                <a:scrgbClr r="0" g="0" b="0"/>
              </a:fillRef>
              <a:effectRef idx="0">
                <a:scrgbClr r="0" g="0" b="0"/>
              </a:effectRef>
              <a:fontRef idx="minor"/>
            </p:style>
          </p:sp>
        </p:grpSp>
        <p:grpSp>
          <p:nvGrpSpPr>
            <p:cNvPr id="7" name="Group 606">
              <a:extLst>
                <a:ext uri="{FF2B5EF4-FFF2-40B4-BE49-F238E27FC236}">
                  <a16:creationId xmlns:a16="http://schemas.microsoft.com/office/drawing/2014/main" id="{58A32BAF-7788-4392-898B-EE88AC4A3AE9}"/>
                </a:ext>
              </a:extLst>
            </p:cNvPr>
            <p:cNvGrpSpPr/>
            <p:nvPr/>
          </p:nvGrpSpPr>
          <p:grpSpPr>
            <a:xfrm>
              <a:off x="1385640" y="2450160"/>
              <a:ext cx="2517840" cy="333360"/>
              <a:chOff x="1385640" y="2450160"/>
              <a:chExt cx="2517840" cy="333360"/>
            </a:xfrm>
          </p:grpSpPr>
          <p:sp>
            <p:nvSpPr>
              <p:cNvPr id="118" name="Line 607">
                <a:extLst>
                  <a:ext uri="{FF2B5EF4-FFF2-40B4-BE49-F238E27FC236}">
                    <a16:creationId xmlns:a16="http://schemas.microsoft.com/office/drawing/2014/main" id="{7B9EBA8A-40A0-46FF-86B7-B2ABAD0FEC76}"/>
                  </a:ext>
                </a:extLst>
              </p:cNvPr>
              <p:cNvSpPr/>
              <p:nvPr/>
            </p:nvSpPr>
            <p:spPr>
              <a:xfrm flipV="1">
                <a:off x="1598760" y="2673360"/>
                <a:ext cx="50760" cy="3708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119" name="Line 608">
                <a:extLst>
                  <a:ext uri="{FF2B5EF4-FFF2-40B4-BE49-F238E27FC236}">
                    <a16:creationId xmlns:a16="http://schemas.microsoft.com/office/drawing/2014/main" id="{61B6FF54-B6E7-4523-BD8F-128045EFF068}"/>
                  </a:ext>
                </a:extLst>
              </p:cNvPr>
              <p:cNvSpPr/>
              <p:nvPr/>
            </p:nvSpPr>
            <p:spPr>
              <a:xfrm flipV="1">
                <a:off x="1562040" y="2673360"/>
                <a:ext cx="87480" cy="1728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120" name="Line 609">
                <a:extLst>
                  <a:ext uri="{FF2B5EF4-FFF2-40B4-BE49-F238E27FC236}">
                    <a16:creationId xmlns:a16="http://schemas.microsoft.com/office/drawing/2014/main" id="{7B0EC067-B340-42F3-A990-311EDD23A27E}"/>
                  </a:ext>
                </a:extLst>
              </p:cNvPr>
              <p:cNvSpPr/>
              <p:nvPr/>
            </p:nvSpPr>
            <p:spPr>
              <a:xfrm flipH="1" flipV="1">
                <a:off x="3230640" y="2672280"/>
                <a:ext cx="50760" cy="1260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121" name="Line 610">
                <a:extLst>
                  <a:ext uri="{FF2B5EF4-FFF2-40B4-BE49-F238E27FC236}">
                    <a16:creationId xmlns:a16="http://schemas.microsoft.com/office/drawing/2014/main" id="{5A2A26D8-4766-4F3B-BBD7-B9146F6FBA6D}"/>
                  </a:ext>
                </a:extLst>
              </p:cNvPr>
              <p:cNvSpPr/>
              <p:nvPr/>
            </p:nvSpPr>
            <p:spPr>
              <a:xfrm flipH="1" flipV="1">
                <a:off x="3230640" y="2672280"/>
                <a:ext cx="88920" cy="7560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122" name="Line 611">
                <a:extLst>
                  <a:ext uri="{FF2B5EF4-FFF2-40B4-BE49-F238E27FC236}">
                    <a16:creationId xmlns:a16="http://schemas.microsoft.com/office/drawing/2014/main" id="{AB10520D-3317-404A-A6AF-616F84D6AE38}"/>
                  </a:ext>
                </a:extLst>
              </p:cNvPr>
              <p:cNvSpPr/>
              <p:nvPr/>
            </p:nvSpPr>
            <p:spPr>
              <a:xfrm flipV="1">
                <a:off x="3485160" y="2669040"/>
                <a:ext cx="51480" cy="1584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123" name="Line 612">
                <a:extLst>
                  <a:ext uri="{FF2B5EF4-FFF2-40B4-BE49-F238E27FC236}">
                    <a16:creationId xmlns:a16="http://schemas.microsoft.com/office/drawing/2014/main" id="{04AF6AFE-E869-443D-BC67-9CD11622A29E}"/>
                  </a:ext>
                </a:extLst>
              </p:cNvPr>
              <p:cNvSpPr/>
              <p:nvPr/>
            </p:nvSpPr>
            <p:spPr>
              <a:xfrm flipH="1" flipV="1">
                <a:off x="3536640" y="2669040"/>
                <a:ext cx="87480" cy="2304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124" name="Line 613">
                <a:extLst>
                  <a:ext uri="{FF2B5EF4-FFF2-40B4-BE49-F238E27FC236}">
                    <a16:creationId xmlns:a16="http://schemas.microsoft.com/office/drawing/2014/main" id="{87322C4F-8079-4887-B9DE-C409467280AC}"/>
                  </a:ext>
                </a:extLst>
              </p:cNvPr>
              <p:cNvSpPr/>
              <p:nvPr/>
            </p:nvSpPr>
            <p:spPr>
              <a:xfrm flipH="1" flipV="1">
                <a:off x="3675600" y="2667960"/>
                <a:ext cx="88200" cy="1944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125" name="Line 614">
                <a:extLst>
                  <a:ext uri="{FF2B5EF4-FFF2-40B4-BE49-F238E27FC236}">
                    <a16:creationId xmlns:a16="http://schemas.microsoft.com/office/drawing/2014/main" id="{3F479663-7C99-4966-A609-B2C374AB7D6D}"/>
                  </a:ext>
                </a:extLst>
              </p:cNvPr>
              <p:cNvSpPr/>
              <p:nvPr/>
            </p:nvSpPr>
            <p:spPr>
              <a:xfrm flipV="1">
                <a:off x="3624120" y="2667960"/>
                <a:ext cx="51480" cy="2412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126" name="Line 615">
                <a:extLst>
                  <a:ext uri="{FF2B5EF4-FFF2-40B4-BE49-F238E27FC236}">
                    <a16:creationId xmlns:a16="http://schemas.microsoft.com/office/drawing/2014/main" id="{75B8C424-8F2B-45BD-B445-405A6ADAED24}"/>
                  </a:ext>
                </a:extLst>
              </p:cNvPr>
              <p:cNvSpPr/>
              <p:nvPr/>
            </p:nvSpPr>
            <p:spPr>
              <a:xfrm flipV="1">
                <a:off x="1473120" y="2665800"/>
                <a:ext cx="50760" cy="2988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127" name="Line 616">
                <a:extLst>
                  <a:ext uri="{FF2B5EF4-FFF2-40B4-BE49-F238E27FC236}">
                    <a16:creationId xmlns:a16="http://schemas.microsoft.com/office/drawing/2014/main" id="{ECA3BE09-A0EF-4A54-81E0-690B831BBE1E}"/>
                  </a:ext>
                </a:extLst>
              </p:cNvPr>
              <p:cNvSpPr/>
              <p:nvPr/>
            </p:nvSpPr>
            <p:spPr>
              <a:xfrm flipH="1" flipV="1">
                <a:off x="1436400" y="2661480"/>
                <a:ext cx="87480" cy="432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128" name="Line 617">
                <a:extLst>
                  <a:ext uri="{FF2B5EF4-FFF2-40B4-BE49-F238E27FC236}">
                    <a16:creationId xmlns:a16="http://schemas.microsoft.com/office/drawing/2014/main" id="{130DEE25-9B49-4A2E-969B-87F383B35793}"/>
                  </a:ext>
                </a:extLst>
              </p:cNvPr>
              <p:cNvSpPr/>
              <p:nvPr/>
            </p:nvSpPr>
            <p:spPr>
              <a:xfrm flipV="1">
                <a:off x="1385640" y="2661480"/>
                <a:ext cx="50760" cy="3060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129" name="Line 618">
                <a:extLst>
                  <a:ext uri="{FF2B5EF4-FFF2-40B4-BE49-F238E27FC236}">
                    <a16:creationId xmlns:a16="http://schemas.microsoft.com/office/drawing/2014/main" id="{BE612C6A-5926-4E7C-9300-A200EB42E85E}"/>
                  </a:ext>
                </a:extLst>
              </p:cNvPr>
              <p:cNvSpPr/>
              <p:nvPr/>
            </p:nvSpPr>
            <p:spPr>
              <a:xfrm flipH="1" flipV="1">
                <a:off x="3077640" y="2661480"/>
                <a:ext cx="88920" cy="10584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130" name="Line 619">
                <a:extLst>
                  <a:ext uri="{FF2B5EF4-FFF2-40B4-BE49-F238E27FC236}">
                    <a16:creationId xmlns:a16="http://schemas.microsoft.com/office/drawing/2014/main" id="{32E7169C-5A5A-467B-B053-CB94B5097680}"/>
                  </a:ext>
                </a:extLst>
              </p:cNvPr>
              <p:cNvSpPr/>
              <p:nvPr/>
            </p:nvSpPr>
            <p:spPr>
              <a:xfrm flipV="1">
                <a:off x="3026880" y="2661480"/>
                <a:ext cx="50760" cy="2160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131" name="Line 620">
                <a:extLst>
                  <a:ext uri="{FF2B5EF4-FFF2-40B4-BE49-F238E27FC236}">
                    <a16:creationId xmlns:a16="http://schemas.microsoft.com/office/drawing/2014/main" id="{3AB4FDF8-7F52-4DDD-AB3E-9D07EFEE8E66}"/>
                  </a:ext>
                </a:extLst>
              </p:cNvPr>
              <p:cNvSpPr/>
              <p:nvPr/>
            </p:nvSpPr>
            <p:spPr>
              <a:xfrm flipH="1" flipV="1">
                <a:off x="3346200" y="2660040"/>
                <a:ext cx="87480" cy="3564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132" name="Line 621">
                <a:extLst>
                  <a:ext uri="{FF2B5EF4-FFF2-40B4-BE49-F238E27FC236}">
                    <a16:creationId xmlns:a16="http://schemas.microsoft.com/office/drawing/2014/main" id="{C1A380E3-5306-4A97-80D8-EA27AE5039E0}"/>
                  </a:ext>
                </a:extLst>
              </p:cNvPr>
              <p:cNvSpPr/>
              <p:nvPr/>
            </p:nvSpPr>
            <p:spPr>
              <a:xfrm flipH="1" flipV="1">
                <a:off x="3179880" y="2660040"/>
                <a:ext cx="88200" cy="8892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133" name="Line 622">
                <a:extLst>
                  <a:ext uri="{FF2B5EF4-FFF2-40B4-BE49-F238E27FC236}">
                    <a16:creationId xmlns:a16="http://schemas.microsoft.com/office/drawing/2014/main" id="{F9332FA5-0BEF-4CA2-AE65-F4AB5BD8B1E5}"/>
                  </a:ext>
                </a:extLst>
              </p:cNvPr>
              <p:cNvSpPr/>
              <p:nvPr/>
            </p:nvSpPr>
            <p:spPr>
              <a:xfrm flipH="1" flipV="1">
                <a:off x="3179880" y="2660040"/>
                <a:ext cx="50760" cy="1224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134" name="Line 623">
                <a:extLst>
                  <a:ext uri="{FF2B5EF4-FFF2-40B4-BE49-F238E27FC236}">
                    <a16:creationId xmlns:a16="http://schemas.microsoft.com/office/drawing/2014/main" id="{01A4A8A8-0541-4797-B1EC-316D3C1A8CB8}"/>
                  </a:ext>
                </a:extLst>
              </p:cNvPr>
              <p:cNvSpPr/>
              <p:nvPr/>
            </p:nvSpPr>
            <p:spPr>
              <a:xfrm flipV="1">
                <a:off x="2785320" y="2660040"/>
                <a:ext cx="52200" cy="7704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135" name="Line 624">
                <a:extLst>
                  <a:ext uri="{FF2B5EF4-FFF2-40B4-BE49-F238E27FC236}">
                    <a16:creationId xmlns:a16="http://schemas.microsoft.com/office/drawing/2014/main" id="{A6ED4A71-2CDC-4A50-9FFF-F0AD767F6B9A}"/>
                  </a:ext>
                </a:extLst>
              </p:cNvPr>
              <p:cNvSpPr/>
              <p:nvPr/>
            </p:nvSpPr>
            <p:spPr>
              <a:xfrm flipH="1" flipV="1">
                <a:off x="2837520" y="2660040"/>
                <a:ext cx="87480" cy="11376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136" name="Line 625">
                <a:extLst>
                  <a:ext uri="{FF2B5EF4-FFF2-40B4-BE49-F238E27FC236}">
                    <a16:creationId xmlns:a16="http://schemas.microsoft.com/office/drawing/2014/main" id="{8D743DF6-DD16-433A-9498-4F458480692C}"/>
                  </a:ext>
                </a:extLst>
              </p:cNvPr>
              <p:cNvSpPr/>
              <p:nvPr/>
            </p:nvSpPr>
            <p:spPr>
              <a:xfrm flipV="1">
                <a:off x="3763800" y="2660040"/>
                <a:ext cx="51480" cy="2736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137" name="Line 626">
                <a:extLst>
                  <a:ext uri="{FF2B5EF4-FFF2-40B4-BE49-F238E27FC236}">
                    <a16:creationId xmlns:a16="http://schemas.microsoft.com/office/drawing/2014/main" id="{21A30AEC-36A6-45B4-8AD3-1E478DFFA9BF}"/>
                  </a:ext>
                </a:extLst>
              </p:cNvPr>
              <p:cNvSpPr/>
              <p:nvPr/>
            </p:nvSpPr>
            <p:spPr>
              <a:xfrm flipH="1" flipV="1">
                <a:off x="3815280" y="2660040"/>
                <a:ext cx="88200" cy="1728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138" name="Line 627">
                <a:extLst>
                  <a:ext uri="{FF2B5EF4-FFF2-40B4-BE49-F238E27FC236}">
                    <a16:creationId xmlns:a16="http://schemas.microsoft.com/office/drawing/2014/main" id="{F76303CF-5E80-4153-8C33-51D101135941}"/>
                  </a:ext>
                </a:extLst>
              </p:cNvPr>
              <p:cNvSpPr/>
              <p:nvPr/>
            </p:nvSpPr>
            <p:spPr>
              <a:xfrm flipV="1">
                <a:off x="1562040" y="2660040"/>
                <a:ext cx="50760" cy="3060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139" name="Line 628">
                <a:extLst>
                  <a:ext uri="{FF2B5EF4-FFF2-40B4-BE49-F238E27FC236}">
                    <a16:creationId xmlns:a16="http://schemas.microsoft.com/office/drawing/2014/main" id="{9EB26F58-2379-473D-ABB0-A1B1F4ADBB39}"/>
                  </a:ext>
                </a:extLst>
              </p:cNvPr>
              <p:cNvSpPr/>
              <p:nvPr/>
            </p:nvSpPr>
            <p:spPr>
              <a:xfrm flipV="1">
                <a:off x="1523880" y="2660040"/>
                <a:ext cx="88920" cy="576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140" name="Line 629">
                <a:extLst>
                  <a:ext uri="{FF2B5EF4-FFF2-40B4-BE49-F238E27FC236}">
                    <a16:creationId xmlns:a16="http://schemas.microsoft.com/office/drawing/2014/main" id="{E3D821F8-6087-49C8-BBF1-8BB86E7BFC69}"/>
                  </a:ext>
                </a:extLst>
              </p:cNvPr>
              <p:cNvSpPr/>
              <p:nvPr/>
            </p:nvSpPr>
            <p:spPr>
              <a:xfrm flipV="1">
                <a:off x="1888920" y="2660040"/>
                <a:ext cx="87840" cy="3888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141" name="Line 630">
                <a:extLst>
                  <a:ext uri="{FF2B5EF4-FFF2-40B4-BE49-F238E27FC236}">
                    <a16:creationId xmlns:a16="http://schemas.microsoft.com/office/drawing/2014/main" id="{6425E3E5-F65C-4727-A4CA-DDF7B9415495}"/>
                  </a:ext>
                </a:extLst>
              </p:cNvPr>
              <p:cNvSpPr/>
              <p:nvPr/>
            </p:nvSpPr>
            <p:spPr>
              <a:xfrm flipV="1">
                <a:off x="1926000" y="2660040"/>
                <a:ext cx="50760" cy="11376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142" name="Line 631">
                <a:extLst>
                  <a:ext uri="{FF2B5EF4-FFF2-40B4-BE49-F238E27FC236}">
                    <a16:creationId xmlns:a16="http://schemas.microsoft.com/office/drawing/2014/main" id="{EA54A563-280E-469F-A855-104EC397D546}"/>
                  </a:ext>
                </a:extLst>
              </p:cNvPr>
              <p:cNvSpPr/>
              <p:nvPr/>
            </p:nvSpPr>
            <p:spPr>
              <a:xfrm flipV="1">
                <a:off x="3346200" y="2657160"/>
                <a:ext cx="50760" cy="288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143" name="Line 632">
                <a:extLst>
                  <a:ext uri="{FF2B5EF4-FFF2-40B4-BE49-F238E27FC236}">
                    <a16:creationId xmlns:a16="http://schemas.microsoft.com/office/drawing/2014/main" id="{7550F455-91E1-4517-8502-7B8C8F490033}"/>
                  </a:ext>
                </a:extLst>
              </p:cNvPr>
              <p:cNvSpPr/>
              <p:nvPr/>
            </p:nvSpPr>
            <p:spPr>
              <a:xfrm flipH="1" flipV="1">
                <a:off x="3396960" y="2657160"/>
                <a:ext cx="88200" cy="2772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144" name="Line 633">
                <a:extLst>
                  <a:ext uri="{FF2B5EF4-FFF2-40B4-BE49-F238E27FC236}">
                    <a16:creationId xmlns:a16="http://schemas.microsoft.com/office/drawing/2014/main" id="{A185F1FE-8E56-4893-9306-DABFD17340D7}"/>
                  </a:ext>
                </a:extLst>
              </p:cNvPr>
              <p:cNvSpPr/>
              <p:nvPr/>
            </p:nvSpPr>
            <p:spPr>
              <a:xfrm flipH="1" flipV="1">
                <a:off x="3128400" y="2655000"/>
                <a:ext cx="88920" cy="9900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145" name="Line 634">
                <a:extLst>
                  <a:ext uri="{FF2B5EF4-FFF2-40B4-BE49-F238E27FC236}">
                    <a16:creationId xmlns:a16="http://schemas.microsoft.com/office/drawing/2014/main" id="{9BBD99E9-84D6-4431-87EA-2CA860ECF6DA}"/>
                  </a:ext>
                </a:extLst>
              </p:cNvPr>
              <p:cNvSpPr/>
              <p:nvPr/>
            </p:nvSpPr>
            <p:spPr>
              <a:xfrm flipH="1" flipV="1">
                <a:off x="3128400" y="2655000"/>
                <a:ext cx="51480" cy="504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146" name="Line 635">
                <a:extLst>
                  <a:ext uri="{FF2B5EF4-FFF2-40B4-BE49-F238E27FC236}">
                    <a16:creationId xmlns:a16="http://schemas.microsoft.com/office/drawing/2014/main" id="{0039DDCB-2AE8-4A0A-91CE-8C8104C384DE}"/>
                  </a:ext>
                </a:extLst>
              </p:cNvPr>
              <p:cNvSpPr/>
              <p:nvPr/>
            </p:nvSpPr>
            <p:spPr>
              <a:xfrm flipV="1">
                <a:off x="3077640" y="2655000"/>
                <a:ext cx="50760" cy="648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147" name="Line 636">
                <a:extLst>
                  <a:ext uri="{FF2B5EF4-FFF2-40B4-BE49-F238E27FC236}">
                    <a16:creationId xmlns:a16="http://schemas.microsoft.com/office/drawing/2014/main" id="{1F1C8F02-8F56-43C8-9AFC-AFD2616D1B1F}"/>
                  </a:ext>
                </a:extLst>
              </p:cNvPr>
              <p:cNvSpPr/>
              <p:nvPr/>
            </p:nvSpPr>
            <p:spPr>
              <a:xfrm flipH="1" flipV="1">
                <a:off x="3295440" y="2655000"/>
                <a:ext cx="50760" cy="504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148" name="Line 637">
                <a:extLst>
                  <a:ext uri="{FF2B5EF4-FFF2-40B4-BE49-F238E27FC236}">
                    <a16:creationId xmlns:a16="http://schemas.microsoft.com/office/drawing/2014/main" id="{EFD3D6F4-BD85-4164-97D8-9D44D5D79D67}"/>
                  </a:ext>
                </a:extLst>
              </p:cNvPr>
              <p:cNvSpPr/>
              <p:nvPr/>
            </p:nvSpPr>
            <p:spPr>
              <a:xfrm flipH="1" flipV="1">
                <a:off x="3295440" y="2655000"/>
                <a:ext cx="87480" cy="4392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149" name="Line 638">
                <a:extLst>
                  <a:ext uri="{FF2B5EF4-FFF2-40B4-BE49-F238E27FC236}">
                    <a16:creationId xmlns:a16="http://schemas.microsoft.com/office/drawing/2014/main" id="{7EE46DC0-FFFC-47C9-8F30-87CE416DA898}"/>
                  </a:ext>
                </a:extLst>
              </p:cNvPr>
              <p:cNvSpPr/>
              <p:nvPr/>
            </p:nvSpPr>
            <p:spPr>
              <a:xfrm flipV="1">
                <a:off x="1762200" y="2652480"/>
                <a:ext cx="88560" cy="5220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150" name="Line 639">
                <a:extLst>
                  <a:ext uri="{FF2B5EF4-FFF2-40B4-BE49-F238E27FC236}">
                    <a16:creationId xmlns:a16="http://schemas.microsoft.com/office/drawing/2014/main" id="{90F03D97-B861-44CC-B5B0-0F7808B02C2D}"/>
                  </a:ext>
                </a:extLst>
              </p:cNvPr>
              <p:cNvSpPr/>
              <p:nvPr/>
            </p:nvSpPr>
            <p:spPr>
              <a:xfrm flipV="1">
                <a:off x="1800000" y="2652480"/>
                <a:ext cx="50760" cy="8784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151" name="Line 640">
                <a:extLst>
                  <a:ext uri="{FF2B5EF4-FFF2-40B4-BE49-F238E27FC236}">
                    <a16:creationId xmlns:a16="http://schemas.microsoft.com/office/drawing/2014/main" id="{911A7B5D-F56D-4CB0-9D19-FA2B7C441A53}"/>
                  </a:ext>
                </a:extLst>
              </p:cNvPr>
              <p:cNvSpPr/>
              <p:nvPr/>
            </p:nvSpPr>
            <p:spPr>
              <a:xfrm flipV="1">
                <a:off x="2279520" y="2648160"/>
                <a:ext cx="51480" cy="13536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152" name="Line 641">
                <a:extLst>
                  <a:ext uri="{FF2B5EF4-FFF2-40B4-BE49-F238E27FC236}">
                    <a16:creationId xmlns:a16="http://schemas.microsoft.com/office/drawing/2014/main" id="{EB694C9C-EAFC-4784-A0BE-BBC4497D4330}"/>
                  </a:ext>
                </a:extLst>
              </p:cNvPr>
              <p:cNvSpPr/>
              <p:nvPr/>
            </p:nvSpPr>
            <p:spPr>
              <a:xfrm flipH="1" flipV="1">
                <a:off x="2331000" y="2648160"/>
                <a:ext cx="87480" cy="5004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153" name="Line 642">
                <a:extLst>
                  <a:ext uri="{FF2B5EF4-FFF2-40B4-BE49-F238E27FC236}">
                    <a16:creationId xmlns:a16="http://schemas.microsoft.com/office/drawing/2014/main" id="{8C829E8A-EA20-4A77-8CD2-80B661AFD26B}"/>
                  </a:ext>
                </a:extLst>
              </p:cNvPr>
              <p:cNvSpPr/>
              <p:nvPr/>
            </p:nvSpPr>
            <p:spPr>
              <a:xfrm flipH="1" flipV="1">
                <a:off x="3588120" y="2647440"/>
                <a:ext cx="87480" cy="2052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154" name="Line 643">
                <a:extLst>
                  <a:ext uri="{FF2B5EF4-FFF2-40B4-BE49-F238E27FC236}">
                    <a16:creationId xmlns:a16="http://schemas.microsoft.com/office/drawing/2014/main" id="{ED2DDFA2-3CAC-4206-9545-B7582853F2CF}"/>
                  </a:ext>
                </a:extLst>
              </p:cNvPr>
              <p:cNvSpPr/>
              <p:nvPr/>
            </p:nvSpPr>
            <p:spPr>
              <a:xfrm flipV="1">
                <a:off x="3536640" y="2647440"/>
                <a:ext cx="51480" cy="2160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155" name="Line 644">
                <a:extLst>
                  <a:ext uri="{FF2B5EF4-FFF2-40B4-BE49-F238E27FC236}">
                    <a16:creationId xmlns:a16="http://schemas.microsoft.com/office/drawing/2014/main" id="{A910B273-10AC-434D-AC07-68DC9A60A9E3}"/>
                  </a:ext>
                </a:extLst>
              </p:cNvPr>
              <p:cNvSpPr/>
              <p:nvPr/>
            </p:nvSpPr>
            <p:spPr>
              <a:xfrm flipH="1" flipV="1">
                <a:off x="3448440" y="2644920"/>
                <a:ext cx="88200" cy="2412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156" name="Line 645">
                <a:extLst>
                  <a:ext uri="{FF2B5EF4-FFF2-40B4-BE49-F238E27FC236}">
                    <a16:creationId xmlns:a16="http://schemas.microsoft.com/office/drawing/2014/main" id="{D1E46A15-8F8E-4460-87F5-3771D5EF967E}"/>
                  </a:ext>
                </a:extLst>
              </p:cNvPr>
              <p:cNvSpPr/>
              <p:nvPr/>
            </p:nvSpPr>
            <p:spPr>
              <a:xfrm flipV="1">
                <a:off x="3396960" y="2644920"/>
                <a:ext cx="51480" cy="1224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157" name="Line 646">
                <a:extLst>
                  <a:ext uri="{FF2B5EF4-FFF2-40B4-BE49-F238E27FC236}">
                    <a16:creationId xmlns:a16="http://schemas.microsoft.com/office/drawing/2014/main" id="{526F6B96-9863-423C-8981-A151D93FC2DC}"/>
                  </a:ext>
                </a:extLst>
              </p:cNvPr>
              <p:cNvSpPr/>
              <p:nvPr/>
            </p:nvSpPr>
            <p:spPr>
              <a:xfrm flipH="1" flipV="1">
                <a:off x="2558160" y="2641680"/>
                <a:ext cx="88920" cy="9036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158" name="Line 647">
                <a:extLst>
                  <a:ext uri="{FF2B5EF4-FFF2-40B4-BE49-F238E27FC236}">
                    <a16:creationId xmlns:a16="http://schemas.microsoft.com/office/drawing/2014/main" id="{897B72D0-BEF8-495E-83C1-A6961CD96798}"/>
                  </a:ext>
                </a:extLst>
              </p:cNvPr>
              <p:cNvSpPr/>
              <p:nvPr/>
            </p:nvSpPr>
            <p:spPr>
              <a:xfrm flipV="1">
                <a:off x="2507400" y="2641680"/>
                <a:ext cx="50760" cy="12132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159" name="Line 648">
                <a:extLst>
                  <a:ext uri="{FF2B5EF4-FFF2-40B4-BE49-F238E27FC236}">
                    <a16:creationId xmlns:a16="http://schemas.microsoft.com/office/drawing/2014/main" id="{8DC0D9C3-4D00-4652-96FF-7AB0EED6C1F4}"/>
                  </a:ext>
                </a:extLst>
              </p:cNvPr>
              <p:cNvSpPr/>
              <p:nvPr/>
            </p:nvSpPr>
            <p:spPr>
              <a:xfrm flipH="1" flipV="1">
                <a:off x="3726360" y="2641680"/>
                <a:ext cx="88920" cy="1836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160" name="Line 649">
                <a:extLst>
                  <a:ext uri="{FF2B5EF4-FFF2-40B4-BE49-F238E27FC236}">
                    <a16:creationId xmlns:a16="http://schemas.microsoft.com/office/drawing/2014/main" id="{11FF9B7A-4FA2-4E24-9E7F-3D094A28105D}"/>
                  </a:ext>
                </a:extLst>
              </p:cNvPr>
              <p:cNvSpPr/>
              <p:nvPr/>
            </p:nvSpPr>
            <p:spPr>
              <a:xfrm flipV="1">
                <a:off x="3675600" y="2641680"/>
                <a:ext cx="50760" cy="2628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161" name="Line 650">
                <a:extLst>
                  <a:ext uri="{FF2B5EF4-FFF2-40B4-BE49-F238E27FC236}">
                    <a16:creationId xmlns:a16="http://schemas.microsoft.com/office/drawing/2014/main" id="{C29BA3D5-C10F-4F38-818C-0B9865E1E308}"/>
                  </a:ext>
                </a:extLst>
              </p:cNvPr>
              <p:cNvSpPr/>
              <p:nvPr/>
            </p:nvSpPr>
            <p:spPr>
              <a:xfrm flipV="1">
                <a:off x="1649520" y="2641680"/>
                <a:ext cx="52200" cy="3168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162" name="Line 651">
                <a:extLst>
                  <a:ext uri="{FF2B5EF4-FFF2-40B4-BE49-F238E27FC236}">
                    <a16:creationId xmlns:a16="http://schemas.microsoft.com/office/drawing/2014/main" id="{29400385-CDCD-495D-ADAF-FBC50FF7A1D3}"/>
                  </a:ext>
                </a:extLst>
              </p:cNvPr>
              <p:cNvSpPr/>
              <p:nvPr/>
            </p:nvSpPr>
            <p:spPr>
              <a:xfrm flipV="1">
                <a:off x="1612800" y="2641680"/>
                <a:ext cx="88920" cy="1836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163" name="Line 652">
                <a:extLst>
                  <a:ext uri="{FF2B5EF4-FFF2-40B4-BE49-F238E27FC236}">
                    <a16:creationId xmlns:a16="http://schemas.microsoft.com/office/drawing/2014/main" id="{EBE821A0-0D07-4C4F-BD1F-B5FC4AE13BDE}"/>
                  </a:ext>
                </a:extLst>
              </p:cNvPr>
              <p:cNvSpPr/>
              <p:nvPr/>
            </p:nvSpPr>
            <p:spPr>
              <a:xfrm flipV="1">
                <a:off x="1687680" y="2639880"/>
                <a:ext cx="50760" cy="4140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164" name="Line 653">
                <a:extLst>
                  <a:ext uri="{FF2B5EF4-FFF2-40B4-BE49-F238E27FC236}">
                    <a16:creationId xmlns:a16="http://schemas.microsoft.com/office/drawing/2014/main" id="{70F86521-38D2-4330-BC66-C8E0B859C5A4}"/>
                  </a:ext>
                </a:extLst>
              </p:cNvPr>
              <p:cNvSpPr/>
              <p:nvPr/>
            </p:nvSpPr>
            <p:spPr>
              <a:xfrm flipV="1">
                <a:off x="1649520" y="2639880"/>
                <a:ext cx="88920" cy="3348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165" name="Line 654">
                <a:extLst>
                  <a:ext uri="{FF2B5EF4-FFF2-40B4-BE49-F238E27FC236}">
                    <a16:creationId xmlns:a16="http://schemas.microsoft.com/office/drawing/2014/main" id="{463C8844-7D5D-4259-A128-3524B798364C}"/>
                  </a:ext>
                </a:extLst>
              </p:cNvPr>
              <p:cNvSpPr/>
              <p:nvPr/>
            </p:nvSpPr>
            <p:spPr>
              <a:xfrm flipH="1" flipV="1">
                <a:off x="3244680" y="2638440"/>
                <a:ext cx="87480" cy="5724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166" name="Line 655">
                <a:extLst>
                  <a:ext uri="{FF2B5EF4-FFF2-40B4-BE49-F238E27FC236}">
                    <a16:creationId xmlns:a16="http://schemas.microsoft.com/office/drawing/2014/main" id="{A329ED03-7AA5-4AAD-8E02-BA5F5CFA5163}"/>
                  </a:ext>
                </a:extLst>
              </p:cNvPr>
              <p:cNvSpPr/>
              <p:nvPr/>
            </p:nvSpPr>
            <p:spPr>
              <a:xfrm flipH="1" flipV="1">
                <a:off x="3244680" y="2638440"/>
                <a:ext cx="50760" cy="1656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167" name="Line 656">
                <a:extLst>
                  <a:ext uri="{FF2B5EF4-FFF2-40B4-BE49-F238E27FC236}">
                    <a16:creationId xmlns:a16="http://schemas.microsoft.com/office/drawing/2014/main" id="{3941C77A-32B0-44E1-B7C7-D8732E2BAF27}"/>
                  </a:ext>
                </a:extLst>
              </p:cNvPr>
              <p:cNvSpPr/>
              <p:nvPr/>
            </p:nvSpPr>
            <p:spPr>
              <a:xfrm flipV="1">
                <a:off x="1523880" y="2636640"/>
                <a:ext cx="50760" cy="2916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168" name="Line 657">
                <a:extLst>
                  <a:ext uri="{FF2B5EF4-FFF2-40B4-BE49-F238E27FC236}">
                    <a16:creationId xmlns:a16="http://schemas.microsoft.com/office/drawing/2014/main" id="{3C8A3301-B3E2-4293-8B67-7D08CB8268E2}"/>
                  </a:ext>
                </a:extLst>
              </p:cNvPr>
              <p:cNvSpPr/>
              <p:nvPr/>
            </p:nvSpPr>
            <p:spPr>
              <a:xfrm flipV="1">
                <a:off x="1725120" y="2633040"/>
                <a:ext cx="51480" cy="5436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169" name="Line 658">
                <a:extLst>
                  <a:ext uri="{FF2B5EF4-FFF2-40B4-BE49-F238E27FC236}">
                    <a16:creationId xmlns:a16="http://schemas.microsoft.com/office/drawing/2014/main" id="{45CC9495-2270-4F2E-B37D-84DB48944207}"/>
                  </a:ext>
                </a:extLst>
              </p:cNvPr>
              <p:cNvSpPr/>
              <p:nvPr/>
            </p:nvSpPr>
            <p:spPr>
              <a:xfrm flipV="1">
                <a:off x="1687680" y="2633040"/>
                <a:ext cx="88920" cy="4824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170" name="Line 659">
                <a:extLst>
                  <a:ext uri="{FF2B5EF4-FFF2-40B4-BE49-F238E27FC236}">
                    <a16:creationId xmlns:a16="http://schemas.microsoft.com/office/drawing/2014/main" id="{E630DBE8-DF11-4E6B-9585-54FF95B325D5}"/>
                  </a:ext>
                </a:extLst>
              </p:cNvPr>
              <p:cNvSpPr/>
              <p:nvPr/>
            </p:nvSpPr>
            <p:spPr>
              <a:xfrm flipV="1">
                <a:off x="1725120" y="2633040"/>
                <a:ext cx="88200" cy="5436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171" name="Line 660">
                <a:extLst>
                  <a:ext uri="{FF2B5EF4-FFF2-40B4-BE49-F238E27FC236}">
                    <a16:creationId xmlns:a16="http://schemas.microsoft.com/office/drawing/2014/main" id="{46169ED3-1966-41FF-A1EB-5C35B0C466AF}"/>
                  </a:ext>
                </a:extLst>
              </p:cNvPr>
              <p:cNvSpPr/>
              <p:nvPr/>
            </p:nvSpPr>
            <p:spPr>
              <a:xfrm flipV="1">
                <a:off x="1762200" y="2633040"/>
                <a:ext cx="51120" cy="7164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172" name="Line 661">
                <a:extLst>
                  <a:ext uri="{FF2B5EF4-FFF2-40B4-BE49-F238E27FC236}">
                    <a16:creationId xmlns:a16="http://schemas.microsoft.com/office/drawing/2014/main" id="{AC24A9D5-50AA-4320-B255-2782AB38AE26}"/>
                  </a:ext>
                </a:extLst>
              </p:cNvPr>
              <p:cNvSpPr/>
              <p:nvPr/>
            </p:nvSpPr>
            <p:spPr>
              <a:xfrm flipH="1" flipV="1">
                <a:off x="1487160" y="2632320"/>
                <a:ext cx="87480" cy="432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173" name="Line 662">
                <a:extLst>
                  <a:ext uri="{FF2B5EF4-FFF2-40B4-BE49-F238E27FC236}">
                    <a16:creationId xmlns:a16="http://schemas.microsoft.com/office/drawing/2014/main" id="{3772646F-69F9-417D-B914-49655A15E833}"/>
                  </a:ext>
                </a:extLst>
              </p:cNvPr>
              <p:cNvSpPr/>
              <p:nvPr/>
            </p:nvSpPr>
            <p:spPr>
              <a:xfrm flipV="1">
                <a:off x="1436400" y="2632320"/>
                <a:ext cx="50760" cy="2916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174" name="Line 663">
                <a:extLst>
                  <a:ext uri="{FF2B5EF4-FFF2-40B4-BE49-F238E27FC236}">
                    <a16:creationId xmlns:a16="http://schemas.microsoft.com/office/drawing/2014/main" id="{71D008BF-B800-4EC6-B922-6A65E08BF751}"/>
                  </a:ext>
                </a:extLst>
              </p:cNvPr>
              <p:cNvSpPr/>
              <p:nvPr/>
            </p:nvSpPr>
            <p:spPr>
              <a:xfrm flipV="1">
                <a:off x="1574640" y="2630880"/>
                <a:ext cx="88920" cy="576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175" name="Line 664">
                <a:extLst>
                  <a:ext uri="{FF2B5EF4-FFF2-40B4-BE49-F238E27FC236}">
                    <a16:creationId xmlns:a16="http://schemas.microsoft.com/office/drawing/2014/main" id="{B47CDCFF-4156-41E6-A1B3-51F382DDE355}"/>
                  </a:ext>
                </a:extLst>
              </p:cNvPr>
              <p:cNvSpPr/>
              <p:nvPr/>
            </p:nvSpPr>
            <p:spPr>
              <a:xfrm flipV="1">
                <a:off x="1612800" y="2630880"/>
                <a:ext cx="50760" cy="2916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176" name="Line 665">
                <a:extLst>
                  <a:ext uri="{FF2B5EF4-FFF2-40B4-BE49-F238E27FC236}">
                    <a16:creationId xmlns:a16="http://schemas.microsoft.com/office/drawing/2014/main" id="{77E1F771-1611-49E2-B9A0-8168612796B0}"/>
                  </a:ext>
                </a:extLst>
              </p:cNvPr>
              <p:cNvSpPr/>
              <p:nvPr/>
            </p:nvSpPr>
            <p:spPr>
              <a:xfrm flipH="1" flipV="1">
                <a:off x="2697840" y="2629800"/>
                <a:ext cx="87480" cy="10728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177" name="Line 666">
                <a:extLst>
                  <a:ext uri="{FF2B5EF4-FFF2-40B4-BE49-F238E27FC236}">
                    <a16:creationId xmlns:a16="http://schemas.microsoft.com/office/drawing/2014/main" id="{32F23868-B532-44DD-BC1D-8C39993E41BE}"/>
                  </a:ext>
                </a:extLst>
              </p:cNvPr>
              <p:cNvSpPr/>
              <p:nvPr/>
            </p:nvSpPr>
            <p:spPr>
              <a:xfrm flipV="1">
                <a:off x="2647080" y="2629800"/>
                <a:ext cx="50760" cy="10224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178" name="Line 667">
                <a:extLst>
                  <a:ext uri="{FF2B5EF4-FFF2-40B4-BE49-F238E27FC236}">
                    <a16:creationId xmlns:a16="http://schemas.microsoft.com/office/drawing/2014/main" id="{237ECDAA-C4CF-441F-BB8D-5A653BA4414B}"/>
                  </a:ext>
                </a:extLst>
              </p:cNvPr>
              <p:cNvSpPr/>
              <p:nvPr/>
            </p:nvSpPr>
            <p:spPr>
              <a:xfrm flipV="1">
                <a:off x="2014560" y="2629080"/>
                <a:ext cx="51120" cy="12636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179" name="Line 668">
                <a:extLst>
                  <a:ext uri="{FF2B5EF4-FFF2-40B4-BE49-F238E27FC236}">
                    <a16:creationId xmlns:a16="http://schemas.microsoft.com/office/drawing/2014/main" id="{0F047F8B-F212-4BFD-AA25-EEF44E72965A}"/>
                  </a:ext>
                </a:extLst>
              </p:cNvPr>
              <p:cNvSpPr/>
              <p:nvPr/>
            </p:nvSpPr>
            <p:spPr>
              <a:xfrm flipV="1">
                <a:off x="1976760" y="2629080"/>
                <a:ext cx="88920" cy="3096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180" name="Line 669">
                <a:extLst>
                  <a:ext uri="{FF2B5EF4-FFF2-40B4-BE49-F238E27FC236}">
                    <a16:creationId xmlns:a16="http://schemas.microsoft.com/office/drawing/2014/main" id="{FCE12434-584B-41E0-B990-40A3F2522F31}"/>
                  </a:ext>
                </a:extLst>
              </p:cNvPr>
              <p:cNvSpPr/>
              <p:nvPr/>
            </p:nvSpPr>
            <p:spPr>
              <a:xfrm flipH="1" flipV="1">
                <a:off x="3308760" y="2627640"/>
                <a:ext cx="88200" cy="2952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181" name="Line 670">
                <a:extLst>
                  <a:ext uri="{FF2B5EF4-FFF2-40B4-BE49-F238E27FC236}">
                    <a16:creationId xmlns:a16="http://schemas.microsoft.com/office/drawing/2014/main" id="{87370662-D1B8-41D3-AE4B-CB00B3CB191A}"/>
                  </a:ext>
                </a:extLst>
              </p:cNvPr>
              <p:cNvSpPr/>
              <p:nvPr/>
            </p:nvSpPr>
            <p:spPr>
              <a:xfrm flipV="1">
                <a:off x="3448440" y="2626560"/>
                <a:ext cx="50760" cy="1836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182" name="Line 671">
                <a:extLst>
                  <a:ext uri="{FF2B5EF4-FFF2-40B4-BE49-F238E27FC236}">
                    <a16:creationId xmlns:a16="http://schemas.microsoft.com/office/drawing/2014/main" id="{C96B22A0-0FD9-4634-92D7-7EC456E78B4B}"/>
                  </a:ext>
                </a:extLst>
              </p:cNvPr>
              <p:cNvSpPr/>
              <p:nvPr/>
            </p:nvSpPr>
            <p:spPr>
              <a:xfrm flipH="1" flipV="1">
                <a:off x="3499200" y="2626560"/>
                <a:ext cx="88920" cy="2088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183" name="Line 672">
                <a:extLst>
                  <a:ext uri="{FF2B5EF4-FFF2-40B4-BE49-F238E27FC236}">
                    <a16:creationId xmlns:a16="http://schemas.microsoft.com/office/drawing/2014/main" id="{5976BECC-692C-4C45-BCA3-30D6BD4957B6}"/>
                  </a:ext>
                </a:extLst>
              </p:cNvPr>
              <p:cNvSpPr/>
              <p:nvPr/>
            </p:nvSpPr>
            <p:spPr>
              <a:xfrm flipH="1" flipV="1">
                <a:off x="3257280" y="2623320"/>
                <a:ext cx="88920" cy="3672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184" name="Line 673">
                <a:extLst>
                  <a:ext uri="{FF2B5EF4-FFF2-40B4-BE49-F238E27FC236}">
                    <a16:creationId xmlns:a16="http://schemas.microsoft.com/office/drawing/2014/main" id="{26D5725F-E619-4539-9825-149910FF26AC}"/>
                  </a:ext>
                </a:extLst>
              </p:cNvPr>
              <p:cNvSpPr/>
              <p:nvPr/>
            </p:nvSpPr>
            <p:spPr>
              <a:xfrm flipH="1" flipV="1">
                <a:off x="3257280" y="2623320"/>
                <a:ext cx="51480" cy="432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185" name="Line 674">
                <a:extLst>
                  <a:ext uri="{FF2B5EF4-FFF2-40B4-BE49-F238E27FC236}">
                    <a16:creationId xmlns:a16="http://schemas.microsoft.com/office/drawing/2014/main" id="{880BDF60-FF79-4571-9699-56F35B5F9A16}"/>
                  </a:ext>
                </a:extLst>
              </p:cNvPr>
              <p:cNvSpPr/>
              <p:nvPr/>
            </p:nvSpPr>
            <p:spPr>
              <a:xfrm flipV="1">
                <a:off x="3588120" y="2622240"/>
                <a:ext cx="50760" cy="2520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186" name="Line 675">
                <a:extLst>
                  <a:ext uri="{FF2B5EF4-FFF2-40B4-BE49-F238E27FC236}">
                    <a16:creationId xmlns:a16="http://schemas.microsoft.com/office/drawing/2014/main" id="{4F9195E7-F1A2-4B48-B361-E4965F4E4E2F}"/>
                  </a:ext>
                </a:extLst>
              </p:cNvPr>
              <p:cNvSpPr/>
              <p:nvPr/>
            </p:nvSpPr>
            <p:spPr>
              <a:xfrm flipH="1" flipV="1">
                <a:off x="3638880" y="2622240"/>
                <a:ext cx="87480" cy="1944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187" name="Line 676">
                <a:extLst>
                  <a:ext uri="{FF2B5EF4-FFF2-40B4-BE49-F238E27FC236}">
                    <a16:creationId xmlns:a16="http://schemas.microsoft.com/office/drawing/2014/main" id="{515A989E-0827-4661-9CBF-52509A57C808}"/>
                  </a:ext>
                </a:extLst>
              </p:cNvPr>
              <p:cNvSpPr/>
              <p:nvPr/>
            </p:nvSpPr>
            <p:spPr>
              <a:xfrm flipH="1" flipV="1">
                <a:off x="3359520" y="2620080"/>
                <a:ext cx="88920" cy="2484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188" name="Line 677">
                <a:extLst>
                  <a:ext uri="{FF2B5EF4-FFF2-40B4-BE49-F238E27FC236}">
                    <a16:creationId xmlns:a16="http://schemas.microsoft.com/office/drawing/2014/main" id="{0B65C619-EDBA-43B4-B2B7-D98A52E3D36C}"/>
                  </a:ext>
                </a:extLst>
              </p:cNvPr>
              <p:cNvSpPr/>
              <p:nvPr/>
            </p:nvSpPr>
            <p:spPr>
              <a:xfrm flipV="1">
                <a:off x="3308760" y="2620080"/>
                <a:ext cx="50760" cy="756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189" name="Line 678">
                <a:extLst>
                  <a:ext uri="{FF2B5EF4-FFF2-40B4-BE49-F238E27FC236}">
                    <a16:creationId xmlns:a16="http://schemas.microsoft.com/office/drawing/2014/main" id="{C52C07F4-216D-47BE-8676-3F9845B83362}"/>
                  </a:ext>
                </a:extLst>
              </p:cNvPr>
              <p:cNvSpPr/>
              <p:nvPr/>
            </p:nvSpPr>
            <p:spPr>
              <a:xfrm flipH="1" flipV="1">
                <a:off x="2242080" y="2620080"/>
                <a:ext cx="88920" cy="2808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190" name="Line 679">
                <a:extLst>
                  <a:ext uri="{FF2B5EF4-FFF2-40B4-BE49-F238E27FC236}">
                    <a16:creationId xmlns:a16="http://schemas.microsoft.com/office/drawing/2014/main" id="{7EE06BDD-0937-4279-9A7F-D5AE1426B847}"/>
                  </a:ext>
                </a:extLst>
              </p:cNvPr>
              <p:cNvSpPr/>
              <p:nvPr/>
            </p:nvSpPr>
            <p:spPr>
              <a:xfrm flipV="1">
                <a:off x="2191320" y="2620080"/>
                <a:ext cx="50760" cy="13860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191" name="Line 680">
                <a:extLst>
                  <a:ext uri="{FF2B5EF4-FFF2-40B4-BE49-F238E27FC236}">
                    <a16:creationId xmlns:a16="http://schemas.microsoft.com/office/drawing/2014/main" id="{7145FB5E-ABCC-4556-AA01-6BED61E9195C}"/>
                  </a:ext>
                </a:extLst>
              </p:cNvPr>
              <p:cNvSpPr/>
              <p:nvPr/>
            </p:nvSpPr>
            <p:spPr>
              <a:xfrm flipH="1" flipV="1">
                <a:off x="2154240" y="2614320"/>
                <a:ext cx="87840" cy="576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192" name="Line 681">
                <a:extLst>
                  <a:ext uri="{FF2B5EF4-FFF2-40B4-BE49-F238E27FC236}">
                    <a16:creationId xmlns:a16="http://schemas.microsoft.com/office/drawing/2014/main" id="{D343F72C-2382-41F9-9E4E-788049BD6691}"/>
                  </a:ext>
                </a:extLst>
              </p:cNvPr>
              <p:cNvSpPr/>
              <p:nvPr/>
            </p:nvSpPr>
            <p:spPr>
              <a:xfrm flipV="1">
                <a:off x="2065680" y="2614320"/>
                <a:ext cx="88560" cy="1476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193" name="Line 682">
                <a:extLst>
                  <a:ext uri="{FF2B5EF4-FFF2-40B4-BE49-F238E27FC236}">
                    <a16:creationId xmlns:a16="http://schemas.microsoft.com/office/drawing/2014/main" id="{5F3252F9-4984-453E-B588-FE93E63AD6EA}"/>
                  </a:ext>
                </a:extLst>
              </p:cNvPr>
              <p:cNvSpPr/>
              <p:nvPr/>
            </p:nvSpPr>
            <p:spPr>
              <a:xfrm flipV="1">
                <a:off x="2103480" y="2614320"/>
                <a:ext cx="50760" cy="13464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194" name="Line 683">
                <a:extLst>
                  <a:ext uri="{FF2B5EF4-FFF2-40B4-BE49-F238E27FC236}">
                    <a16:creationId xmlns:a16="http://schemas.microsoft.com/office/drawing/2014/main" id="{A71B921F-8634-47B7-883B-314B0A0492B2}"/>
                  </a:ext>
                </a:extLst>
              </p:cNvPr>
              <p:cNvSpPr/>
              <p:nvPr/>
            </p:nvSpPr>
            <p:spPr>
              <a:xfrm flipH="1" flipV="1">
                <a:off x="3193560" y="2613960"/>
                <a:ext cx="51120" cy="2448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195" name="Line 684">
                <a:extLst>
                  <a:ext uri="{FF2B5EF4-FFF2-40B4-BE49-F238E27FC236}">
                    <a16:creationId xmlns:a16="http://schemas.microsoft.com/office/drawing/2014/main" id="{5C4EA031-131F-4283-BF95-EB75F383359D}"/>
                  </a:ext>
                </a:extLst>
              </p:cNvPr>
              <p:cNvSpPr/>
              <p:nvPr/>
            </p:nvSpPr>
            <p:spPr>
              <a:xfrm flipH="1" flipV="1">
                <a:off x="3193560" y="2613960"/>
                <a:ext cx="87840" cy="7092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196" name="Line 685">
                <a:extLst>
                  <a:ext uri="{FF2B5EF4-FFF2-40B4-BE49-F238E27FC236}">
                    <a16:creationId xmlns:a16="http://schemas.microsoft.com/office/drawing/2014/main" id="{5635BC8E-1E66-4718-A6B7-3A12E72A944E}"/>
                  </a:ext>
                </a:extLst>
              </p:cNvPr>
              <p:cNvSpPr/>
              <p:nvPr/>
            </p:nvSpPr>
            <p:spPr>
              <a:xfrm flipV="1">
                <a:off x="1701720" y="2613960"/>
                <a:ext cx="50760" cy="2772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197" name="Line 686">
                <a:extLst>
                  <a:ext uri="{FF2B5EF4-FFF2-40B4-BE49-F238E27FC236}">
                    <a16:creationId xmlns:a16="http://schemas.microsoft.com/office/drawing/2014/main" id="{933D56FC-C985-48E2-8222-F71D5D428A22}"/>
                  </a:ext>
                </a:extLst>
              </p:cNvPr>
              <p:cNvSpPr/>
              <p:nvPr/>
            </p:nvSpPr>
            <p:spPr>
              <a:xfrm flipV="1">
                <a:off x="1663560" y="2613960"/>
                <a:ext cx="88920" cy="1692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198" name="Line 687">
                <a:extLst>
                  <a:ext uri="{FF2B5EF4-FFF2-40B4-BE49-F238E27FC236}">
                    <a16:creationId xmlns:a16="http://schemas.microsoft.com/office/drawing/2014/main" id="{3F251985-64DB-498D-A07D-09D23A63F8D8}"/>
                  </a:ext>
                </a:extLst>
              </p:cNvPr>
              <p:cNvSpPr/>
              <p:nvPr/>
            </p:nvSpPr>
            <p:spPr>
              <a:xfrm flipH="1" flipV="1">
                <a:off x="3212280" y="2609280"/>
                <a:ext cx="45000" cy="1404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199" name="Line 688">
                <a:extLst>
                  <a:ext uri="{FF2B5EF4-FFF2-40B4-BE49-F238E27FC236}">
                    <a16:creationId xmlns:a16="http://schemas.microsoft.com/office/drawing/2014/main" id="{E8EADD03-BFF7-4ABD-B956-8ACD9771F641}"/>
                  </a:ext>
                </a:extLst>
              </p:cNvPr>
              <p:cNvSpPr/>
              <p:nvPr/>
            </p:nvSpPr>
            <p:spPr>
              <a:xfrm flipV="1">
                <a:off x="1574640" y="2608200"/>
                <a:ext cx="50760" cy="2844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200" name="Line 689">
                <a:extLst>
                  <a:ext uri="{FF2B5EF4-FFF2-40B4-BE49-F238E27FC236}">
                    <a16:creationId xmlns:a16="http://schemas.microsoft.com/office/drawing/2014/main" id="{C454EFC9-4730-4340-ACEB-23B7B5844A73}"/>
                  </a:ext>
                </a:extLst>
              </p:cNvPr>
              <p:cNvSpPr/>
              <p:nvPr/>
            </p:nvSpPr>
            <p:spPr>
              <a:xfrm flipV="1">
                <a:off x="1738440" y="2606040"/>
                <a:ext cx="50760" cy="3384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201" name="Line 690">
                <a:extLst>
                  <a:ext uri="{FF2B5EF4-FFF2-40B4-BE49-F238E27FC236}">
                    <a16:creationId xmlns:a16="http://schemas.microsoft.com/office/drawing/2014/main" id="{E71191EC-7C05-4AE0-A58E-F48558DDC05D}"/>
                  </a:ext>
                </a:extLst>
              </p:cNvPr>
              <p:cNvSpPr/>
              <p:nvPr/>
            </p:nvSpPr>
            <p:spPr>
              <a:xfrm flipV="1">
                <a:off x="1701720" y="2606040"/>
                <a:ext cx="87480" cy="3564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202" name="Line 691">
                <a:extLst>
                  <a:ext uri="{FF2B5EF4-FFF2-40B4-BE49-F238E27FC236}">
                    <a16:creationId xmlns:a16="http://schemas.microsoft.com/office/drawing/2014/main" id="{85D24CEC-4083-4578-8D69-CEAA296DAC0C}"/>
                  </a:ext>
                </a:extLst>
              </p:cNvPr>
              <p:cNvSpPr/>
              <p:nvPr/>
            </p:nvSpPr>
            <p:spPr>
              <a:xfrm flipV="1">
                <a:off x="1625400" y="2606040"/>
                <a:ext cx="88920" cy="216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203" name="Line 692">
                <a:extLst>
                  <a:ext uri="{FF2B5EF4-FFF2-40B4-BE49-F238E27FC236}">
                    <a16:creationId xmlns:a16="http://schemas.microsoft.com/office/drawing/2014/main" id="{B09DE4B7-C8F5-470E-A626-D8F4D1F28FD0}"/>
                  </a:ext>
                </a:extLst>
              </p:cNvPr>
              <p:cNvSpPr/>
              <p:nvPr/>
            </p:nvSpPr>
            <p:spPr>
              <a:xfrm flipV="1">
                <a:off x="1663560" y="2606040"/>
                <a:ext cx="50760" cy="2484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204" name="Line 693">
                <a:extLst>
                  <a:ext uri="{FF2B5EF4-FFF2-40B4-BE49-F238E27FC236}">
                    <a16:creationId xmlns:a16="http://schemas.microsoft.com/office/drawing/2014/main" id="{3AF7BE9E-9EDA-4374-94CE-92F19122C819}"/>
                  </a:ext>
                </a:extLst>
              </p:cNvPr>
              <p:cNvSpPr/>
              <p:nvPr/>
            </p:nvSpPr>
            <p:spPr>
              <a:xfrm flipV="1">
                <a:off x="3359520" y="2604960"/>
                <a:ext cx="50760" cy="1512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205" name="Line 694">
                <a:extLst>
                  <a:ext uri="{FF2B5EF4-FFF2-40B4-BE49-F238E27FC236}">
                    <a16:creationId xmlns:a16="http://schemas.microsoft.com/office/drawing/2014/main" id="{DF402310-165E-4005-968E-DF20DDCD9BAF}"/>
                  </a:ext>
                </a:extLst>
              </p:cNvPr>
              <p:cNvSpPr/>
              <p:nvPr/>
            </p:nvSpPr>
            <p:spPr>
              <a:xfrm flipH="1" flipV="1">
                <a:off x="3410280" y="2604960"/>
                <a:ext cx="88920" cy="2160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206" name="Line 695">
                <a:extLst>
                  <a:ext uri="{FF2B5EF4-FFF2-40B4-BE49-F238E27FC236}">
                    <a16:creationId xmlns:a16="http://schemas.microsoft.com/office/drawing/2014/main" id="{CE8D28DB-06E5-4954-9D11-9A8ACE37F1F5}"/>
                  </a:ext>
                </a:extLst>
              </p:cNvPr>
              <p:cNvSpPr/>
              <p:nvPr/>
            </p:nvSpPr>
            <p:spPr>
              <a:xfrm flipV="1">
                <a:off x="1487160" y="2603520"/>
                <a:ext cx="50760" cy="2880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207" name="Line 696">
                <a:extLst>
                  <a:ext uri="{FF2B5EF4-FFF2-40B4-BE49-F238E27FC236}">
                    <a16:creationId xmlns:a16="http://schemas.microsoft.com/office/drawing/2014/main" id="{00B6430C-6C87-46AD-8FF0-82F3602EF3DF}"/>
                  </a:ext>
                </a:extLst>
              </p:cNvPr>
              <p:cNvSpPr/>
              <p:nvPr/>
            </p:nvSpPr>
            <p:spPr>
              <a:xfrm flipH="1" flipV="1">
                <a:off x="1537920" y="2603520"/>
                <a:ext cx="87480" cy="468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208" name="Line 697">
                <a:extLst>
                  <a:ext uri="{FF2B5EF4-FFF2-40B4-BE49-F238E27FC236}">
                    <a16:creationId xmlns:a16="http://schemas.microsoft.com/office/drawing/2014/main" id="{1F84D7A4-E9D1-446F-A73F-ACFBCEDF342C}"/>
                  </a:ext>
                </a:extLst>
              </p:cNvPr>
              <p:cNvSpPr/>
              <p:nvPr/>
            </p:nvSpPr>
            <p:spPr>
              <a:xfrm flipV="1">
                <a:off x="3499200" y="2603520"/>
                <a:ext cx="50760" cy="2304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209" name="Line 698">
                <a:extLst>
                  <a:ext uri="{FF2B5EF4-FFF2-40B4-BE49-F238E27FC236}">
                    <a16:creationId xmlns:a16="http://schemas.microsoft.com/office/drawing/2014/main" id="{A528C090-DA99-432E-85AA-C9AA4F036391}"/>
                  </a:ext>
                </a:extLst>
              </p:cNvPr>
              <p:cNvSpPr/>
              <p:nvPr/>
            </p:nvSpPr>
            <p:spPr>
              <a:xfrm flipH="1" flipV="1">
                <a:off x="3549960" y="2603520"/>
                <a:ext cx="88920" cy="1872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210" name="Line 699">
                <a:extLst>
                  <a:ext uri="{FF2B5EF4-FFF2-40B4-BE49-F238E27FC236}">
                    <a16:creationId xmlns:a16="http://schemas.microsoft.com/office/drawing/2014/main" id="{914F20ED-E43E-4869-BB08-86EB0DE694A1}"/>
                  </a:ext>
                </a:extLst>
              </p:cNvPr>
              <p:cNvSpPr/>
              <p:nvPr/>
            </p:nvSpPr>
            <p:spPr>
              <a:xfrm flipH="1" flipV="1">
                <a:off x="3220200" y="2598480"/>
                <a:ext cx="88560" cy="2916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211" name="Line 700">
                <a:extLst>
                  <a:ext uri="{FF2B5EF4-FFF2-40B4-BE49-F238E27FC236}">
                    <a16:creationId xmlns:a16="http://schemas.microsoft.com/office/drawing/2014/main" id="{7B0393A2-2FCC-4367-AC79-2BDC90BA3E9A}"/>
                  </a:ext>
                </a:extLst>
              </p:cNvPr>
              <p:cNvSpPr/>
              <p:nvPr/>
            </p:nvSpPr>
            <p:spPr>
              <a:xfrm flipV="1">
                <a:off x="2837520" y="2598480"/>
                <a:ext cx="50760" cy="6156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212" name="Line 701">
                <a:extLst>
                  <a:ext uri="{FF2B5EF4-FFF2-40B4-BE49-F238E27FC236}">
                    <a16:creationId xmlns:a16="http://schemas.microsoft.com/office/drawing/2014/main" id="{2E3F8616-5C64-4FB6-96CD-CF7F6648A81F}"/>
                  </a:ext>
                </a:extLst>
              </p:cNvPr>
              <p:cNvSpPr/>
              <p:nvPr/>
            </p:nvSpPr>
            <p:spPr>
              <a:xfrm flipH="1" flipV="1">
                <a:off x="2888280" y="2598480"/>
                <a:ext cx="87480" cy="12276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213" name="Line 702">
                <a:extLst>
                  <a:ext uri="{FF2B5EF4-FFF2-40B4-BE49-F238E27FC236}">
                    <a16:creationId xmlns:a16="http://schemas.microsoft.com/office/drawing/2014/main" id="{715FE812-B922-45A4-9549-4A7D85B0F8A9}"/>
                  </a:ext>
                </a:extLst>
              </p:cNvPr>
              <p:cNvSpPr/>
              <p:nvPr/>
            </p:nvSpPr>
            <p:spPr>
              <a:xfrm flipH="1" flipV="1">
                <a:off x="3271680" y="2596680"/>
                <a:ext cx="87840" cy="2340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214" name="Line 703">
                <a:extLst>
                  <a:ext uri="{FF2B5EF4-FFF2-40B4-BE49-F238E27FC236}">
                    <a16:creationId xmlns:a16="http://schemas.microsoft.com/office/drawing/2014/main" id="{27294F8B-69D0-41F4-8D2A-53C2852AB055}"/>
                  </a:ext>
                </a:extLst>
              </p:cNvPr>
              <p:cNvSpPr/>
              <p:nvPr/>
            </p:nvSpPr>
            <p:spPr>
              <a:xfrm flipV="1">
                <a:off x="3220200" y="2596680"/>
                <a:ext cx="51480" cy="180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215" name="Line 704">
                <a:extLst>
                  <a:ext uri="{FF2B5EF4-FFF2-40B4-BE49-F238E27FC236}">
                    <a16:creationId xmlns:a16="http://schemas.microsoft.com/office/drawing/2014/main" id="{B1A68262-3C9E-475F-821F-7BD111C0A1F2}"/>
                  </a:ext>
                </a:extLst>
              </p:cNvPr>
              <p:cNvSpPr/>
              <p:nvPr/>
            </p:nvSpPr>
            <p:spPr>
              <a:xfrm flipV="1">
                <a:off x="1850760" y="2594160"/>
                <a:ext cx="88920" cy="5832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216" name="Line 705">
                <a:extLst>
                  <a:ext uri="{FF2B5EF4-FFF2-40B4-BE49-F238E27FC236}">
                    <a16:creationId xmlns:a16="http://schemas.microsoft.com/office/drawing/2014/main" id="{3292D840-99DB-4E4D-BE0D-EEDA312A5DB9}"/>
                  </a:ext>
                </a:extLst>
              </p:cNvPr>
              <p:cNvSpPr/>
              <p:nvPr/>
            </p:nvSpPr>
            <p:spPr>
              <a:xfrm flipV="1">
                <a:off x="1888920" y="2594160"/>
                <a:ext cx="50760" cy="10476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217" name="Line 706">
                <a:extLst>
                  <a:ext uri="{FF2B5EF4-FFF2-40B4-BE49-F238E27FC236}">
                    <a16:creationId xmlns:a16="http://schemas.microsoft.com/office/drawing/2014/main" id="{8FEED7FF-493E-4C00-B5EC-8B51A2E64ECD}"/>
                  </a:ext>
                </a:extLst>
              </p:cNvPr>
              <p:cNvSpPr/>
              <p:nvPr/>
            </p:nvSpPr>
            <p:spPr>
              <a:xfrm flipV="1">
                <a:off x="1752480" y="2590920"/>
                <a:ext cx="50760" cy="2304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218" name="Line 707">
                <a:extLst>
                  <a:ext uri="{FF2B5EF4-FFF2-40B4-BE49-F238E27FC236}">
                    <a16:creationId xmlns:a16="http://schemas.microsoft.com/office/drawing/2014/main" id="{09562F2D-D052-4AC1-8049-BF9431CC4C83}"/>
                  </a:ext>
                </a:extLst>
              </p:cNvPr>
              <p:cNvSpPr/>
              <p:nvPr/>
            </p:nvSpPr>
            <p:spPr>
              <a:xfrm flipV="1">
                <a:off x="1714320" y="2590920"/>
                <a:ext cx="88920" cy="1512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219" name="Line 708">
                <a:extLst>
                  <a:ext uri="{FF2B5EF4-FFF2-40B4-BE49-F238E27FC236}">
                    <a16:creationId xmlns:a16="http://schemas.microsoft.com/office/drawing/2014/main" id="{C4EADBCE-6601-4293-8358-4A0319DAED02}"/>
                  </a:ext>
                </a:extLst>
              </p:cNvPr>
              <p:cNvSpPr/>
              <p:nvPr/>
            </p:nvSpPr>
            <p:spPr>
              <a:xfrm flipH="1" flipV="1">
                <a:off x="3183480" y="2590920"/>
                <a:ext cx="36720" cy="756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220" name="Line 709">
                <a:extLst>
                  <a:ext uri="{FF2B5EF4-FFF2-40B4-BE49-F238E27FC236}">
                    <a16:creationId xmlns:a16="http://schemas.microsoft.com/office/drawing/2014/main" id="{F5F38D1B-738F-41B9-9DA8-C9B6DE37C3DE}"/>
                  </a:ext>
                </a:extLst>
              </p:cNvPr>
              <p:cNvSpPr/>
              <p:nvPr/>
            </p:nvSpPr>
            <p:spPr>
              <a:xfrm flipV="1">
                <a:off x="1752480" y="2589120"/>
                <a:ext cx="64080" cy="2484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221" name="Line 710">
                <a:extLst>
                  <a:ext uri="{FF2B5EF4-FFF2-40B4-BE49-F238E27FC236}">
                    <a16:creationId xmlns:a16="http://schemas.microsoft.com/office/drawing/2014/main" id="{675276F1-43B1-4D47-9C19-FCE3FB3BE3CE}"/>
                  </a:ext>
                </a:extLst>
              </p:cNvPr>
              <p:cNvSpPr/>
              <p:nvPr/>
            </p:nvSpPr>
            <p:spPr>
              <a:xfrm flipV="1">
                <a:off x="1776600" y="2586600"/>
                <a:ext cx="50760" cy="4644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222" name="Line 711">
                <a:extLst>
                  <a:ext uri="{FF2B5EF4-FFF2-40B4-BE49-F238E27FC236}">
                    <a16:creationId xmlns:a16="http://schemas.microsoft.com/office/drawing/2014/main" id="{8A61D8AC-B246-4A9C-9A4D-14C064B1F2BC}"/>
                  </a:ext>
                </a:extLst>
              </p:cNvPr>
              <p:cNvSpPr/>
              <p:nvPr/>
            </p:nvSpPr>
            <p:spPr>
              <a:xfrm flipV="1">
                <a:off x="1738440" y="2586600"/>
                <a:ext cx="88920" cy="5328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223" name="Line 712">
                <a:extLst>
                  <a:ext uri="{FF2B5EF4-FFF2-40B4-BE49-F238E27FC236}">
                    <a16:creationId xmlns:a16="http://schemas.microsoft.com/office/drawing/2014/main" id="{51091980-A599-4D90-96E6-1008FEF1DFF9}"/>
                  </a:ext>
                </a:extLst>
              </p:cNvPr>
              <p:cNvSpPr/>
              <p:nvPr/>
            </p:nvSpPr>
            <p:spPr>
              <a:xfrm flipH="1" flipV="1">
                <a:off x="3142800" y="2585160"/>
                <a:ext cx="87840" cy="8712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224" name="Line 713">
                <a:extLst>
                  <a:ext uri="{FF2B5EF4-FFF2-40B4-BE49-F238E27FC236}">
                    <a16:creationId xmlns:a16="http://schemas.microsoft.com/office/drawing/2014/main" id="{E0D0BF7F-C18C-4A9E-BC90-CBA6A9987253}"/>
                  </a:ext>
                </a:extLst>
              </p:cNvPr>
              <p:cNvSpPr/>
              <p:nvPr/>
            </p:nvSpPr>
            <p:spPr>
              <a:xfrm flipH="1" flipV="1">
                <a:off x="3142800" y="2585160"/>
                <a:ext cx="50760" cy="2880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225" name="Line 714">
                <a:extLst>
                  <a:ext uri="{FF2B5EF4-FFF2-40B4-BE49-F238E27FC236}">
                    <a16:creationId xmlns:a16="http://schemas.microsoft.com/office/drawing/2014/main" id="{45CA3CBF-4B7C-4691-BE52-31AB2B6623B7}"/>
                  </a:ext>
                </a:extLst>
              </p:cNvPr>
              <p:cNvSpPr/>
              <p:nvPr/>
            </p:nvSpPr>
            <p:spPr>
              <a:xfrm flipH="1" flipV="1">
                <a:off x="3322440" y="2584440"/>
                <a:ext cx="87840" cy="2052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226" name="Line 715">
                <a:extLst>
                  <a:ext uri="{FF2B5EF4-FFF2-40B4-BE49-F238E27FC236}">
                    <a16:creationId xmlns:a16="http://schemas.microsoft.com/office/drawing/2014/main" id="{096FB3C7-BED7-4D8E-8CF1-A03F0288D68F}"/>
                  </a:ext>
                </a:extLst>
              </p:cNvPr>
              <p:cNvSpPr/>
              <p:nvPr/>
            </p:nvSpPr>
            <p:spPr>
              <a:xfrm flipV="1">
                <a:off x="3271680" y="2584440"/>
                <a:ext cx="50760" cy="1224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227" name="Line 716">
                <a:extLst>
                  <a:ext uri="{FF2B5EF4-FFF2-40B4-BE49-F238E27FC236}">
                    <a16:creationId xmlns:a16="http://schemas.microsoft.com/office/drawing/2014/main" id="{C6E60A15-270A-46B8-BCA0-3B08DEB84251}"/>
                  </a:ext>
                </a:extLst>
              </p:cNvPr>
              <p:cNvSpPr/>
              <p:nvPr/>
            </p:nvSpPr>
            <p:spPr>
              <a:xfrm flipV="1">
                <a:off x="3410280" y="2584440"/>
                <a:ext cx="50760" cy="2052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228" name="Line 717">
                <a:extLst>
                  <a:ext uri="{FF2B5EF4-FFF2-40B4-BE49-F238E27FC236}">
                    <a16:creationId xmlns:a16="http://schemas.microsoft.com/office/drawing/2014/main" id="{070F2AFF-9A63-462A-B6EA-A583DF5CB90C}"/>
                  </a:ext>
                </a:extLst>
              </p:cNvPr>
              <p:cNvSpPr/>
              <p:nvPr/>
            </p:nvSpPr>
            <p:spPr>
              <a:xfrm flipH="1" flipV="1">
                <a:off x="3461040" y="2584440"/>
                <a:ext cx="88920" cy="1908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229" name="Line 718">
                <a:extLst>
                  <a:ext uri="{FF2B5EF4-FFF2-40B4-BE49-F238E27FC236}">
                    <a16:creationId xmlns:a16="http://schemas.microsoft.com/office/drawing/2014/main" id="{A62387E2-D9E0-4083-B015-6C5EEA4F2DA4}"/>
                  </a:ext>
                </a:extLst>
              </p:cNvPr>
              <p:cNvSpPr/>
              <p:nvPr/>
            </p:nvSpPr>
            <p:spPr>
              <a:xfrm flipV="1">
                <a:off x="1803240" y="2583360"/>
                <a:ext cx="24120" cy="756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230" name="Line 719">
                <a:extLst>
                  <a:ext uri="{FF2B5EF4-FFF2-40B4-BE49-F238E27FC236}">
                    <a16:creationId xmlns:a16="http://schemas.microsoft.com/office/drawing/2014/main" id="{9836012A-52E0-47C4-ADFB-31D7CE2D07BF}"/>
                  </a:ext>
                </a:extLst>
              </p:cNvPr>
              <p:cNvSpPr/>
              <p:nvPr/>
            </p:nvSpPr>
            <p:spPr>
              <a:xfrm flipV="1">
                <a:off x="1625400" y="2581920"/>
                <a:ext cx="51480" cy="2628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231" name="Line 720">
                <a:extLst>
                  <a:ext uri="{FF2B5EF4-FFF2-40B4-BE49-F238E27FC236}">
                    <a16:creationId xmlns:a16="http://schemas.microsoft.com/office/drawing/2014/main" id="{C91E1A6D-7D80-45BF-8E61-1465A9EBA8EF}"/>
                  </a:ext>
                </a:extLst>
              </p:cNvPr>
              <p:cNvSpPr/>
              <p:nvPr/>
            </p:nvSpPr>
            <p:spPr>
              <a:xfrm flipV="1">
                <a:off x="1714320" y="2581920"/>
                <a:ext cx="50760" cy="2412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232" name="Line 721">
                <a:extLst>
                  <a:ext uri="{FF2B5EF4-FFF2-40B4-BE49-F238E27FC236}">
                    <a16:creationId xmlns:a16="http://schemas.microsoft.com/office/drawing/2014/main" id="{F3CBE1B1-E364-4E5A-B879-D2E6671AC55C}"/>
                  </a:ext>
                </a:extLst>
              </p:cNvPr>
              <p:cNvSpPr/>
              <p:nvPr/>
            </p:nvSpPr>
            <p:spPr>
              <a:xfrm>
                <a:off x="1676880" y="2581920"/>
                <a:ext cx="88200" cy="72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233" name="Line 722">
                <a:extLst>
                  <a:ext uri="{FF2B5EF4-FFF2-40B4-BE49-F238E27FC236}">
                    <a16:creationId xmlns:a16="http://schemas.microsoft.com/office/drawing/2014/main" id="{B98FC498-D060-4354-BBD4-2B78066F24A0}"/>
                  </a:ext>
                </a:extLst>
              </p:cNvPr>
              <p:cNvSpPr/>
              <p:nvPr/>
            </p:nvSpPr>
            <p:spPr>
              <a:xfrm flipV="1">
                <a:off x="1803240" y="2579040"/>
                <a:ext cx="29160" cy="1188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234" name="Line 723">
                <a:extLst>
                  <a:ext uri="{FF2B5EF4-FFF2-40B4-BE49-F238E27FC236}">
                    <a16:creationId xmlns:a16="http://schemas.microsoft.com/office/drawing/2014/main" id="{A3DD6F9C-76E5-4AB3-8B3A-965B5074530C}"/>
                  </a:ext>
                </a:extLst>
              </p:cNvPr>
              <p:cNvSpPr/>
              <p:nvPr/>
            </p:nvSpPr>
            <p:spPr>
              <a:xfrm flipV="1">
                <a:off x="1537920" y="2575800"/>
                <a:ext cx="51480" cy="2772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235" name="Line 724">
                <a:extLst>
                  <a:ext uri="{FF2B5EF4-FFF2-40B4-BE49-F238E27FC236}">
                    <a16:creationId xmlns:a16="http://schemas.microsoft.com/office/drawing/2014/main" id="{2183F322-8289-4B25-B1A7-34F6197DAEC4}"/>
                  </a:ext>
                </a:extLst>
              </p:cNvPr>
              <p:cNvSpPr/>
              <p:nvPr/>
            </p:nvSpPr>
            <p:spPr>
              <a:xfrm flipH="1" flipV="1">
                <a:off x="1589400" y="2575800"/>
                <a:ext cx="87480" cy="612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236" name="Line 725">
                <a:extLst>
                  <a:ext uri="{FF2B5EF4-FFF2-40B4-BE49-F238E27FC236}">
                    <a16:creationId xmlns:a16="http://schemas.microsoft.com/office/drawing/2014/main" id="{31A44B69-3D31-41AE-A5B7-7B60549AB08D}"/>
                  </a:ext>
                </a:extLst>
              </p:cNvPr>
              <p:cNvSpPr/>
              <p:nvPr/>
            </p:nvSpPr>
            <p:spPr>
              <a:xfrm flipH="1" flipV="1">
                <a:off x="3182760" y="2573640"/>
                <a:ext cx="88920" cy="2304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237" name="Line 726">
                <a:extLst>
                  <a:ext uri="{FF2B5EF4-FFF2-40B4-BE49-F238E27FC236}">
                    <a16:creationId xmlns:a16="http://schemas.microsoft.com/office/drawing/2014/main" id="{D44F1E5F-9096-430F-AFBF-8F672DB8502E}"/>
                  </a:ext>
                </a:extLst>
              </p:cNvPr>
              <p:cNvSpPr/>
              <p:nvPr/>
            </p:nvSpPr>
            <p:spPr>
              <a:xfrm flipV="1">
                <a:off x="1765080" y="2572560"/>
                <a:ext cx="78120" cy="936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238" name="Line 727">
                <a:extLst>
                  <a:ext uri="{FF2B5EF4-FFF2-40B4-BE49-F238E27FC236}">
                    <a16:creationId xmlns:a16="http://schemas.microsoft.com/office/drawing/2014/main" id="{1A706F4C-DAF8-4BD4-9D10-D33120D094E5}"/>
                  </a:ext>
                </a:extLst>
              </p:cNvPr>
              <p:cNvSpPr/>
              <p:nvPr/>
            </p:nvSpPr>
            <p:spPr>
              <a:xfrm flipH="1" flipV="1">
                <a:off x="3151080" y="2572560"/>
                <a:ext cx="31680" cy="108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239" name="Line 728">
                <a:extLst>
                  <a:ext uri="{FF2B5EF4-FFF2-40B4-BE49-F238E27FC236}">
                    <a16:creationId xmlns:a16="http://schemas.microsoft.com/office/drawing/2014/main" id="{71C8C97E-99E4-4D9F-BC09-F693E8B266B7}"/>
                  </a:ext>
                </a:extLst>
              </p:cNvPr>
              <p:cNvSpPr/>
              <p:nvPr/>
            </p:nvSpPr>
            <p:spPr>
              <a:xfrm flipV="1">
                <a:off x="1789200" y="2570760"/>
                <a:ext cx="58680" cy="3528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240" name="Line 729">
                <a:extLst>
                  <a:ext uri="{FF2B5EF4-FFF2-40B4-BE49-F238E27FC236}">
                    <a16:creationId xmlns:a16="http://schemas.microsoft.com/office/drawing/2014/main" id="{30C16EB2-628C-414B-9FCB-857A4D86405D}"/>
                  </a:ext>
                </a:extLst>
              </p:cNvPr>
              <p:cNvSpPr/>
              <p:nvPr/>
            </p:nvSpPr>
            <p:spPr>
              <a:xfrm flipV="1">
                <a:off x="1776600" y="2568240"/>
                <a:ext cx="87480" cy="6480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241" name="Line 730">
                <a:extLst>
                  <a:ext uri="{FF2B5EF4-FFF2-40B4-BE49-F238E27FC236}">
                    <a16:creationId xmlns:a16="http://schemas.microsoft.com/office/drawing/2014/main" id="{32AE8104-2B55-40CD-BA91-5248C483E1A9}"/>
                  </a:ext>
                </a:extLst>
              </p:cNvPr>
              <p:cNvSpPr/>
              <p:nvPr/>
            </p:nvSpPr>
            <p:spPr>
              <a:xfrm flipV="1">
                <a:off x="1813320" y="2568240"/>
                <a:ext cx="50760" cy="6480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242" name="Line 731">
                <a:extLst>
                  <a:ext uri="{FF2B5EF4-FFF2-40B4-BE49-F238E27FC236}">
                    <a16:creationId xmlns:a16="http://schemas.microsoft.com/office/drawing/2014/main" id="{ACF04FC6-8943-4CE2-A999-3837A4DB4326}"/>
                  </a:ext>
                </a:extLst>
              </p:cNvPr>
              <p:cNvSpPr/>
              <p:nvPr/>
            </p:nvSpPr>
            <p:spPr>
              <a:xfrm flipV="1">
                <a:off x="1850760" y="2566080"/>
                <a:ext cx="50760" cy="8640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243" name="Line 732">
                <a:extLst>
                  <a:ext uri="{FF2B5EF4-FFF2-40B4-BE49-F238E27FC236}">
                    <a16:creationId xmlns:a16="http://schemas.microsoft.com/office/drawing/2014/main" id="{2810052A-1F3C-47B8-8848-275E316ED0A6}"/>
                  </a:ext>
                </a:extLst>
              </p:cNvPr>
              <p:cNvSpPr/>
              <p:nvPr/>
            </p:nvSpPr>
            <p:spPr>
              <a:xfrm flipV="1">
                <a:off x="1813320" y="2566080"/>
                <a:ext cx="88200" cy="6696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244" name="Line 733">
                <a:extLst>
                  <a:ext uri="{FF2B5EF4-FFF2-40B4-BE49-F238E27FC236}">
                    <a16:creationId xmlns:a16="http://schemas.microsoft.com/office/drawing/2014/main" id="{11CE575A-4FC9-43BC-B50B-5A33B0C5CB89}"/>
                  </a:ext>
                </a:extLst>
              </p:cNvPr>
              <p:cNvSpPr/>
              <p:nvPr/>
            </p:nvSpPr>
            <p:spPr>
              <a:xfrm flipV="1">
                <a:off x="3322440" y="2565000"/>
                <a:ext cx="51120" cy="1944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245" name="Line 734">
                <a:extLst>
                  <a:ext uri="{FF2B5EF4-FFF2-40B4-BE49-F238E27FC236}">
                    <a16:creationId xmlns:a16="http://schemas.microsoft.com/office/drawing/2014/main" id="{C287C1E3-3262-4966-91D7-3E858E5DEB52}"/>
                  </a:ext>
                </a:extLst>
              </p:cNvPr>
              <p:cNvSpPr/>
              <p:nvPr/>
            </p:nvSpPr>
            <p:spPr>
              <a:xfrm flipH="1" flipV="1">
                <a:off x="3373560" y="2565000"/>
                <a:ext cx="87480" cy="1944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246" name="Line 735">
                <a:extLst>
                  <a:ext uri="{FF2B5EF4-FFF2-40B4-BE49-F238E27FC236}">
                    <a16:creationId xmlns:a16="http://schemas.microsoft.com/office/drawing/2014/main" id="{8F124F99-2894-44C6-B5D3-095AFECF21AE}"/>
                  </a:ext>
                </a:extLst>
              </p:cNvPr>
              <p:cNvSpPr/>
              <p:nvPr/>
            </p:nvSpPr>
            <p:spPr>
              <a:xfrm flipH="1" flipV="1">
                <a:off x="3233880" y="2563560"/>
                <a:ext cx="88560" cy="2088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247" name="Line 736">
                <a:extLst>
                  <a:ext uri="{FF2B5EF4-FFF2-40B4-BE49-F238E27FC236}">
                    <a16:creationId xmlns:a16="http://schemas.microsoft.com/office/drawing/2014/main" id="{AEB49C20-FF79-45AE-92CD-B03451A357CE}"/>
                  </a:ext>
                </a:extLst>
              </p:cNvPr>
              <p:cNvSpPr/>
              <p:nvPr/>
            </p:nvSpPr>
            <p:spPr>
              <a:xfrm flipV="1">
                <a:off x="3182760" y="2563560"/>
                <a:ext cx="51120" cy="1008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248" name="Line 737">
                <a:extLst>
                  <a:ext uri="{FF2B5EF4-FFF2-40B4-BE49-F238E27FC236}">
                    <a16:creationId xmlns:a16="http://schemas.microsoft.com/office/drawing/2014/main" id="{44EFCB7D-38F5-4268-A48E-0FEB1FB76B26}"/>
                  </a:ext>
                </a:extLst>
              </p:cNvPr>
              <p:cNvSpPr/>
              <p:nvPr/>
            </p:nvSpPr>
            <p:spPr>
              <a:xfrm flipH="1" flipV="1">
                <a:off x="2470680" y="2563560"/>
                <a:ext cx="87480" cy="7812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249" name="Line 738">
                <a:extLst>
                  <a:ext uri="{FF2B5EF4-FFF2-40B4-BE49-F238E27FC236}">
                    <a16:creationId xmlns:a16="http://schemas.microsoft.com/office/drawing/2014/main" id="{BE0B05F4-914A-41A1-ACCB-B717FF0DD4F3}"/>
                  </a:ext>
                </a:extLst>
              </p:cNvPr>
              <p:cNvSpPr/>
              <p:nvPr/>
            </p:nvSpPr>
            <p:spPr>
              <a:xfrm flipV="1">
                <a:off x="2418480" y="2563560"/>
                <a:ext cx="52200" cy="13464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250" name="Line 739">
                <a:extLst>
                  <a:ext uri="{FF2B5EF4-FFF2-40B4-BE49-F238E27FC236}">
                    <a16:creationId xmlns:a16="http://schemas.microsoft.com/office/drawing/2014/main" id="{F840C24D-9626-499F-A67A-FAE290AA52F8}"/>
                  </a:ext>
                </a:extLst>
              </p:cNvPr>
              <p:cNvSpPr/>
              <p:nvPr/>
            </p:nvSpPr>
            <p:spPr>
              <a:xfrm flipH="1" flipV="1">
                <a:off x="3138480" y="2562840"/>
                <a:ext cx="44280" cy="1080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251" name="Line 740">
                <a:extLst>
                  <a:ext uri="{FF2B5EF4-FFF2-40B4-BE49-F238E27FC236}">
                    <a16:creationId xmlns:a16="http://schemas.microsoft.com/office/drawing/2014/main" id="{E99BF49A-D44A-4F9F-90BF-0F5B620597D6}"/>
                  </a:ext>
                </a:extLst>
              </p:cNvPr>
              <p:cNvSpPr/>
              <p:nvPr/>
            </p:nvSpPr>
            <p:spPr>
              <a:xfrm flipV="1">
                <a:off x="1765080" y="2559960"/>
                <a:ext cx="51480" cy="2196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252" name="Line 741">
                <a:extLst>
                  <a:ext uri="{FF2B5EF4-FFF2-40B4-BE49-F238E27FC236}">
                    <a16:creationId xmlns:a16="http://schemas.microsoft.com/office/drawing/2014/main" id="{311BA76F-06EE-4993-9D9C-765D24A11D84}"/>
                  </a:ext>
                </a:extLst>
              </p:cNvPr>
              <p:cNvSpPr/>
              <p:nvPr/>
            </p:nvSpPr>
            <p:spPr>
              <a:xfrm flipH="1" flipV="1">
                <a:off x="3091320" y="2558520"/>
                <a:ext cx="88560" cy="10152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253" name="Line 742">
                <a:extLst>
                  <a:ext uri="{FF2B5EF4-FFF2-40B4-BE49-F238E27FC236}">
                    <a16:creationId xmlns:a16="http://schemas.microsoft.com/office/drawing/2014/main" id="{5FCED116-B384-496F-AB80-EA736C19D9AD}"/>
                  </a:ext>
                </a:extLst>
              </p:cNvPr>
              <p:cNvSpPr/>
              <p:nvPr/>
            </p:nvSpPr>
            <p:spPr>
              <a:xfrm flipH="1" flipV="1">
                <a:off x="3091320" y="2558520"/>
                <a:ext cx="51480" cy="2664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254" name="Line 743">
                <a:extLst>
                  <a:ext uri="{FF2B5EF4-FFF2-40B4-BE49-F238E27FC236}">
                    <a16:creationId xmlns:a16="http://schemas.microsoft.com/office/drawing/2014/main" id="{4FDADA7E-A89A-4062-BCAC-793EFB229933}"/>
                  </a:ext>
                </a:extLst>
              </p:cNvPr>
              <p:cNvSpPr/>
              <p:nvPr/>
            </p:nvSpPr>
            <p:spPr>
              <a:xfrm flipH="1" flipV="1">
                <a:off x="2939040" y="2557440"/>
                <a:ext cx="87840" cy="12564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255" name="Line 744">
                <a:extLst>
                  <a:ext uri="{FF2B5EF4-FFF2-40B4-BE49-F238E27FC236}">
                    <a16:creationId xmlns:a16="http://schemas.microsoft.com/office/drawing/2014/main" id="{4243D858-08C5-44D0-A43B-D81ACC0DE1F0}"/>
                  </a:ext>
                </a:extLst>
              </p:cNvPr>
              <p:cNvSpPr/>
              <p:nvPr/>
            </p:nvSpPr>
            <p:spPr>
              <a:xfrm flipV="1">
                <a:off x="2888280" y="2557440"/>
                <a:ext cx="50760" cy="4104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256" name="Line 745">
                <a:extLst>
                  <a:ext uri="{FF2B5EF4-FFF2-40B4-BE49-F238E27FC236}">
                    <a16:creationId xmlns:a16="http://schemas.microsoft.com/office/drawing/2014/main" id="{2A99653A-AD25-4BA9-8387-3C0ED9EA0258}"/>
                  </a:ext>
                </a:extLst>
              </p:cNvPr>
              <p:cNvSpPr/>
              <p:nvPr/>
            </p:nvSpPr>
            <p:spPr>
              <a:xfrm flipV="1">
                <a:off x="1676880" y="2556000"/>
                <a:ext cx="50760" cy="2592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257" name="Line 746">
                <a:extLst>
                  <a:ext uri="{FF2B5EF4-FFF2-40B4-BE49-F238E27FC236}">
                    <a16:creationId xmlns:a16="http://schemas.microsoft.com/office/drawing/2014/main" id="{A088385C-7191-49E2-B474-C17D21AAFBEB}"/>
                  </a:ext>
                </a:extLst>
              </p:cNvPr>
              <p:cNvSpPr/>
              <p:nvPr/>
            </p:nvSpPr>
            <p:spPr>
              <a:xfrm flipH="1" flipV="1">
                <a:off x="1727640" y="2556000"/>
                <a:ext cx="88920" cy="396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258" name="Line 747">
                <a:extLst>
                  <a:ext uri="{FF2B5EF4-FFF2-40B4-BE49-F238E27FC236}">
                    <a16:creationId xmlns:a16="http://schemas.microsoft.com/office/drawing/2014/main" id="{14D4A14C-7CB9-49BE-A580-4B43702536FD}"/>
                  </a:ext>
                </a:extLst>
              </p:cNvPr>
              <p:cNvSpPr/>
              <p:nvPr/>
            </p:nvSpPr>
            <p:spPr>
              <a:xfrm flipV="1">
                <a:off x="1816560" y="2556000"/>
                <a:ext cx="48240" cy="396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259" name="Line 748">
                <a:extLst>
                  <a:ext uri="{FF2B5EF4-FFF2-40B4-BE49-F238E27FC236}">
                    <a16:creationId xmlns:a16="http://schemas.microsoft.com/office/drawing/2014/main" id="{BAAB3FAC-3C67-4DC5-A1DA-250325D9F6A5}"/>
                  </a:ext>
                </a:extLst>
              </p:cNvPr>
              <p:cNvSpPr/>
              <p:nvPr/>
            </p:nvSpPr>
            <p:spPr>
              <a:xfrm flipV="1">
                <a:off x="1589400" y="2547720"/>
                <a:ext cx="50760" cy="2808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260" name="Line 749">
                <a:extLst>
                  <a:ext uri="{FF2B5EF4-FFF2-40B4-BE49-F238E27FC236}">
                    <a16:creationId xmlns:a16="http://schemas.microsoft.com/office/drawing/2014/main" id="{86D1FD09-C07C-47F3-980B-167EBB673D12}"/>
                  </a:ext>
                </a:extLst>
              </p:cNvPr>
              <p:cNvSpPr/>
              <p:nvPr/>
            </p:nvSpPr>
            <p:spPr>
              <a:xfrm flipH="1" flipV="1">
                <a:off x="1640160" y="2547720"/>
                <a:ext cx="87480" cy="828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261" name="Line 750">
                <a:extLst>
                  <a:ext uri="{FF2B5EF4-FFF2-40B4-BE49-F238E27FC236}">
                    <a16:creationId xmlns:a16="http://schemas.microsoft.com/office/drawing/2014/main" id="{E4CA7C9C-496E-44C3-AD37-C8EB156368DD}"/>
                  </a:ext>
                </a:extLst>
              </p:cNvPr>
              <p:cNvSpPr/>
              <p:nvPr/>
            </p:nvSpPr>
            <p:spPr>
              <a:xfrm flipH="1" flipV="1">
                <a:off x="3284640" y="2546640"/>
                <a:ext cx="88920" cy="1836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262" name="Line 751">
                <a:extLst>
                  <a:ext uri="{FF2B5EF4-FFF2-40B4-BE49-F238E27FC236}">
                    <a16:creationId xmlns:a16="http://schemas.microsoft.com/office/drawing/2014/main" id="{4BBCC9FC-93C5-4FDD-8878-1BFF688456C3}"/>
                  </a:ext>
                </a:extLst>
              </p:cNvPr>
              <p:cNvSpPr/>
              <p:nvPr/>
            </p:nvSpPr>
            <p:spPr>
              <a:xfrm flipV="1">
                <a:off x="3233880" y="2546640"/>
                <a:ext cx="50760" cy="1692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263" name="Line 752">
                <a:extLst>
                  <a:ext uri="{FF2B5EF4-FFF2-40B4-BE49-F238E27FC236}">
                    <a16:creationId xmlns:a16="http://schemas.microsoft.com/office/drawing/2014/main" id="{1B6B7120-9DAE-486A-8936-440C551FC6BA}"/>
                  </a:ext>
                </a:extLst>
              </p:cNvPr>
              <p:cNvSpPr/>
              <p:nvPr/>
            </p:nvSpPr>
            <p:spPr>
              <a:xfrm flipV="1">
                <a:off x="3118680" y="2544480"/>
                <a:ext cx="26280" cy="396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264" name="Line 753">
                <a:extLst>
                  <a:ext uri="{FF2B5EF4-FFF2-40B4-BE49-F238E27FC236}">
                    <a16:creationId xmlns:a16="http://schemas.microsoft.com/office/drawing/2014/main" id="{2DCBA631-C572-4142-B3DE-A132014EFB22}"/>
                  </a:ext>
                </a:extLst>
              </p:cNvPr>
              <p:cNvSpPr/>
              <p:nvPr/>
            </p:nvSpPr>
            <p:spPr>
              <a:xfrm flipH="1" flipV="1">
                <a:off x="3144960" y="2544480"/>
                <a:ext cx="88920" cy="1908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265" name="Line 754">
                <a:extLst>
                  <a:ext uri="{FF2B5EF4-FFF2-40B4-BE49-F238E27FC236}">
                    <a16:creationId xmlns:a16="http://schemas.microsoft.com/office/drawing/2014/main" id="{BD72D30F-6BCD-4B0A-B7C6-15397BA6DA73}"/>
                  </a:ext>
                </a:extLst>
              </p:cNvPr>
              <p:cNvSpPr/>
              <p:nvPr/>
            </p:nvSpPr>
            <p:spPr>
              <a:xfrm flipH="1" flipV="1">
                <a:off x="3040560" y="2541600"/>
                <a:ext cx="50760" cy="1692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266" name="Line 755">
                <a:extLst>
                  <a:ext uri="{FF2B5EF4-FFF2-40B4-BE49-F238E27FC236}">
                    <a16:creationId xmlns:a16="http://schemas.microsoft.com/office/drawing/2014/main" id="{BCA8AFCE-5303-43E8-BF3C-F9509F33AA22}"/>
                  </a:ext>
                </a:extLst>
              </p:cNvPr>
              <p:cNvSpPr/>
              <p:nvPr/>
            </p:nvSpPr>
            <p:spPr>
              <a:xfrm flipH="1" flipV="1">
                <a:off x="3040560" y="2541600"/>
                <a:ext cx="87840" cy="11340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267" name="Line 756">
                <a:extLst>
                  <a:ext uri="{FF2B5EF4-FFF2-40B4-BE49-F238E27FC236}">
                    <a16:creationId xmlns:a16="http://schemas.microsoft.com/office/drawing/2014/main" id="{8A7FA396-C674-405D-9386-6E9AEB52AE1C}"/>
                  </a:ext>
                </a:extLst>
              </p:cNvPr>
              <p:cNvSpPr/>
              <p:nvPr/>
            </p:nvSpPr>
            <p:spPr>
              <a:xfrm flipV="1">
                <a:off x="1976760" y="2538720"/>
                <a:ext cx="50760" cy="12132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268" name="Line 757">
                <a:extLst>
                  <a:ext uri="{FF2B5EF4-FFF2-40B4-BE49-F238E27FC236}">
                    <a16:creationId xmlns:a16="http://schemas.microsoft.com/office/drawing/2014/main" id="{656064BB-2623-4C06-BAFC-4FEFF4AACFE4}"/>
                  </a:ext>
                </a:extLst>
              </p:cNvPr>
              <p:cNvSpPr/>
              <p:nvPr/>
            </p:nvSpPr>
            <p:spPr>
              <a:xfrm flipV="1">
                <a:off x="1939680" y="2538720"/>
                <a:ext cx="87840" cy="5544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269" name="Line 758">
                <a:extLst>
                  <a:ext uri="{FF2B5EF4-FFF2-40B4-BE49-F238E27FC236}">
                    <a16:creationId xmlns:a16="http://schemas.microsoft.com/office/drawing/2014/main" id="{0C382BF9-921C-4B0D-9608-8DEA0032B1CF}"/>
                  </a:ext>
                </a:extLst>
              </p:cNvPr>
              <p:cNvSpPr/>
              <p:nvPr/>
            </p:nvSpPr>
            <p:spPr>
              <a:xfrm flipH="1" flipV="1">
                <a:off x="2989800" y="2538720"/>
                <a:ext cx="87840" cy="12276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270" name="Line 759">
                <a:extLst>
                  <a:ext uri="{FF2B5EF4-FFF2-40B4-BE49-F238E27FC236}">
                    <a16:creationId xmlns:a16="http://schemas.microsoft.com/office/drawing/2014/main" id="{9CC35D82-855B-4C95-AE97-305224F98D64}"/>
                  </a:ext>
                </a:extLst>
              </p:cNvPr>
              <p:cNvSpPr/>
              <p:nvPr/>
            </p:nvSpPr>
            <p:spPr>
              <a:xfrm flipV="1">
                <a:off x="2939040" y="2538720"/>
                <a:ext cx="50760" cy="1872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271" name="Line 760">
                <a:extLst>
                  <a:ext uri="{FF2B5EF4-FFF2-40B4-BE49-F238E27FC236}">
                    <a16:creationId xmlns:a16="http://schemas.microsoft.com/office/drawing/2014/main" id="{839C4170-10DE-4E62-84C2-F57FE874E416}"/>
                  </a:ext>
                </a:extLst>
              </p:cNvPr>
              <p:cNvSpPr/>
              <p:nvPr/>
            </p:nvSpPr>
            <p:spPr>
              <a:xfrm flipH="1" flipV="1">
                <a:off x="2989800" y="2538720"/>
                <a:ext cx="50760" cy="288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272" name="Line 761">
                <a:extLst>
                  <a:ext uri="{FF2B5EF4-FFF2-40B4-BE49-F238E27FC236}">
                    <a16:creationId xmlns:a16="http://schemas.microsoft.com/office/drawing/2014/main" id="{BFB501FF-CC97-4992-A0AC-4D6910CE4DAD}"/>
                  </a:ext>
                </a:extLst>
              </p:cNvPr>
              <p:cNvSpPr/>
              <p:nvPr/>
            </p:nvSpPr>
            <p:spPr>
              <a:xfrm flipV="1">
                <a:off x="2697840" y="2537640"/>
                <a:ext cx="50760" cy="9216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273" name="Line 762">
                <a:extLst>
                  <a:ext uri="{FF2B5EF4-FFF2-40B4-BE49-F238E27FC236}">
                    <a16:creationId xmlns:a16="http://schemas.microsoft.com/office/drawing/2014/main" id="{C9607AC2-C77E-4BA1-9948-9BAE706D687E}"/>
                  </a:ext>
                </a:extLst>
              </p:cNvPr>
              <p:cNvSpPr/>
              <p:nvPr/>
            </p:nvSpPr>
            <p:spPr>
              <a:xfrm flipH="1" flipV="1">
                <a:off x="2748600" y="2537640"/>
                <a:ext cx="88920" cy="12240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274" name="Line 763">
                <a:extLst>
                  <a:ext uri="{FF2B5EF4-FFF2-40B4-BE49-F238E27FC236}">
                    <a16:creationId xmlns:a16="http://schemas.microsoft.com/office/drawing/2014/main" id="{4C0AE0D5-C9ED-4633-8EB5-D81193031D2C}"/>
                  </a:ext>
                </a:extLst>
              </p:cNvPr>
              <p:cNvSpPr/>
              <p:nvPr/>
            </p:nvSpPr>
            <p:spPr>
              <a:xfrm flipV="1">
                <a:off x="1816560" y="2536920"/>
                <a:ext cx="50760" cy="2304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275" name="Line 764">
                <a:extLst>
                  <a:ext uri="{FF2B5EF4-FFF2-40B4-BE49-F238E27FC236}">
                    <a16:creationId xmlns:a16="http://schemas.microsoft.com/office/drawing/2014/main" id="{4FFED2BE-B836-44D1-837E-1275A67F7C5C}"/>
                  </a:ext>
                </a:extLst>
              </p:cNvPr>
              <p:cNvSpPr/>
              <p:nvPr/>
            </p:nvSpPr>
            <p:spPr>
              <a:xfrm>
                <a:off x="1867320" y="2536920"/>
                <a:ext cx="21600" cy="72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276" name="Line 765">
                <a:extLst>
                  <a:ext uri="{FF2B5EF4-FFF2-40B4-BE49-F238E27FC236}">
                    <a16:creationId xmlns:a16="http://schemas.microsoft.com/office/drawing/2014/main" id="{624916F4-89CC-40EA-B21F-57CBDB672A0C}"/>
                  </a:ext>
                </a:extLst>
              </p:cNvPr>
              <p:cNvSpPr/>
              <p:nvPr/>
            </p:nvSpPr>
            <p:spPr>
              <a:xfrm flipH="1" flipV="1">
                <a:off x="3103560" y="2535840"/>
                <a:ext cx="41400" cy="864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277" name="Line 766">
                <a:extLst>
                  <a:ext uri="{FF2B5EF4-FFF2-40B4-BE49-F238E27FC236}">
                    <a16:creationId xmlns:a16="http://schemas.microsoft.com/office/drawing/2014/main" id="{FC0BFE25-F9DF-457F-89EC-DA55CF79F9A9}"/>
                  </a:ext>
                </a:extLst>
              </p:cNvPr>
              <p:cNvSpPr/>
              <p:nvPr/>
            </p:nvSpPr>
            <p:spPr>
              <a:xfrm flipH="1" flipV="1">
                <a:off x="1778400" y="2530080"/>
                <a:ext cx="88920" cy="684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278" name="Line 767">
                <a:extLst>
                  <a:ext uri="{FF2B5EF4-FFF2-40B4-BE49-F238E27FC236}">
                    <a16:creationId xmlns:a16="http://schemas.microsoft.com/office/drawing/2014/main" id="{B649BE0F-858B-4D2C-B97A-C7FF5E9D7363}"/>
                  </a:ext>
                </a:extLst>
              </p:cNvPr>
              <p:cNvSpPr/>
              <p:nvPr/>
            </p:nvSpPr>
            <p:spPr>
              <a:xfrm flipV="1">
                <a:off x="1727640" y="2530080"/>
                <a:ext cx="50760" cy="2592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279" name="Line 768">
                <a:extLst>
                  <a:ext uri="{FF2B5EF4-FFF2-40B4-BE49-F238E27FC236}">
                    <a16:creationId xmlns:a16="http://schemas.microsoft.com/office/drawing/2014/main" id="{5C744124-9B0E-48CA-AF19-1484BE81C04B}"/>
                  </a:ext>
                </a:extLst>
              </p:cNvPr>
              <p:cNvSpPr/>
              <p:nvPr/>
            </p:nvSpPr>
            <p:spPr>
              <a:xfrm flipV="1">
                <a:off x="3144960" y="2527920"/>
                <a:ext cx="50760" cy="1656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280" name="Line 769">
                <a:extLst>
                  <a:ext uri="{FF2B5EF4-FFF2-40B4-BE49-F238E27FC236}">
                    <a16:creationId xmlns:a16="http://schemas.microsoft.com/office/drawing/2014/main" id="{589A89D0-B507-46D8-9C1F-F26145993D9F}"/>
                  </a:ext>
                </a:extLst>
              </p:cNvPr>
              <p:cNvSpPr/>
              <p:nvPr/>
            </p:nvSpPr>
            <p:spPr>
              <a:xfrm flipH="1" flipV="1">
                <a:off x="3195720" y="2527920"/>
                <a:ext cx="88920" cy="1872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281" name="Line 770">
                <a:extLst>
                  <a:ext uri="{FF2B5EF4-FFF2-40B4-BE49-F238E27FC236}">
                    <a16:creationId xmlns:a16="http://schemas.microsoft.com/office/drawing/2014/main" id="{4C555C1C-C811-4DCC-814F-FBFFB1AC727F}"/>
                  </a:ext>
                </a:extLst>
              </p:cNvPr>
              <p:cNvSpPr/>
              <p:nvPr/>
            </p:nvSpPr>
            <p:spPr>
              <a:xfrm flipH="1" flipV="1">
                <a:off x="2608920" y="2523600"/>
                <a:ext cx="88920" cy="10620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282" name="Line 771">
                <a:extLst>
                  <a:ext uri="{FF2B5EF4-FFF2-40B4-BE49-F238E27FC236}">
                    <a16:creationId xmlns:a16="http://schemas.microsoft.com/office/drawing/2014/main" id="{B7C9B609-69C4-43C7-BAAD-1383D55F57C9}"/>
                  </a:ext>
                </a:extLst>
              </p:cNvPr>
              <p:cNvSpPr/>
              <p:nvPr/>
            </p:nvSpPr>
            <p:spPr>
              <a:xfrm flipV="1">
                <a:off x="2558160" y="2523600"/>
                <a:ext cx="50760" cy="11808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283" name="Line 772">
                <a:extLst>
                  <a:ext uri="{FF2B5EF4-FFF2-40B4-BE49-F238E27FC236}">
                    <a16:creationId xmlns:a16="http://schemas.microsoft.com/office/drawing/2014/main" id="{774F7CD3-EF9F-462D-BA67-4849E534BC38}"/>
                  </a:ext>
                </a:extLst>
              </p:cNvPr>
              <p:cNvSpPr/>
              <p:nvPr/>
            </p:nvSpPr>
            <p:spPr>
              <a:xfrm flipV="1">
                <a:off x="1640160" y="2520360"/>
                <a:ext cx="50760" cy="2736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284" name="Line 773">
                <a:extLst>
                  <a:ext uri="{FF2B5EF4-FFF2-40B4-BE49-F238E27FC236}">
                    <a16:creationId xmlns:a16="http://schemas.microsoft.com/office/drawing/2014/main" id="{CABB918E-8957-4B13-A061-93A094935C34}"/>
                  </a:ext>
                </a:extLst>
              </p:cNvPr>
              <p:cNvSpPr/>
              <p:nvPr/>
            </p:nvSpPr>
            <p:spPr>
              <a:xfrm flipH="1" flipV="1">
                <a:off x="1690920" y="2520360"/>
                <a:ext cx="87480" cy="972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285" name="Line 774">
                <a:extLst>
                  <a:ext uri="{FF2B5EF4-FFF2-40B4-BE49-F238E27FC236}">
                    <a16:creationId xmlns:a16="http://schemas.microsoft.com/office/drawing/2014/main" id="{865F877D-309C-4265-88A2-F7C7FFC946B7}"/>
                  </a:ext>
                </a:extLst>
              </p:cNvPr>
              <p:cNvSpPr/>
              <p:nvPr/>
            </p:nvSpPr>
            <p:spPr>
              <a:xfrm flipV="1">
                <a:off x="1867320" y="2515320"/>
                <a:ext cx="47880" cy="2160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286" name="Line 775">
                <a:extLst>
                  <a:ext uri="{FF2B5EF4-FFF2-40B4-BE49-F238E27FC236}">
                    <a16:creationId xmlns:a16="http://schemas.microsoft.com/office/drawing/2014/main" id="{2FAC5870-7618-435E-8775-4A3E8CB47422}"/>
                  </a:ext>
                </a:extLst>
              </p:cNvPr>
              <p:cNvSpPr/>
              <p:nvPr/>
            </p:nvSpPr>
            <p:spPr>
              <a:xfrm flipV="1">
                <a:off x="1864080" y="2515320"/>
                <a:ext cx="51120" cy="5292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287" name="Line 776">
                <a:extLst>
                  <a:ext uri="{FF2B5EF4-FFF2-40B4-BE49-F238E27FC236}">
                    <a16:creationId xmlns:a16="http://schemas.microsoft.com/office/drawing/2014/main" id="{8C2E7CED-5839-4536-AF6E-17C297168955}"/>
                  </a:ext>
                </a:extLst>
              </p:cNvPr>
              <p:cNvSpPr/>
              <p:nvPr/>
            </p:nvSpPr>
            <p:spPr>
              <a:xfrm flipV="1">
                <a:off x="1827360" y="2515320"/>
                <a:ext cx="87840" cy="7128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288" name="Line 777">
                <a:extLst>
                  <a:ext uri="{FF2B5EF4-FFF2-40B4-BE49-F238E27FC236}">
                    <a16:creationId xmlns:a16="http://schemas.microsoft.com/office/drawing/2014/main" id="{CC27147D-293A-4773-AD61-838DECA503BB}"/>
                  </a:ext>
                </a:extLst>
              </p:cNvPr>
              <p:cNvSpPr/>
              <p:nvPr/>
            </p:nvSpPr>
            <p:spPr>
              <a:xfrm flipH="1" flipV="1">
                <a:off x="3107880" y="2509560"/>
                <a:ext cx="87840" cy="1836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289" name="Line 778">
                <a:extLst>
                  <a:ext uri="{FF2B5EF4-FFF2-40B4-BE49-F238E27FC236}">
                    <a16:creationId xmlns:a16="http://schemas.microsoft.com/office/drawing/2014/main" id="{AC67AC11-4649-41D0-93F1-C891ABA7E8FD}"/>
                  </a:ext>
                </a:extLst>
              </p:cNvPr>
              <p:cNvSpPr/>
              <p:nvPr/>
            </p:nvSpPr>
            <p:spPr>
              <a:xfrm flipV="1">
                <a:off x="3083400" y="2509560"/>
                <a:ext cx="24480" cy="900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290" name="Line 779">
                <a:extLst>
                  <a:ext uri="{FF2B5EF4-FFF2-40B4-BE49-F238E27FC236}">
                    <a16:creationId xmlns:a16="http://schemas.microsoft.com/office/drawing/2014/main" id="{B6D28AB2-A64F-4663-88D4-BCB2EEF87060}"/>
                  </a:ext>
                </a:extLst>
              </p:cNvPr>
              <p:cNvSpPr/>
              <p:nvPr/>
            </p:nvSpPr>
            <p:spPr>
              <a:xfrm flipV="1">
                <a:off x="2331000" y="2505240"/>
                <a:ext cx="50760" cy="14292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291" name="Line 780">
                <a:extLst>
                  <a:ext uri="{FF2B5EF4-FFF2-40B4-BE49-F238E27FC236}">
                    <a16:creationId xmlns:a16="http://schemas.microsoft.com/office/drawing/2014/main" id="{5C5091B9-99C1-4D80-8349-A03307DFAFD8}"/>
                  </a:ext>
                </a:extLst>
              </p:cNvPr>
              <p:cNvSpPr/>
              <p:nvPr/>
            </p:nvSpPr>
            <p:spPr>
              <a:xfrm flipH="1" flipV="1">
                <a:off x="2381760" y="2505240"/>
                <a:ext cx="88920" cy="5832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292" name="Line 781">
                <a:extLst>
                  <a:ext uri="{FF2B5EF4-FFF2-40B4-BE49-F238E27FC236}">
                    <a16:creationId xmlns:a16="http://schemas.microsoft.com/office/drawing/2014/main" id="{B1E71C67-A290-4932-828C-AF588A0C99A9}"/>
                  </a:ext>
                </a:extLst>
              </p:cNvPr>
              <p:cNvSpPr/>
              <p:nvPr/>
            </p:nvSpPr>
            <p:spPr>
              <a:xfrm flipH="1" flipV="1">
                <a:off x="1829160" y="2504520"/>
                <a:ext cx="87840" cy="828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293" name="Line 782">
                <a:extLst>
                  <a:ext uri="{FF2B5EF4-FFF2-40B4-BE49-F238E27FC236}">
                    <a16:creationId xmlns:a16="http://schemas.microsoft.com/office/drawing/2014/main" id="{8691A89F-3A7F-41A5-AA3C-E5223DB1ADBA}"/>
                  </a:ext>
                </a:extLst>
              </p:cNvPr>
              <p:cNvSpPr/>
              <p:nvPr/>
            </p:nvSpPr>
            <p:spPr>
              <a:xfrm flipV="1">
                <a:off x="1778400" y="2504520"/>
                <a:ext cx="50760" cy="2556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294" name="Line 783">
                <a:extLst>
                  <a:ext uri="{FF2B5EF4-FFF2-40B4-BE49-F238E27FC236}">
                    <a16:creationId xmlns:a16="http://schemas.microsoft.com/office/drawing/2014/main" id="{1B1FE07D-388E-4AE3-8630-E83A18B5D5F5}"/>
                  </a:ext>
                </a:extLst>
              </p:cNvPr>
              <p:cNvSpPr/>
              <p:nvPr/>
            </p:nvSpPr>
            <p:spPr>
              <a:xfrm flipH="1" flipV="1">
                <a:off x="3067920" y="2502000"/>
                <a:ext cx="39960" cy="756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295" name="Line 784">
                <a:extLst>
                  <a:ext uri="{FF2B5EF4-FFF2-40B4-BE49-F238E27FC236}">
                    <a16:creationId xmlns:a16="http://schemas.microsoft.com/office/drawing/2014/main" id="{0C289BE2-097D-4EDE-897C-9C7266ECCD71}"/>
                  </a:ext>
                </a:extLst>
              </p:cNvPr>
              <p:cNvSpPr/>
              <p:nvPr/>
            </p:nvSpPr>
            <p:spPr>
              <a:xfrm flipV="1">
                <a:off x="2065680" y="2494440"/>
                <a:ext cx="50760" cy="13464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296" name="Line 785">
                <a:extLst>
                  <a:ext uri="{FF2B5EF4-FFF2-40B4-BE49-F238E27FC236}">
                    <a16:creationId xmlns:a16="http://schemas.microsoft.com/office/drawing/2014/main" id="{218B5646-BDA7-45F6-80D8-66013C12AB9E}"/>
                  </a:ext>
                </a:extLst>
              </p:cNvPr>
              <p:cNvSpPr/>
              <p:nvPr/>
            </p:nvSpPr>
            <p:spPr>
              <a:xfrm flipV="1">
                <a:off x="2027520" y="2494440"/>
                <a:ext cx="88920" cy="4428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297" name="Line 786">
                <a:extLst>
                  <a:ext uri="{FF2B5EF4-FFF2-40B4-BE49-F238E27FC236}">
                    <a16:creationId xmlns:a16="http://schemas.microsoft.com/office/drawing/2014/main" id="{441FD175-3E4D-4948-9381-C44A478D8768}"/>
                  </a:ext>
                </a:extLst>
              </p:cNvPr>
              <p:cNvSpPr/>
              <p:nvPr/>
            </p:nvSpPr>
            <p:spPr>
              <a:xfrm flipH="1" flipV="1">
                <a:off x="3053880" y="2493720"/>
                <a:ext cx="88920" cy="9144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298" name="Line 787">
                <a:extLst>
                  <a:ext uri="{FF2B5EF4-FFF2-40B4-BE49-F238E27FC236}">
                    <a16:creationId xmlns:a16="http://schemas.microsoft.com/office/drawing/2014/main" id="{175D1FC0-830A-4381-B9E9-4152ED6716E8}"/>
                  </a:ext>
                </a:extLst>
              </p:cNvPr>
              <p:cNvSpPr/>
              <p:nvPr/>
            </p:nvSpPr>
            <p:spPr>
              <a:xfrm flipV="1">
                <a:off x="1690920" y="2492640"/>
                <a:ext cx="50760" cy="2772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299" name="Line 788">
                <a:extLst>
                  <a:ext uri="{FF2B5EF4-FFF2-40B4-BE49-F238E27FC236}">
                    <a16:creationId xmlns:a16="http://schemas.microsoft.com/office/drawing/2014/main" id="{C0C7F868-11C2-4BAC-B4DA-E3FBBB35279E}"/>
                  </a:ext>
                </a:extLst>
              </p:cNvPr>
              <p:cNvSpPr/>
              <p:nvPr/>
            </p:nvSpPr>
            <p:spPr>
              <a:xfrm flipH="1" flipV="1">
                <a:off x="1741680" y="2492640"/>
                <a:ext cx="87480" cy="1188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300" name="Line 789">
                <a:extLst>
                  <a:ext uri="{FF2B5EF4-FFF2-40B4-BE49-F238E27FC236}">
                    <a16:creationId xmlns:a16="http://schemas.microsoft.com/office/drawing/2014/main" id="{079EEDC6-0423-4D94-83F9-4E6B7DE4AD72}"/>
                  </a:ext>
                </a:extLst>
              </p:cNvPr>
              <p:cNvSpPr/>
              <p:nvPr/>
            </p:nvSpPr>
            <p:spPr>
              <a:xfrm flipV="1">
                <a:off x="1901520" y="2492640"/>
                <a:ext cx="88920" cy="7344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301" name="Line 790">
                <a:extLst>
                  <a:ext uri="{FF2B5EF4-FFF2-40B4-BE49-F238E27FC236}">
                    <a16:creationId xmlns:a16="http://schemas.microsoft.com/office/drawing/2014/main" id="{0D43C9E5-D070-4A62-BBE1-2226034C71BF}"/>
                  </a:ext>
                </a:extLst>
              </p:cNvPr>
              <p:cNvSpPr/>
              <p:nvPr/>
            </p:nvSpPr>
            <p:spPr>
              <a:xfrm flipV="1">
                <a:off x="1939680" y="2492640"/>
                <a:ext cx="50760" cy="10152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302" name="Line 791">
                <a:extLst>
                  <a:ext uri="{FF2B5EF4-FFF2-40B4-BE49-F238E27FC236}">
                    <a16:creationId xmlns:a16="http://schemas.microsoft.com/office/drawing/2014/main" id="{C3DDAE81-F51A-4C7F-A6FA-2B482DB24732}"/>
                  </a:ext>
                </a:extLst>
              </p:cNvPr>
              <p:cNvSpPr/>
              <p:nvPr/>
            </p:nvSpPr>
            <p:spPr>
              <a:xfrm flipV="1">
                <a:off x="1864080" y="2487960"/>
                <a:ext cx="88560" cy="8028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303" name="Line 792">
                <a:extLst>
                  <a:ext uri="{FF2B5EF4-FFF2-40B4-BE49-F238E27FC236}">
                    <a16:creationId xmlns:a16="http://schemas.microsoft.com/office/drawing/2014/main" id="{973022F5-A9C1-4182-AD7D-2B0E500E3B9E}"/>
                  </a:ext>
                </a:extLst>
              </p:cNvPr>
              <p:cNvSpPr/>
              <p:nvPr/>
            </p:nvSpPr>
            <p:spPr>
              <a:xfrm flipV="1">
                <a:off x="1901520" y="2487960"/>
                <a:ext cx="51120" cy="7812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304" name="Line 793">
                <a:extLst>
                  <a:ext uri="{FF2B5EF4-FFF2-40B4-BE49-F238E27FC236}">
                    <a16:creationId xmlns:a16="http://schemas.microsoft.com/office/drawing/2014/main" id="{E7EFAA01-6E56-4398-B2B2-59E388CE6336}"/>
                  </a:ext>
                </a:extLst>
              </p:cNvPr>
              <p:cNvSpPr/>
              <p:nvPr/>
            </p:nvSpPr>
            <p:spPr>
              <a:xfrm flipV="1">
                <a:off x="1829160" y="2478600"/>
                <a:ext cx="51120" cy="2592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305" name="Line 794">
                <a:extLst>
                  <a:ext uri="{FF2B5EF4-FFF2-40B4-BE49-F238E27FC236}">
                    <a16:creationId xmlns:a16="http://schemas.microsoft.com/office/drawing/2014/main" id="{7864539E-5669-4F2F-B795-B7FC1C8DEFA0}"/>
                  </a:ext>
                </a:extLst>
              </p:cNvPr>
              <p:cNvSpPr/>
              <p:nvPr/>
            </p:nvSpPr>
            <p:spPr>
              <a:xfrm flipH="1" flipV="1">
                <a:off x="1880280" y="2478600"/>
                <a:ext cx="64080" cy="756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306" name="Line 795">
                <a:extLst>
                  <a:ext uri="{FF2B5EF4-FFF2-40B4-BE49-F238E27FC236}">
                    <a16:creationId xmlns:a16="http://schemas.microsoft.com/office/drawing/2014/main" id="{3751D7C9-16D5-473A-89FD-BD4C410C7014}"/>
                  </a:ext>
                </a:extLst>
              </p:cNvPr>
              <p:cNvSpPr/>
              <p:nvPr/>
            </p:nvSpPr>
            <p:spPr>
              <a:xfrm flipV="1">
                <a:off x="2242080" y="2474280"/>
                <a:ext cx="50760" cy="14580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307" name="Line 796">
                <a:extLst>
                  <a:ext uri="{FF2B5EF4-FFF2-40B4-BE49-F238E27FC236}">
                    <a16:creationId xmlns:a16="http://schemas.microsoft.com/office/drawing/2014/main" id="{FE334242-8CD1-4741-8886-9367145DC672}"/>
                  </a:ext>
                </a:extLst>
              </p:cNvPr>
              <p:cNvSpPr/>
              <p:nvPr/>
            </p:nvSpPr>
            <p:spPr>
              <a:xfrm flipH="1" flipV="1">
                <a:off x="2292840" y="2474280"/>
                <a:ext cx="88920" cy="3096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308" name="Line 797">
                <a:extLst>
                  <a:ext uri="{FF2B5EF4-FFF2-40B4-BE49-F238E27FC236}">
                    <a16:creationId xmlns:a16="http://schemas.microsoft.com/office/drawing/2014/main" id="{39AFBF69-A03E-4A76-8F61-2219EFE7CABD}"/>
                  </a:ext>
                </a:extLst>
              </p:cNvPr>
              <p:cNvSpPr/>
              <p:nvPr/>
            </p:nvSpPr>
            <p:spPr>
              <a:xfrm flipH="1" flipV="1">
                <a:off x="2205000" y="2471040"/>
                <a:ext cx="87840" cy="324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309" name="Line 798">
                <a:extLst>
                  <a:ext uri="{FF2B5EF4-FFF2-40B4-BE49-F238E27FC236}">
                    <a16:creationId xmlns:a16="http://schemas.microsoft.com/office/drawing/2014/main" id="{E30A9378-9B53-4836-B937-6C4219CD5BFD}"/>
                  </a:ext>
                </a:extLst>
              </p:cNvPr>
              <p:cNvSpPr/>
              <p:nvPr/>
            </p:nvSpPr>
            <p:spPr>
              <a:xfrm flipV="1">
                <a:off x="2116440" y="2471040"/>
                <a:ext cx="88560" cy="2340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310" name="Line 799">
                <a:extLst>
                  <a:ext uri="{FF2B5EF4-FFF2-40B4-BE49-F238E27FC236}">
                    <a16:creationId xmlns:a16="http://schemas.microsoft.com/office/drawing/2014/main" id="{6C8B0771-7E81-4B4E-A4EC-F6152BD44085}"/>
                  </a:ext>
                </a:extLst>
              </p:cNvPr>
              <p:cNvSpPr/>
              <p:nvPr/>
            </p:nvSpPr>
            <p:spPr>
              <a:xfrm flipV="1">
                <a:off x="2154240" y="2471040"/>
                <a:ext cx="50760" cy="14328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311" name="Line 800">
                <a:extLst>
                  <a:ext uri="{FF2B5EF4-FFF2-40B4-BE49-F238E27FC236}">
                    <a16:creationId xmlns:a16="http://schemas.microsoft.com/office/drawing/2014/main" id="{12ECE91A-C8CA-4D38-B1E4-1465AA9AE31A}"/>
                  </a:ext>
                </a:extLst>
              </p:cNvPr>
              <p:cNvSpPr/>
              <p:nvPr/>
            </p:nvSpPr>
            <p:spPr>
              <a:xfrm flipH="1" flipV="1">
                <a:off x="2799360" y="2467800"/>
                <a:ext cx="88920" cy="13068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312" name="Line 801">
                <a:extLst>
                  <a:ext uri="{FF2B5EF4-FFF2-40B4-BE49-F238E27FC236}">
                    <a16:creationId xmlns:a16="http://schemas.microsoft.com/office/drawing/2014/main" id="{6A5162AC-8A53-4167-8C21-5AC4FDF6B298}"/>
                  </a:ext>
                </a:extLst>
              </p:cNvPr>
              <p:cNvSpPr/>
              <p:nvPr/>
            </p:nvSpPr>
            <p:spPr>
              <a:xfrm flipV="1">
                <a:off x="2748600" y="2467800"/>
                <a:ext cx="50760" cy="6984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313" name="Line 802">
                <a:extLst>
                  <a:ext uri="{FF2B5EF4-FFF2-40B4-BE49-F238E27FC236}">
                    <a16:creationId xmlns:a16="http://schemas.microsoft.com/office/drawing/2014/main" id="{25E168F4-0F29-4208-ABBD-8AAABD51E6AA}"/>
                  </a:ext>
                </a:extLst>
              </p:cNvPr>
              <p:cNvSpPr/>
              <p:nvPr/>
            </p:nvSpPr>
            <p:spPr>
              <a:xfrm flipH="1" flipV="1">
                <a:off x="1792440" y="2463840"/>
                <a:ext cx="87840" cy="1476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314" name="Line 803">
                <a:extLst>
                  <a:ext uri="{FF2B5EF4-FFF2-40B4-BE49-F238E27FC236}">
                    <a16:creationId xmlns:a16="http://schemas.microsoft.com/office/drawing/2014/main" id="{BEBEDAE2-949C-483A-A583-68308945072A}"/>
                  </a:ext>
                </a:extLst>
              </p:cNvPr>
              <p:cNvSpPr/>
              <p:nvPr/>
            </p:nvSpPr>
            <p:spPr>
              <a:xfrm flipV="1">
                <a:off x="1741680" y="2463840"/>
                <a:ext cx="50760" cy="2880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315" name="Line 804">
                <a:extLst>
                  <a:ext uri="{FF2B5EF4-FFF2-40B4-BE49-F238E27FC236}">
                    <a16:creationId xmlns:a16="http://schemas.microsoft.com/office/drawing/2014/main" id="{360182BA-678B-4677-837D-603533F4EDAA}"/>
                  </a:ext>
                </a:extLst>
              </p:cNvPr>
              <p:cNvSpPr/>
              <p:nvPr/>
            </p:nvSpPr>
            <p:spPr>
              <a:xfrm flipV="1">
                <a:off x="1880280" y="2451240"/>
                <a:ext cx="50760" cy="2736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316" name="Line 805">
                <a:extLst>
                  <a:ext uri="{FF2B5EF4-FFF2-40B4-BE49-F238E27FC236}">
                    <a16:creationId xmlns:a16="http://schemas.microsoft.com/office/drawing/2014/main" id="{D171605D-AB5B-4B1A-93C9-8ADC673F425D}"/>
                  </a:ext>
                </a:extLst>
              </p:cNvPr>
              <p:cNvSpPr/>
              <p:nvPr/>
            </p:nvSpPr>
            <p:spPr>
              <a:xfrm flipH="1" flipV="1">
                <a:off x="1931040" y="2451240"/>
                <a:ext cx="42480" cy="576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317" name="Line 806">
                <a:extLst>
                  <a:ext uri="{FF2B5EF4-FFF2-40B4-BE49-F238E27FC236}">
                    <a16:creationId xmlns:a16="http://schemas.microsoft.com/office/drawing/2014/main" id="{AFD30F15-D182-4AC8-8C50-5F26B53DA08A}"/>
                  </a:ext>
                </a:extLst>
              </p:cNvPr>
              <p:cNvSpPr/>
              <p:nvPr/>
            </p:nvSpPr>
            <p:spPr>
              <a:xfrm flipH="1" flipV="1">
                <a:off x="3003120" y="2450160"/>
                <a:ext cx="88200" cy="108360"/>
              </a:xfrm>
              <a:prstGeom prst="line">
                <a:avLst/>
              </a:prstGeom>
              <a:ln>
                <a:solidFill>
                  <a:srgbClr val="000000"/>
                </a:solidFill>
              </a:ln>
            </p:spPr>
            <p:style>
              <a:lnRef idx="0">
                <a:scrgbClr r="0" g="0" b="0"/>
              </a:lnRef>
              <a:fillRef idx="0">
                <a:scrgbClr r="0" g="0" b="0"/>
              </a:fillRef>
              <a:effectRef idx="0">
                <a:scrgbClr r="0" g="0" b="0"/>
              </a:effectRef>
              <a:fontRef idx="minor"/>
            </p:style>
          </p:sp>
        </p:grpSp>
        <p:sp>
          <p:nvSpPr>
            <p:cNvPr id="8" name="Line 807">
              <a:extLst>
                <a:ext uri="{FF2B5EF4-FFF2-40B4-BE49-F238E27FC236}">
                  <a16:creationId xmlns:a16="http://schemas.microsoft.com/office/drawing/2014/main" id="{19BA109B-0638-4871-918A-F8D002266789}"/>
                </a:ext>
              </a:extLst>
            </p:cNvPr>
            <p:cNvSpPr/>
            <p:nvPr/>
          </p:nvSpPr>
          <p:spPr>
            <a:xfrm flipH="1" flipV="1">
              <a:off x="3003120" y="2450160"/>
              <a:ext cx="50760" cy="4356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9" name="Line 808">
              <a:extLst>
                <a:ext uri="{FF2B5EF4-FFF2-40B4-BE49-F238E27FC236}">
                  <a16:creationId xmlns:a16="http://schemas.microsoft.com/office/drawing/2014/main" id="{3CCA61A3-83DA-4188-8F2F-D6183C7FD325}"/>
                </a:ext>
              </a:extLst>
            </p:cNvPr>
            <p:cNvSpPr/>
            <p:nvPr/>
          </p:nvSpPr>
          <p:spPr>
            <a:xfrm flipH="1" flipV="1">
              <a:off x="1843200" y="2436120"/>
              <a:ext cx="87840" cy="1512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10" name="Line 809">
              <a:extLst>
                <a:ext uri="{FF2B5EF4-FFF2-40B4-BE49-F238E27FC236}">
                  <a16:creationId xmlns:a16="http://schemas.microsoft.com/office/drawing/2014/main" id="{036684F1-4D85-46FB-8402-BE7F397D4C2C}"/>
                </a:ext>
              </a:extLst>
            </p:cNvPr>
            <p:cNvSpPr/>
            <p:nvPr/>
          </p:nvSpPr>
          <p:spPr>
            <a:xfrm flipV="1">
              <a:off x="1792440" y="2436120"/>
              <a:ext cx="50760" cy="2772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11" name="Line 810">
              <a:extLst>
                <a:ext uri="{FF2B5EF4-FFF2-40B4-BE49-F238E27FC236}">
                  <a16:creationId xmlns:a16="http://schemas.microsoft.com/office/drawing/2014/main" id="{170DE22E-F689-4185-9AD9-EE8123B0C20E}"/>
                </a:ext>
              </a:extLst>
            </p:cNvPr>
            <p:cNvSpPr/>
            <p:nvPr/>
          </p:nvSpPr>
          <p:spPr>
            <a:xfrm flipH="1" flipV="1">
              <a:off x="2521440" y="2432880"/>
              <a:ext cx="87480" cy="9072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12" name="Line 811">
              <a:extLst>
                <a:ext uri="{FF2B5EF4-FFF2-40B4-BE49-F238E27FC236}">
                  <a16:creationId xmlns:a16="http://schemas.microsoft.com/office/drawing/2014/main" id="{C80190F4-A2B6-439B-877A-B87DAFF6CAE6}"/>
                </a:ext>
              </a:extLst>
            </p:cNvPr>
            <p:cNvSpPr/>
            <p:nvPr/>
          </p:nvSpPr>
          <p:spPr>
            <a:xfrm flipV="1">
              <a:off x="2470680" y="2432880"/>
              <a:ext cx="50760" cy="13068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13" name="Line 812">
              <a:extLst>
                <a:ext uri="{FF2B5EF4-FFF2-40B4-BE49-F238E27FC236}">
                  <a16:creationId xmlns:a16="http://schemas.microsoft.com/office/drawing/2014/main" id="{94EE9334-0D3B-4EAF-8CE4-89E03E6178B6}"/>
                </a:ext>
              </a:extLst>
            </p:cNvPr>
            <p:cNvSpPr/>
            <p:nvPr/>
          </p:nvSpPr>
          <p:spPr>
            <a:xfrm flipV="1">
              <a:off x="1952640" y="2426400"/>
              <a:ext cx="51120" cy="6156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14" name="Line 813">
              <a:extLst>
                <a:ext uri="{FF2B5EF4-FFF2-40B4-BE49-F238E27FC236}">
                  <a16:creationId xmlns:a16="http://schemas.microsoft.com/office/drawing/2014/main" id="{E0B034E2-304C-4736-BACE-F73ECDD3BCAB}"/>
                </a:ext>
              </a:extLst>
            </p:cNvPr>
            <p:cNvSpPr/>
            <p:nvPr/>
          </p:nvSpPr>
          <p:spPr>
            <a:xfrm flipV="1">
              <a:off x="1915200" y="2426400"/>
              <a:ext cx="88560" cy="8892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15" name="Line 814">
              <a:extLst>
                <a:ext uri="{FF2B5EF4-FFF2-40B4-BE49-F238E27FC236}">
                  <a16:creationId xmlns:a16="http://schemas.microsoft.com/office/drawing/2014/main" id="{064B54D3-6EB9-4A9B-A68F-FB4A2B32EAE8}"/>
                </a:ext>
              </a:extLst>
            </p:cNvPr>
            <p:cNvSpPr/>
            <p:nvPr/>
          </p:nvSpPr>
          <p:spPr>
            <a:xfrm flipH="1" flipV="1">
              <a:off x="2850120" y="2423160"/>
              <a:ext cx="88920" cy="13428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16" name="Line 815">
              <a:extLst>
                <a:ext uri="{FF2B5EF4-FFF2-40B4-BE49-F238E27FC236}">
                  <a16:creationId xmlns:a16="http://schemas.microsoft.com/office/drawing/2014/main" id="{6ED44F43-FE1B-4C86-A445-77522AF10291}"/>
                </a:ext>
              </a:extLst>
            </p:cNvPr>
            <p:cNvSpPr/>
            <p:nvPr/>
          </p:nvSpPr>
          <p:spPr>
            <a:xfrm flipV="1">
              <a:off x="2799360" y="2423160"/>
              <a:ext cx="50760" cy="4464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17" name="Line 816">
              <a:extLst>
                <a:ext uri="{FF2B5EF4-FFF2-40B4-BE49-F238E27FC236}">
                  <a16:creationId xmlns:a16="http://schemas.microsoft.com/office/drawing/2014/main" id="{0F76BE44-3721-4FAE-8D9A-3180F2AD71C8}"/>
                </a:ext>
              </a:extLst>
            </p:cNvPr>
            <p:cNvSpPr/>
            <p:nvPr/>
          </p:nvSpPr>
          <p:spPr>
            <a:xfrm flipH="1" flipV="1">
              <a:off x="1982160" y="2423160"/>
              <a:ext cx="21600" cy="324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18" name="Line 817">
              <a:extLst>
                <a:ext uri="{FF2B5EF4-FFF2-40B4-BE49-F238E27FC236}">
                  <a16:creationId xmlns:a16="http://schemas.microsoft.com/office/drawing/2014/main" id="{DFA93959-F301-40D8-9D56-9E62ECE470C0}"/>
                </a:ext>
              </a:extLst>
            </p:cNvPr>
            <p:cNvSpPr/>
            <p:nvPr/>
          </p:nvSpPr>
          <p:spPr>
            <a:xfrm flipV="1">
              <a:off x="1931040" y="2423160"/>
              <a:ext cx="51120" cy="2808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19" name="Line 818">
              <a:extLst>
                <a:ext uri="{FF2B5EF4-FFF2-40B4-BE49-F238E27FC236}">
                  <a16:creationId xmlns:a16="http://schemas.microsoft.com/office/drawing/2014/main" id="{CDA250D1-975B-419A-9D00-6E92A1B91401}"/>
                </a:ext>
              </a:extLst>
            </p:cNvPr>
            <p:cNvSpPr/>
            <p:nvPr/>
          </p:nvSpPr>
          <p:spPr>
            <a:xfrm flipV="1">
              <a:off x="2027520" y="2420640"/>
              <a:ext cx="50760" cy="11808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20" name="Line 819">
              <a:extLst>
                <a:ext uri="{FF2B5EF4-FFF2-40B4-BE49-F238E27FC236}">
                  <a16:creationId xmlns:a16="http://schemas.microsoft.com/office/drawing/2014/main" id="{4ACE3F41-EBAA-4BC1-8C1F-A93AB6531200}"/>
                </a:ext>
              </a:extLst>
            </p:cNvPr>
            <p:cNvSpPr/>
            <p:nvPr/>
          </p:nvSpPr>
          <p:spPr>
            <a:xfrm flipV="1">
              <a:off x="1990440" y="2420640"/>
              <a:ext cx="87840" cy="7200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21" name="Line 820">
              <a:extLst>
                <a:ext uri="{FF2B5EF4-FFF2-40B4-BE49-F238E27FC236}">
                  <a16:creationId xmlns:a16="http://schemas.microsoft.com/office/drawing/2014/main" id="{D2BB1D5B-BB78-4A97-8D78-E97DC30A23D6}"/>
                </a:ext>
              </a:extLst>
            </p:cNvPr>
            <p:cNvSpPr/>
            <p:nvPr/>
          </p:nvSpPr>
          <p:spPr>
            <a:xfrm flipV="1">
              <a:off x="2608920" y="2420280"/>
              <a:ext cx="50760" cy="10332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22" name="Line 821">
              <a:extLst>
                <a:ext uri="{FF2B5EF4-FFF2-40B4-BE49-F238E27FC236}">
                  <a16:creationId xmlns:a16="http://schemas.microsoft.com/office/drawing/2014/main" id="{44F2C361-AA5F-46B9-916D-A299D9D77CAA}"/>
                </a:ext>
              </a:extLst>
            </p:cNvPr>
            <p:cNvSpPr/>
            <p:nvPr/>
          </p:nvSpPr>
          <p:spPr>
            <a:xfrm flipH="1" flipV="1">
              <a:off x="2659680" y="2420280"/>
              <a:ext cx="88920" cy="11736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23" name="Line 822">
              <a:extLst>
                <a:ext uri="{FF2B5EF4-FFF2-40B4-BE49-F238E27FC236}">
                  <a16:creationId xmlns:a16="http://schemas.microsoft.com/office/drawing/2014/main" id="{18428D38-E223-4A6A-B1C1-C8E940A61123}"/>
                </a:ext>
              </a:extLst>
            </p:cNvPr>
            <p:cNvSpPr/>
            <p:nvPr/>
          </p:nvSpPr>
          <p:spPr>
            <a:xfrm flipH="1" flipV="1">
              <a:off x="2951640" y="2418840"/>
              <a:ext cx="88920" cy="12276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24" name="Line 823">
              <a:extLst>
                <a:ext uri="{FF2B5EF4-FFF2-40B4-BE49-F238E27FC236}">
                  <a16:creationId xmlns:a16="http://schemas.microsoft.com/office/drawing/2014/main" id="{F613A3C6-6DEE-483B-887D-2A94F16B2FB6}"/>
                </a:ext>
              </a:extLst>
            </p:cNvPr>
            <p:cNvSpPr/>
            <p:nvPr/>
          </p:nvSpPr>
          <p:spPr>
            <a:xfrm flipH="1" flipV="1">
              <a:off x="2951640" y="2418840"/>
              <a:ext cx="51480" cy="3132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25" name="Line 824">
              <a:extLst>
                <a:ext uri="{FF2B5EF4-FFF2-40B4-BE49-F238E27FC236}">
                  <a16:creationId xmlns:a16="http://schemas.microsoft.com/office/drawing/2014/main" id="{0A6E2C99-C57B-4DA4-9D5E-DBD8016C85DE}"/>
                </a:ext>
              </a:extLst>
            </p:cNvPr>
            <p:cNvSpPr/>
            <p:nvPr/>
          </p:nvSpPr>
          <p:spPr>
            <a:xfrm flipH="1" flipV="1">
              <a:off x="2900880" y="2408040"/>
              <a:ext cx="88920" cy="13068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26" name="Line 825">
              <a:extLst>
                <a:ext uri="{FF2B5EF4-FFF2-40B4-BE49-F238E27FC236}">
                  <a16:creationId xmlns:a16="http://schemas.microsoft.com/office/drawing/2014/main" id="{A2735144-8C4F-40BF-A981-D53EDC4F6DEF}"/>
                </a:ext>
              </a:extLst>
            </p:cNvPr>
            <p:cNvSpPr/>
            <p:nvPr/>
          </p:nvSpPr>
          <p:spPr>
            <a:xfrm flipV="1">
              <a:off x="2850120" y="2408040"/>
              <a:ext cx="50760" cy="1512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27" name="Line 826">
              <a:extLst>
                <a:ext uri="{FF2B5EF4-FFF2-40B4-BE49-F238E27FC236}">
                  <a16:creationId xmlns:a16="http://schemas.microsoft.com/office/drawing/2014/main" id="{B872AD3A-469E-4AE5-B362-84C6A26C8A38}"/>
                </a:ext>
              </a:extLst>
            </p:cNvPr>
            <p:cNvSpPr/>
            <p:nvPr/>
          </p:nvSpPr>
          <p:spPr>
            <a:xfrm flipH="1" flipV="1">
              <a:off x="2900880" y="2408040"/>
              <a:ext cx="50760" cy="1080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28" name="Line 827">
              <a:extLst>
                <a:ext uri="{FF2B5EF4-FFF2-40B4-BE49-F238E27FC236}">
                  <a16:creationId xmlns:a16="http://schemas.microsoft.com/office/drawing/2014/main" id="{26D9699A-2C5E-4BA4-B99A-9A88E451063D}"/>
                </a:ext>
              </a:extLst>
            </p:cNvPr>
            <p:cNvSpPr/>
            <p:nvPr/>
          </p:nvSpPr>
          <p:spPr>
            <a:xfrm flipH="1" flipV="1">
              <a:off x="1893960" y="2406960"/>
              <a:ext cx="88200" cy="1620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29" name="Line 828">
              <a:extLst>
                <a:ext uri="{FF2B5EF4-FFF2-40B4-BE49-F238E27FC236}">
                  <a16:creationId xmlns:a16="http://schemas.microsoft.com/office/drawing/2014/main" id="{F02D9450-BA25-4BE5-95DE-264592974DE6}"/>
                </a:ext>
              </a:extLst>
            </p:cNvPr>
            <p:cNvSpPr/>
            <p:nvPr/>
          </p:nvSpPr>
          <p:spPr>
            <a:xfrm flipV="1">
              <a:off x="1843200" y="2406960"/>
              <a:ext cx="50760" cy="2916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30" name="Line 829">
              <a:extLst>
                <a:ext uri="{FF2B5EF4-FFF2-40B4-BE49-F238E27FC236}">
                  <a16:creationId xmlns:a16="http://schemas.microsoft.com/office/drawing/2014/main" id="{F67A5C3C-6CEA-4087-A229-E97F903E6560}"/>
                </a:ext>
              </a:extLst>
            </p:cNvPr>
            <p:cNvSpPr/>
            <p:nvPr/>
          </p:nvSpPr>
          <p:spPr>
            <a:xfrm flipV="1">
              <a:off x="1952640" y="2401560"/>
              <a:ext cx="88560" cy="8640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31" name="Line 830">
              <a:extLst>
                <a:ext uri="{FF2B5EF4-FFF2-40B4-BE49-F238E27FC236}">
                  <a16:creationId xmlns:a16="http://schemas.microsoft.com/office/drawing/2014/main" id="{7BDF16DF-B656-4DE3-8928-CAAD99E96537}"/>
                </a:ext>
              </a:extLst>
            </p:cNvPr>
            <p:cNvSpPr/>
            <p:nvPr/>
          </p:nvSpPr>
          <p:spPr>
            <a:xfrm flipV="1">
              <a:off x="1990440" y="2401560"/>
              <a:ext cx="50760" cy="9108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32" name="Line 831">
              <a:extLst>
                <a:ext uri="{FF2B5EF4-FFF2-40B4-BE49-F238E27FC236}">
                  <a16:creationId xmlns:a16="http://schemas.microsoft.com/office/drawing/2014/main" id="{702DC9F6-E81D-463E-961E-86B31C0DC120}"/>
                </a:ext>
              </a:extLst>
            </p:cNvPr>
            <p:cNvSpPr/>
            <p:nvPr/>
          </p:nvSpPr>
          <p:spPr>
            <a:xfrm flipV="1">
              <a:off x="1982160" y="2394000"/>
              <a:ext cx="51120" cy="2916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33" name="Line 832">
              <a:extLst>
                <a:ext uri="{FF2B5EF4-FFF2-40B4-BE49-F238E27FC236}">
                  <a16:creationId xmlns:a16="http://schemas.microsoft.com/office/drawing/2014/main" id="{63D709E6-E06E-41E5-B4BF-7E8122BFF18D}"/>
                </a:ext>
              </a:extLst>
            </p:cNvPr>
            <p:cNvSpPr/>
            <p:nvPr/>
          </p:nvSpPr>
          <p:spPr>
            <a:xfrm flipV="1">
              <a:off x="1893960" y="2377440"/>
              <a:ext cx="51480" cy="2952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34" name="Line 833">
              <a:extLst>
                <a:ext uri="{FF2B5EF4-FFF2-40B4-BE49-F238E27FC236}">
                  <a16:creationId xmlns:a16="http://schemas.microsoft.com/office/drawing/2014/main" id="{E20E16E6-F2DD-4565-AC77-B924F0ECF6F5}"/>
                </a:ext>
              </a:extLst>
            </p:cNvPr>
            <p:cNvSpPr/>
            <p:nvPr/>
          </p:nvSpPr>
          <p:spPr>
            <a:xfrm flipH="1" flipV="1">
              <a:off x="1945440" y="2377440"/>
              <a:ext cx="87840" cy="1656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35" name="Line 834">
              <a:extLst>
                <a:ext uri="{FF2B5EF4-FFF2-40B4-BE49-F238E27FC236}">
                  <a16:creationId xmlns:a16="http://schemas.microsoft.com/office/drawing/2014/main" id="{94300781-D2A9-425C-9573-15554F8FEFC8}"/>
                </a:ext>
              </a:extLst>
            </p:cNvPr>
            <p:cNvSpPr/>
            <p:nvPr/>
          </p:nvSpPr>
          <p:spPr>
            <a:xfrm flipH="1" flipV="1">
              <a:off x="2432520" y="2365560"/>
              <a:ext cx="88920" cy="6732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36" name="Line 835">
              <a:extLst>
                <a:ext uri="{FF2B5EF4-FFF2-40B4-BE49-F238E27FC236}">
                  <a16:creationId xmlns:a16="http://schemas.microsoft.com/office/drawing/2014/main" id="{5EC84760-E639-4429-B083-7CE90C84AF6D}"/>
                </a:ext>
              </a:extLst>
            </p:cNvPr>
            <p:cNvSpPr/>
            <p:nvPr/>
          </p:nvSpPr>
          <p:spPr>
            <a:xfrm flipV="1">
              <a:off x="2381760" y="2365560"/>
              <a:ext cx="50760" cy="13968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37" name="Line 836">
              <a:extLst>
                <a:ext uri="{FF2B5EF4-FFF2-40B4-BE49-F238E27FC236}">
                  <a16:creationId xmlns:a16="http://schemas.microsoft.com/office/drawing/2014/main" id="{189AC6E0-1CD4-4C0B-AA5E-4BF56BC085D3}"/>
                </a:ext>
              </a:extLst>
            </p:cNvPr>
            <p:cNvSpPr/>
            <p:nvPr/>
          </p:nvSpPr>
          <p:spPr>
            <a:xfrm flipV="1">
              <a:off x="2116440" y="2363760"/>
              <a:ext cx="50760" cy="13068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38" name="Line 837">
              <a:extLst>
                <a:ext uri="{FF2B5EF4-FFF2-40B4-BE49-F238E27FC236}">
                  <a16:creationId xmlns:a16="http://schemas.microsoft.com/office/drawing/2014/main" id="{CE4D3CFA-B62C-478D-A346-5BAC3F42F69A}"/>
                </a:ext>
              </a:extLst>
            </p:cNvPr>
            <p:cNvSpPr/>
            <p:nvPr/>
          </p:nvSpPr>
          <p:spPr>
            <a:xfrm flipV="1">
              <a:off x="2078280" y="2363760"/>
              <a:ext cx="88920" cy="5688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39" name="Line 838">
              <a:extLst>
                <a:ext uri="{FF2B5EF4-FFF2-40B4-BE49-F238E27FC236}">
                  <a16:creationId xmlns:a16="http://schemas.microsoft.com/office/drawing/2014/main" id="{2305884C-17D9-490F-BABE-33FDCFE71505}"/>
                </a:ext>
              </a:extLst>
            </p:cNvPr>
            <p:cNvSpPr/>
            <p:nvPr/>
          </p:nvSpPr>
          <p:spPr>
            <a:xfrm flipV="1">
              <a:off x="1945440" y="2348280"/>
              <a:ext cx="50760" cy="2916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40" name="Line 839">
              <a:extLst>
                <a:ext uri="{FF2B5EF4-FFF2-40B4-BE49-F238E27FC236}">
                  <a16:creationId xmlns:a16="http://schemas.microsoft.com/office/drawing/2014/main" id="{560D2366-8474-4B6D-99D4-7C76A188142B}"/>
                </a:ext>
              </a:extLst>
            </p:cNvPr>
            <p:cNvSpPr/>
            <p:nvPr/>
          </p:nvSpPr>
          <p:spPr>
            <a:xfrm flipH="1" flipV="1">
              <a:off x="1996200" y="2348280"/>
              <a:ext cx="66600" cy="1296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41" name="Line 840">
              <a:extLst>
                <a:ext uri="{FF2B5EF4-FFF2-40B4-BE49-F238E27FC236}">
                  <a16:creationId xmlns:a16="http://schemas.microsoft.com/office/drawing/2014/main" id="{57483F6E-33C5-4BDA-8061-3149AD86B30E}"/>
                </a:ext>
              </a:extLst>
            </p:cNvPr>
            <p:cNvSpPr/>
            <p:nvPr/>
          </p:nvSpPr>
          <p:spPr>
            <a:xfrm flipH="1" flipV="1">
              <a:off x="2914200" y="2345040"/>
              <a:ext cx="88920" cy="10512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42" name="Line 841">
              <a:extLst>
                <a:ext uri="{FF2B5EF4-FFF2-40B4-BE49-F238E27FC236}">
                  <a16:creationId xmlns:a16="http://schemas.microsoft.com/office/drawing/2014/main" id="{A05BC284-8B10-45C3-B88A-82304697D01D}"/>
                </a:ext>
              </a:extLst>
            </p:cNvPr>
            <p:cNvSpPr/>
            <p:nvPr/>
          </p:nvSpPr>
          <p:spPr>
            <a:xfrm flipV="1">
              <a:off x="2659680" y="2339640"/>
              <a:ext cx="50760" cy="8064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43" name="Line 842">
              <a:extLst>
                <a:ext uri="{FF2B5EF4-FFF2-40B4-BE49-F238E27FC236}">
                  <a16:creationId xmlns:a16="http://schemas.microsoft.com/office/drawing/2014/main" id="{3A9A5375-8089-428C-9AAC-89F710ECCE2F}"/>
                </a:ext>
              </a:extLst>
            </p:cNvPr>
            <p:cNvSpPr/>
            <p:nvPr/>
          </p:nvSpPr>
          <p:spPr>
            <a:xfrm flipH="1" flipV="1">
              <a:off x="2710440" y="2339640"/>
              <a:ext cx="88920" cy="12816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44" name="Line 843">
              <a:extLst>
                <a:ext uri="{FF2B5EF4-FFF2-40B4-BE49-F238E27FC236}">
                  <a16:creationId xmlns:a16="http://schemas.microsoft.com/office/drawing/2014/main" id="{8E4F5FD9-1B2F-4119-8722-4880F48143DB}"/>
                </a:ext>
              </a:extLst>
            </p:cNvPr>
            <p:cNvSpPr/>
            <p:nvPr/>
          </p:nvSpPr>
          <p:spPr>
            <a:xfrm flipV="1">
              <a:off x="2205000" y="2331360"/>
              <a:ext cx="51120" cy="13968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45" name="Line 844">
              <a:extLst>
                <a:ext uri="{FF2B5EF4-FFF2-40B4-BE49-F238E27FC236}">
                  <a16:creationId xmlns:a16="http://schemas.microsoft.com/office/drawing/2014/main" id="{B8EF2F11-B9D0-426D-9AE9-3FA66404EEF7}"/>
                </a:ext>
              </a:extLst>
            </p:cNvPr>
            <p:cNvSpPr/>
            <p:nvPr/>
          </p:nvSpPr>
          <p:spPr>
            <a:xfrm flipV="1">
              <a:off x="2167200" y="2331360"/>
              <a:ext cx="88920" cy="3240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46" name="Line 845">
              <a:extLst>
                <a:ext uri="{FF2B5EF4-FFF2-40B4-BE49-F238E27FC236}">
                  <a16:creationId xmlns:a16="http://schemas.microsoft.com/office/drawing/2014/main" id="{4C54EC1B-767B-40E1-8DAD-194E04C241CC}"/>
                </a:ext>
              </a:extLst>
            </p:cNvPr>
            <p:cNvSpPr/>
            <p:nvPr/>
          </p:nvSpPr>
          <p:spPr>
            <a:xfrm flipH="1" flipV="1">
              <a:off x="2343600" y="2331360"/>
              <a:ext cx="88920" cy="3420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47" name="Line 846">
              <a:extLst>
                <a:ext uri="{FF2B5EF4-FFF2-40B4-BE49-F238E27FC236}">
                  <a16:creationId xmlns:a16="http://schemas.microsoft.com/office/drawing/2014/main" id="{807A5584-301B-4515-80C6-81F57EFBE52D}"/>
                </a:ext>
              </a:extLst>
            </p:cNvPr>
            <p:cNvSpPr/>
            <p:nvPr/>
          </p:nvSpPr>
          <p:spPr>
            <a:xfrm>
              <a:off x="2256120" y="2331360"/>
              <a:ext cx="87480" cy="36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48" name="Line 847">
              <a:extLst>
                <a:ext uri="{FF2B5EF4-FFF2-40B4-BE49-F238E27FC236}">
                  <a16:creationId xmlns:a16="http://schemas.microsoft.com/office/drawing/2014/main" id="{87790B61-C5AB-4DA7-B92B-ECB3EE698126}"/>
                </a:ext>
              </a:extLst>
            </p:cNvPr>
            <p:cNvSpPr/>
            <p:nvPr/>
          </p:nvSpPr>
          <p:spPr>
            <a:xfrm flipV="1">
              <a:off x="2292840" y="2331360"/>
              <a:ext cx="50760" cy="14292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49" name="Line 848">
              <a:extLst>
                <a:ext uri="{FF2B5EF4-FFF2-40B4-BE49-F238E27FC236}">
                  <a16:creationId xmlns:a16="http://schemas.microsoft.com/office/drawing/2014/main" id="{593D48F4-E032-4EF6-B597-4987858D5061}"/>
                </a:ext>
              </a:extLst>
            </p:cNvPr>
            <p:cNvSpPr/>
            <p:nvPr/>
          </p:nvSpPr>
          <p:spPr>
            <a:xfrm flipV="1">
              <a:off x="2003760" y="2329920"/>
              <a:ext cx="88560" cy="9648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50" name="Line 849">
              <a:extLst>
                <a:ext uri="{FF2B5EF4-FFF2-40B4-BE49-F238E27FC236}">
                  <a16:creationId xmlns:a16="http://schemas.microsoft.com/office/drawing/2014/main" id="{95DE7D1B-0B0C-45AD-A51C-E5D698BB4ED5}"/>
                </a:ext>
              </a:extLst>
            </p:cNvPr>
            <p:cNvSpPr/>
            <p:nvPr/>
          </p:nvSpPr>
          <p:spPr>
            <a:xfrm flipV="1">
              <a:off x="2041200" y="2329920"/>
              <a:ext cx="51120" cy="7164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51" name="Line 850">
              <a:extLst>
                <a:ext uri="{FF2B5EF4-FFF2-40B4-BE49-F238E27FC236}">
                  <a16:creationId xmlns:a16="http://schemas.microsoft.com/office/drawing/2014/main" id="{07BAB92D-DD15-4630-B3FC-B333DBAACC9F}"/>
                </a:ext>
              </a:extLst>
            </p:cNvPr>
            <p:cNvSpPr/>
            <p:nvPr/>
          </p:nvSpPr>
          <p:spPr>
            <a:xfrm flipV="1">
              <a:off x="1996200" y="2319120"/>
              <a:ext cx="50760" cy="2916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52" name="Line 851">
              <a:extLst>
                <a:ext uri="{FF2B5EF4-FFF2-40B4-BE49-F238E27FC236}">
                  <a16:creationId xmlns:a16="http://schemas.microsoft.com/office/drawing/2014/main" id="{45791EB1-50FD-4D0C-8839-8ED46A659E0D}"/>
                </a:ext>
              </a:extLst>
            </p:cNvPr>
            <p:cNvSpPr/>
            <p:nvPr/>
          </p:nvSpPr>
          <p:spPr>
            <a:xfrm flipH="1" flipV="1">
              <a:off x="2046960" y="2319120"/>
              <a:ext cx="47880" cy="900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53" name="Line 852">
              <a:extLst>
                <a:ext uri="{FF2B5EF4-FFF2-40B4-BE49-F238E27FC236}">
                  <a16:creationId xmlns:a16="http://schemas.microsoft.com/office/drawing/2014/main" id="{7ABAB744-2145-47C2-984E-215794E733AB}"/>
                </a:ext>
              </a:extLst>
            </p:cNvPr>
            <p:cNvSpPr/>
            <p:nvPr/>
          </p:nvSpPr>
          <p:spPr>
            <a:xfrm flipV="1">
              <a:off x="2521440" y="2317320"/>
              <a:ext cx="50760" cy="11556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54" name="Line 853">
              <a:extLst>
                <a:ext uri="{FF2B5EF4-FFF2-40B4-BE49-F238E27FC236}">
                  <a16:creationId xmlns:a16="http://schemas.microsoft.com/office/drawing/2014/main" id="{70337098-569F-4618-A03A-B45D41551D70}"/>
                </a:ext>
              </a:extLst>
            </p:cNvPr>
            <p:cNvSpPr/>
            <p:nvPr/>
          </p:nvSpPr>
          <p:spPr>
            <a:xfrm flipH="1" flipV="1">
              <a:off x="2572200" y="2317320"/>
              <a:ext cx="87480" cy="10296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55" name="Line 854">
              <a:extLst>
                <a:ext uri="{FF2B5EF4-FFF2-40B4-BE49-F238E27FC236}">
                  <a16:creationId xmlns:a16="http://schemas.microsoft.com/office/drawing/2014/main" id="{EDBC9513-4793-4756-A43D-5859FF28E838}"/>
                </a:ext>
              </a:extLst>
            </p:cNvPr>
            <p:cNvSpPr/>
            <p:nvPr/>
          </p:nvSpPr>
          <p:spPr>
            <a:xfrm flipV="1">
              <a:off x="2041200" y="2317320"/>
              <a:ext cx="87840" cy="8424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56" name="Line 855">
              <a:extLst>
                <a:ext uri="{FF2B5EF4-FFF2-40B4-BE49-F238E27FC236}">
                  <a16:creationId xmlns:a16="http://schemas.microsoft.com/office/drawing/2014/main" id="{6DE4B7EA-7B2F-421D-AFFB-7CE89531E693}"/>
                </a:ext>
              </a:extLst>
            </p:cNvPr>
            <p:cNvSpPr/>
            <p:nvPr/>
          </p:nvSpPr>
          <p:spPr>
            <a:xfrm flipV="1">
              <a:off x="2078280" y="2317320"/>
              <a:ext cx="50760" cy="10332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57" name="Line 856">
              <a:extLst>
                <a:ext uri="{FF2B5EF4-FFF2-40B4-BE49-F238E27FC236}">
                  <a16:creationId xmlns:a16="http://schemas.microsoft.com/office/drawing/2014/main" id="{EA539A6F-C86B-484B-A71A-DA5CC91647D4}"/>
                </a:ext>
              </a:extLst>
            </p:cNvPr>
            <p:cNvSpPr/>
            <p:nvPr/>
          </p:nvSpPr>
          <p:spPr>
            <a:xfrm flipH="1" flipV="1">
              <a:off x="2863440" y="2300760"/>
              <a:ext cx="88200" cy="11808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58" name="Line 857">
              <a:extLst>
                <a:ext uri="{FF2B5EF4-FFF2-40B4-BE49-F238E27FC236}">
                  <a16:creationId xmlns:a16="http://schemas.microsoft.com/office/drawing/2014/main" id="{18966745-8283-443E-89CC-B07D55A38CE4}"/>
                </a:ext>
              </a:extLst>
            </p:cNvPr>
            <p:cNvSpPr/>
            <p:nvPr/>
          </p:nvSpPr>
          <p:spPr>
            <a:xfrm flipH="1" flipV="1">
              <a:off x="2863440" y="2300760"/>
              <a:ext cx="50760" cy="4428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59" name="Line 858">
              <a:extLst>
                <a:ext uri="{FF2B5EF4-FFF2-40B4-BE49-F238E27FC236}">
                  <a16:creationId xmlns:a16="http://schemas.microsoft.com/office/drawing/2014/main" id="{CC7778A5-726E-4235-A557-C86C8DB9D66D}"/>
                </a:ext>
              </a:extLst>
            </p:cNvPr>
            <p:cNvSpPr/>
            <p:nvPr/>
          </p:nvSpPr>
          <p:spPr>
            <a:xfrm flipH="1" flipV="1">
              <a:off x="2761200" y="2293200"/>
              <a:ext cx="88920" cy="12996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60" name="Line 859">
              <a:extLst>
                <a:ext uri="{FF2B5EF4-FFF2-40B4-BE49-F238E27FC236}">
                  <a16:creationId xmlns:a16="http://schemas.microsoft.com/office/drawing/2014/main" id="{815ED026-4F38-41B4-B21B-4FB9ADAAAD68}"/>
                </a:ext>
              </a:extLst>
            </p:cNvPr>
            <p:cNvSpPr/>
            <p:nvPr/>
          </p:nvSpPr>
          <p:spPr>
            <a:xfrm flipV="1">
              <a:off x="2710440" y="2293200"/>
              <a:ext cx="50760" cy="4644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61" name="Line 860">
              <a:extLst>
                <a:ext uri="{FF2B5EF4-FFF2-40B4-BE49-F238E27FC236}">
                  <a16:creationId xmlns:a16="http://schemas.microsoft.com/office/drawing/2014/main" id="{B4933861-0B9E-4666-B3D2-58A6B90EB34F}"/>
                </a:ext>
              </a:extLst>
            </p:cNvPr>
            <p:cNvSpPr/>
            <p:nvPr/>
          </p:nvSpPr>
          <p:spPr>
            <a:xfrm flipV="1">
              <a:off x="2761200" y="2280600"/>
              <a:ext cx="51480" cy="1260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62" name="Line 861">
              <a:extLst>
                <a:ext uri="{FF2B5EF4-FFF2-40B4-BE49-F238E27FC236}">
                  <a16:creationId xmlns:a16="http://schemas.microsoft.com/office/drawing/2014/main" id="{C0C65CC0-0B0F-4D17-9FF9-FF0A8E94A055}"/>
                </a:ext>
              </a:extLst>
            </p:cNvPr>
            <p:cNvSpPr/>
            <p:nvPr/>
          </p:nvSpPr>
          <p:spPr>
            <a:xfrm flipH="1" flipV="1">
              <a:off x="2812680" y="2280600"/>
              <a:ext cx="88200" cy="12744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63" name="Line 862">
              <a:extLst>
                <a:ext uri="{FF2B5EF4-FFF2-40B4-BE49-F238E27FC236}">
                  <a16:creationId xmlns:a16="http://schemas.microsoft.com/office/drawing/2014/main" id="{C8CFED2B-CD66-4641-B2FD-1F946EB67C54}"/>
                </a:ext>
              </a:extLst>
            </p:cNvPr>
            <p:cNvSpPr/>
            <p:nvPr/>
          </p:nvSpPr>
          <p:spPr>
            <a:xfrm flipH="1" flipV="1">
              <a:off x="2812680" y="2280600"/>
              <a:ext cx="50760" cy="2016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64" name="Line 863">
              <a:extLst>
                <a:ext uri="{FF2B5EF4-FFF2-40B4-BE49-F238E27FC236}">
                  <a16:creationId xmlns:a16="http://schemas.microsoft.com/office/drawing/2014/main" id="{2807A425-C856-45FA-A960-87FB59CD8655}"/>
                </a:ext>
              </a:extLst>
            </p:cNvPr>
            <p:cNvSpPr/>
            <p:nvPr/>
          </p:nvSpPr>
          <p:spPr>
            <a:xfrm flipV="1">
              <a:off x="2129040" y="2248560"/>
              <a:ext cx="88920" cy="6876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65" name="Line 864">
              <a:extLst>
                <a:ext uri="{FF2B5EF4-FFF2-40B4-BE49-F238E27FC236}">
                  <a16:creationId xmlns:a16="http://schemas.microsoft.com/office/drawing/2014/main" id="{96A96EE0-92DC-454F-9431-C8E19F9E1613}"/>
                </a:ext>
              </a:extLst>
            </p:cNvPr>
            <p:cNvSpPr/>
            <p:nvPr/>
          </p:nvSpPr>
          <p:spPr>
            <a:xfrm flipV="1">
              <a:off x="2167200" y="2248560"/>
              <a:ext cx="50760" cy="11520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66" name="Line 865">
              <a:extLst>
                <a:ext uri="{FF2B5EF4-FFF2-40B4-BE49-F238E27FC236}">
                  <a16:creationId xmlns:a16="http://schemas.microsoft.com/office/drawing/2014/main" id="{1312F006-31C9-45FD-8B3B-D0951C048185}"/>
                </a:ext>
              </a:extLst>
            </p:cNvPr>
            <p:cNvSpPr/>
            <p:nvPr/>
          </p:nvSpPr>
          <p:spPr>
            <a:xfrm flipH="1" flipV="1">
              <a:off x="2483280" y="2242440"/>
              <a:ext cx="88920" cy="7488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67" name="Line 866">
              <a:extLst>
                <a:ext uri="{FF2B5EF4-FFF2-40B4-BE49-F238E27FC236}">
                  <a16:creationId xmlns:a16="http://schemas.microsoft.com/office/drawing/2014/main" id="{F7A52EC8-78D9-4C83-BD54-B68B8C34A13D}"/>
                </a:ext>
              </a:extLst>
            </p:cNvPr>
            <p:cNvSpPr/>
            <p:nvPr/>
          </p:nvSpPr>
          <p:spPr>
            <a:xfrm flipV="1">
              <a:off x="2432520" y="2242440"/>
              <a:ext cx="50760" cy="12312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68" name="Line 867">
              <a:extLst>
                <a:ext uri="{FF2B5EF4-FFF2-40B4-BE49-F238E27FC236}">
                  <a16:creationId xmlns:a16="http://schemas.microsoft.com/office/drawing/2014/main" id="{725E1004-6C6C-4C14-8F15-A2036E3390CF}"/>
                </a:ext>
              </a:extLst>
            </p:cNvPr>
            <p:cNvSpPr/>
            <p:nvPr/>
          </p:nvSpPr>
          <p:spPr>
            <a:xfrm flipV="1">
              <a:off x="2092320" y="2236680"/>
              <a:ext cx="88200" cy="9324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69" name="Line 868">
              <a:extLst>
                <a:ext uri="{FF2B5EF4-FFF2-40B4-BE49-F238E27FC236}">
                  <a16:creationId xmlns:a16="http://schemas.microsoft.com/office/drawing/2014/main" id="{D2D45F63-2153-4D66-B12C-D615E274E551}"/>
                </a:ext>
              </a:extLst>
            </p:cNvPr>
            <p:cNvSpPr/>
            <p:nvPr/>
          </p:nvSpPr>
          <p:spPr>
            <a:xfrm flipV="1">
              <a:off x="2129040" y="2236680"/>
              <a:ext cx="51480" cy="8064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70" name="Line 869">
              <a:extLst>
                <a:ext uri="{FF2B5EF4-FFF2-40B4-BE49-F238E27FC236}">
                  <a16:creationId xmlns:a16="http://schemas.microsoft.com/office/drawing/2014/main" id="{ADFAC391-813E-4E9E-A5A1-D02AAC829A48}"/>
                </a:ext>
              </a:extLst>
            </p:cNvPr>
            <p:cNvSpPr/>
            <p:nvPr/>
          </p:nvSpPr>
          <p:spPr>
            <a:xfrm flipV="1">
              <a:off x="2572200" y="2230200"/>
              <a:ext cx="50760" cy="8712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71" name="Line 870">
              <a:extLst>
                <a:ext uri="{FF2B5EF4-FFF2-40B4-BE49-F238E27FC236}">
                  <a16:creationId xmlns:a16="http://schemas.microsoft.com/office/drawing/2014/main" id="{E5A26C87-0224-48E4-A6F0-2123864B1D03}"/>
                </a:ext>
              </a:extLst>
            </p:cNvPr>
            <p:cNvSpPr/>
            <p:nvPr/>
          </p:nvSpPr>
          <p:spPr>
            <a:xfrm flipH="1" flipV="1">
              <a:off x="2622960" y="2230200"/>
              <a:ext cx="87480" cy="10944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72" name="Line 871">
              <a:extLst>
                <a:ext uri="{FF2B5EF4-FFF2-40B4-BE49-F238E27FC236}">
                  <a16:creationId xmlns:a16="http://schemas.microsoft.com/office/drawing/2014/main" id="{4278D438-AAD9-403A-839A-2077D50A59DF}"/>
                </a:ext>
              </a:extLst>
            </p:cNvPr>
            <p:cNvSpPr/>
            <p:nvPr/>
          </p:nvSpPr>
          <p:spPr>
            <a:xfrm flipV="1">
              <a:off x="2256120" y="2208600"/>
              <a:ext cx="50760" cy="12276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73" name="Line 872">
              <a:extLst>
                <a:ext uri="{FF2B5EF4-FFF2-40B4-BE49-F238E27FC236}">
                  <a16:creationId xmlns:a16="http://schemas.microsoft.com/office/drawing/2014/main" id="{3321C550-AD4F-4DC5-BB41-E4C082746CB0}"/>
                </a:ext>
              </a:extLst>
            </p:cNvPr>
            <p:cNvSpPr/>
            <p:nvPr/>
          </p:nvSpPr>
          <p:spPr>
            <a:xfrm flipV="1">
              <a:off x="2217960" y="2208600"/>
              <a:ext cx="88920" cy="3996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74" name="Line 873">
              <a:extLst>
                <a:ext uri="{FF2B5EF4-FFF2-40B4-BE49-F238E27FC236}">
                  <a16:creationId xmlns:a16="http://schemas.microsoft.com/office/drawing/2014/main" id="{7F59FE18-2FAD-4BB5-8F52-5C24811085DA}"/>
                </a:ext>
              </a:extLst>
            </p:cNvPr>
            <p:cNvSpPr/>
            <p:nvPr/>
          </p:nvSpPr>
          <p:spPr>
            <a:xfrm flipV="1">
              <a:off x="2306880" y="2205360"/>
              <a:ext cx="87480" cy="324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75" name="Line 874">
              <a:extLst>
                <a:ext uri="{FF2B5EF4-FFF2-40B4-BE49-F238E27FC236}">
                  <a16:creationId xmlns:a16="http://schemas.microsoft.com/office/drawing/2014/main" id="{07BF9F3D-20B7-43EF-B9B5-AE904BC0ECE1}"/>
                </a:ext>
              </a:extLst>
            </p:cNvPr>
            <p:cNvSpPr/>
            <p:nvPr/>
          </p:nvSpPr>
          <p:spPr>
            <a:xfrm flipV="1">
              <a:off x="2343600" y="2205360"/>
              <a:ext cx="50760" cy="12600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76" name="Line 875">
              <a:extLst>
                <a:ext uri="{FF2B5EF4-FFF2-40B4-BE49-F238E27FC236}">
                  <a16:creationId xmlns:a16="http://schemas.microsoft.com/office/drawing/2014/main" id="{D748DB7F-9244-439B-9E2C-7B333CFC3210}"/>
                </a:ext>
              </a:extLst>
            </p:cNvPr>
            <p:cNvSpPr/>
            <p:nvPr/>
          </p:nvSpPr>
          <p:spPr>
            <a:xfrm flipH="1" flipV="1">
              <a:off x="2394360" y="2205360"/>
              <a:ext cx="88920" cy="3708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77" name="Line 876">
              <a:extLst>
                <a:ext uri="{FF2B5EF4-FFF2-40B4-BE49-F238E27FC236}">
                  <a16:creationId xmlns:a16="http://schemas.microsoft.com/office/drawing/2014/main" id="{B33D9546-DC0C-4F07-8CA8-A73A2D9E1611}"/>
                </a:ext>
              </a:extLst>
            </p:cNvPr>
            <p:cNvSpPr/>
            <p:nvPr/>
          </p:nvSpPr>
          <p:spPr>
            <a:xfrm flipH="1" flipV="1">
              <a:off x="2775960" y="2197800"/>
              <a:ext cx="87480" cy="10296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78" name="Line 877">
              <a:extLst>
                <a:ext uri="{FF2B5EF4-FFF2-40B4-BE49-F238E27FC236}">
                  <a16:creationId xmlns:a16="http://schemas.microsoft.com/office/drawing/2014/main" id="{84F8FAB2-2D7A-4718-94A7-438BEB843CB8}"/>
                </a:ext>
              </a:extLst>
            </p:cNvPr>
            <p:cNvSpPr/>
            <p:nvPr/>
          </p:nvSpPr>
          <p:spPr>
            <a:xfrm flipV="1">
              <a:off x="2180520" y="2189160"/>
              <a:ext cx="50760" cy="4752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79" name="Line 878">
              <a:extLst>
                <a:ext uri="{FF2B5EF4-FFF2-40B4-BE49-F238E27FC236}">
                  <a16:creationId xmlns:a16="http://schemas.microsoft.com/office/drawing/2014/main" id="{E2A8F480-D8A9-437F-B69E-BCB5A3344130}"/>
                </a:ext>
              </a:extLst>
            </p:cNvPr>
            <p:cNvSpPr/>
            <p:nvPr/>
          </p:nvSpPr>
          <p:spPr>
            <a:xfrm flipH="1" flipV="1">
              <a:off x="2673720" y="2179440"/>
              <a:ext cx="87480" cy="11376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80" name="Line 879">
              <a:extLst>
                <a:ext uri="{FF2B5EF4-FFF2-40B4-BE49-F238E27FC236}">
                  <a16:creationId xmlns:a16="http://schemas.microsoft.com/office/drawing/2014/main" id="{BB4AAF0E-592C-42C6-8BC1-D8B872DE2B9C}"/>
                </a:ext>
              </a:extLst>
            </p:cNvPr>
            <p:cNvSpPr/>
            <p:nvPr/>
          </p:nvSpPr>
          <p:spPr>
            <a:xfrm flipV="1">
              <a:off x="2622960" y="2179440"/>
              <a:ext cx="50760" cy="5076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81" name="Line 880">
              <a:extLst>
                <a:ext uri="{FF2B5EF4-FFF2-40B4-BE49-F238E27FC236}">
                  <a16:creationId xmlns:a16="http://schemas.microsoft.com/office/drawing/2014/main" id="{7330C5E1-8697-4C16-8963-4A21E8373B51}"/>
                </a:ext>
              </a:extLst>
            </p:cNvPr>
            <p:cNvSpPr/>
            <p:nvPr/>
          </p:nvSpPr>
          <p:spPr>
            <a:xfrm flipV="1">
              <a:off x="2673720" y="2170440"/>
              <a:ext cx="50760" cy="900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82" name="Line 881">
              <a:extLst>
                <a:ext uri="{FF2B5EF4-FFF2-40B4-BE49-F238E27FC236}">
                  <a16:creationId xmlns:a16="http://schemas.microsoft.com/office/drawing/2014/main" id="{D72CCAC9-AB77-4E5E-9556-31D3DE22D74F}"/>
                </a:ext>
              </a:extLst>
            </p:cNvPr>
            <p:cNvSpPr/>
            <p:nvPr/>
          </p:nvSpPr>
          <p:spPr>
            <a:xfrm flipH="1" flipV="1">
              <a:off x="2724480" y="2170440"/>
              <a:ext cx="51480" cy="2736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83" name="Line 882">
              <a:extLst>
                <a:ext uri="{FF2B5EF4-FFF2-40B4-BE49-F238E27FC236}">
                  <a16:creationId xmlns:a16="http://schemas.microsoft.com/office/drawing/2014/main" id="{C19FACD6-E25E-4F16-B692-151ADC1009B2}"/>
                </a:ext>
              </a:extLst>
            </p:cNvPr>
            <p:cNvSpPr/>
            <p:nvPr/>
          </p:nvSpPr>
          <p:spPr>
            <a:xfrm flipH="1" flipV="1">
              <a:off x="2724480" y="2170440"/>
              <a:ext cx="88200" cy="11016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84" name="Line 883">
              <a:extLst>
                <a:ext uri="{FF2B5EF4-FFF2-40B4-BE49-F238E27FC236}">
                  <a16:creationId xmlns:a16="http://schemas.microsoft.com/office/drawing/2014/main" id="{B3A7F2B7-842A-4738-91DB-7212684B9037}"/>
                </a:ext>
              </a:extLst>
            </p:cNvPr>
            <p:cNvSpPr/>
            <p:nvPr/>
          </p:nvSpPr>
          <p:spPr>
            <a:xfrm flipV="1">
              <a:off x="2180520" y="2161080"/>
              <a:ext cx="88200" cy="7560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85" name="Line 884">
              <a:extLst>
                <a:ext uri="{FF2B5EF4-FFF2-40B4-BE49-F238E27FC236}">
                  <a16:creationId xmlns:a16="http://schemas.microsoft.com/office/drawing/2014/main" id="{B3C8DD91-AE20-4289-9159-3F9318ABDD4B}"/>
                </a:ext>
              </a:extLst>
            </p:cNvPr>
            <p:cNvSpPr/>
            <p:nvPr/>
          </p:nvSpPr>
          <p:spPr>
            <a:xfrm flipV="1">
              <a:off x="2217960" y="2161080"/>
              <a:ext cx="50760" cy="8748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86" name="Line 885">
              <a:extLst>
                <a:ext uri="{FF2B5EF4-FFF2-40B4-BE49-F238E27FC236}">
                  <a16:creationId xmlns:a16="http://schemas.microsoft.com/office/drawing/2014/main" id="{8E620A85-94A6-4946-8CCC-EE6F9EED8A05}"/>
                </a:ext>
              </a:extLst>
            </p:cNvPr>
            <p:cNvSpPr/>
            <p:nvPr/>
          </p:nvSpPr>
          <p:spPr>
            <a:xfrm flipV="1">
              <a:off x="2483280" y="2150280"/>
              <a:ext cx="50760" cy="9216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87" name="Line 886">
              <a:extLst>
                <a:ext uri="{FF2B5EF4-FFF2-40B4-BE49-F238E27FC236}">
                  <a16:creationId xmlns:a16="http://schemas.microsoft.com/office/drawing/2014/main" id="{64E878C7-5B83-457B-93B5-34FF12A89828}"/>
                </a:ext>
              </a:extLst>
            </p:cNvPr>
            <p:cNvSpPr/>
            <p:nvPr/>
          </p:nvSpPr>
          <p:spPr>
            <a:xfrm flipH="1" flipV="1">
              <a:off x="2534040" y="2150280"/>
              <a:ext cx="88920" cy="7992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88" name="Line 887">
              <a:extLst>
                <a:ext uri="{FF2B5EF4-FFF2-40B4-BE49-F238E27FC236}">
                  <a16:creationId xmlns:a16="http://schemas.microsoft.com/office/drawing/2014/main" id="{31CA12E9-3E77-4CFF-8445-DDA79319F73F}"/>
                </a:ext>
              </a:extLst>
            </p:cNvPr>
            <p:cNvSpPr/>
            <p:nvPr/>
          </p:nvSpPr>
          <p:spPr>
            <a:xfrm flipH="1" flipV="1">
              <a:off x="2687040" y="2122920"/>
              <a:ext cx="88920" cy="7488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89" name="Line 888">
              <a:extLst>
                <a:ext uri="{FF2B5EF4-FFF2-40B4-BE49-F238E27FC236}">
                  <a16:creationId xmlns:a16="http://schemas.microsoft.com/office/drawing/2014/main" id="{29E03293-BB5F-4B5A-8C79-FA8B48DA014E}"/>
                </a:ext>
              </a:extLst>
            </p:cNvPr>
            <p:cNvSpPr/>
            <p:nvPr/>
          </p:nvSpPr>
          <p:spPr>
            <a:xfrm flipV="1">
              <a:off x="2306880" y="2115360"/>
              <a:ext cx="50760" cy="9324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90" name="Line 889">
              <a:extLst>
                <a:ext uri="{FF2B5EF4-FFF2-40B4-BE49-F238E27FC236}">
                  <a16:creationId xmlns:a16="http://schemas.microsoft.com/office/drawing/2014/main" id="{4BDCDDF2-658A-4DD0-B9A9-AD958C871F8A}"/>
                </a:ext>
              </a:extLst>
            </p:cNvPr>
            <p:cNvSpPr/>
            <p:nvPr/>
          </p:nvSpPr>
          <p:spPr>
            <a:xfrm flipV="1">
              <a:off x="2268720" y="2115360"/>
              <a:ext cx="88920" cy="4572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91" name="Line 890">
              <a:extLst>
                <a:ext uri="{FF2B5EF4-FFF2-40B4-BE49-F238E27FC236}">
                  <a16:creationId xmlns:a16="http://schemas.microsoft.com/office/drawing/2014/main" id="{575FB844-6CE6-4508-8B2C-077090BF6112}"/>
                </a:ext>
              </a:extLst>
            </p:cNvPr>
            <p:cNvSpPr/>
            <p:nvPr/>
          </p:nvSpPr>
          <p:spPr>
            <a:xfrm flipV="1">
              <a:off x="2357640" y="2111400"/>
              <a:ext cx="87480" cy="396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92" name="Line 891">
              <a:extLst>
                <a:ext uri="{FF2B5EF4-FFF2-40B4-BE49-F238E27FC236}">
                  <a16:creationId xmlns:a16="http://schemas.microsoft.com/office/drawing/2014/main" id="{9C5E9C38-4AD7-467B-B9EF-A823B196770C}"/>
                </a:ext>
              </a:extLst>
            </p:cNvPr>
            <p:cNvSpPr/>
            <p:nvPr/>
          </p:nvSpPr>
          <p:spPr>
            <a:xfrm flipV="1">
              <a:off x="2394360" y="2111400"/>
              <a:ext cx="50760" cy="9396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93" name="Line 892">
              <a:extLst>
                <a:ext uri="{FF2B5EF4-FFF2-40B4-BE49-F238E27FC236}">
                  <a16:creationId xmlns:a16="http://schemas.microsoft.com/office/drawing/2014/main" id="{B02A9A8E-5337-427E-AE58-B77B1AD2123A}"/>
                </a:ext>
              </a:extLst>
            </p:cNvPr>
            <p:cNvSpPr/>
            <p:nvPr/>
          </p:nvSpPr>
          <p:spPr>
            <a:xfrm flipH="1" flipV="1">
              <a:off x="2445120" y="2111400"/>
              <a:ext cx="88920" cy="3888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94" name="Line 893">
              <a:extLst>
                <a:ext uri="{FF2B5EF4-FFF2-40B4-BE49-F238E27FC236}">
                  <a16:creationId xmlns:a16="http://schemas.microsoft.com/office/drawing/2014/main" id="{EC7A2146-66A1-48D3-A2EC-3D4846A1C33B}"/>
                </a:ext>
              </a:extLst>
            </p:cNvPr>
            <p:cNvSpPr/>
            <p:nvPr/>
          </p:nvSpPr>
          <p:spPr>
            <a:xfrm flipV="1">
              <a:off x="2231280" y="2111400"/>
              <a:ext cx="88920" cy="7776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95" name="Line 894">
              <a:extLst>
                <a:ext uri="{FF2B5EF4-FFF2-40B4-BE49-F238E27FC236}">
                  <a16:creationId xmlns:a16="http://schemas.microsoft.com/office/drawing/2014/main" id="{6F0E4055-F181-434C-9A1F-B820E6FAEC72}"/>
                </a:ext>
              </a:extLst>
            </p:cNvPr>
            <p:cNvSpPr/>
            <p:nvPr/>
          </p:nvSpPr>
          <p:spPr>
            <a:xfrm flipV="1">
              <a:off x="2268720" y="2111400"/>
              <a:ext cx="51480" cy="4968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96" name="Line 895">
              <a:extLst>
                <a:ext uri="{FF2B5EF4-FFF2-40B4-BE49-F238E27FC236}">
                  <a16:creationId xmlns:a16="http://schemas.microsoft.com/office/drawing/2014/main" id="{9E836A2F-0589-46D9-B885-9CCC044502DC}"/>
                </a:ext>
              </a:extLst>
            </p:cNvPr>
            <p:cNvSpPr/>
            <p:nvPr/>
          </p:nvSpPr>
          <p:spPr>
            <a:xfrm flipH="1" flipV="1">
              <a:off x="2584800" y="2098080"/>
              <a:ext cx="88920" cy="8136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97" name="Line 896">
              <a:extLst>
                <a:ext uri="{FF2B5EF4-FFF2-40B4-BE49-F238E27FC236}">
                  <a16:creationId xmlns:a16="http://schemas.microsoft.com/office/drawing/2014/main" id="{5C70551E-8B49-4B31-ADE9-83313E75F70B}"/>
                </a:ext>
              </a:extLst>
            </p:cNvPr>
            <p:cNvSpPr/>
            <p:nvPr/>
          </p:nvSpPr>
          <p:spPr>
            <a:xfrm flipV="1">
              <a:off x="2534040" y="2098080"/>
              <a:ext cx="50760" cy="5220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98" name="Line 897">
              <a:extLst>
                <a:ext uri="{FF2B5EF4-FFF2-40B4-BE49-F238E27FC236}">
                  <a16:creationId xmlns:a16="http://schemas.microsoft.com/office/drawing/2014/main" id="{E141AC7A-3B70-486D-9B61-0179BFC02F7E}"/>
                </a:ext>
              </a:extLst>
            </p:cNvPr>
            <p:cNvSpPr/>
            <p:nvPr/>
          </p:nvSpPr>
          <p:spPr>
            <a:xfrm flipV="1">
              <a:off x="2584800" y="2090520"/>
              <a:ext cx="51480" cy="756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99" name="Line 898">
              <a:extLst>
                <a:ext uri="{FF2B5EF4-FFF2-40B4-BE49-F238E27FC236}">
                  <a16:creationId xmlns:a16="http://schemas.microsoft.com/office/drawing/2014/main" id="{490BDA9B-DDA6-481B-98F6-8C2AF4404DA6}"/>
                </a:ext>
              </a:extLst>
            </p:cNvPr>
            <p:cNvSpPr/>
            <p:nvPr/>
          </p:nvSpPr>
          <p:spPr>
            <a:xfrm flipH="1" flipV="1">
              <a:off x="2636280" y="2090520"/>
              <a:ext cx="88200" cy="7992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100" name="Line 899">
              <a:extLst>
                <a:ext uri="{FF2B5EF4-FFF2-40B4-BE49-F238E27FC236}">
                  <a16:creationId xmlns:a16="http://schemas.microsoft.com/office/drawing/2014/main" id="{F9261C8B-D7A8-42D9-B54D-08EE5509F485}"/>
                </a:ext>
              </a:extLst>
            </p:cNvPr>
            <p:cNvSpPr/>
            <p:nvPr/>
          </p:nvSpPr>
          <p:spPr>
            <a:xfrm flipH="1" flipV="1">
              <a:off x="2636280" y="2090520"/>
              <a:ext cx="50760" cy="3240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101" name="Line 900">
              <a:extLst>
                <a:ext uri="{FF2B5EF4-FFF2-40B4-BE49-F238E27FC236}">
                  <a16:creationId xmlns:a16="http://schemas.microsoft.com/office/drawing/2014/main" id="{58415F81-A5AE-48FC-BF51-22ACBEFD33D9}"/>
                </a:ext>
              </a:extLst>
            </p:cNvPr>
            <p:cNvSpPr/>
            <p:nvPr/>
          </p:nvSpPr>
          <p:spPr>
            <a:xfrm flipV="1">
              <a:off x="2320200" y="2064600"/>
              <a:ext cx="88200" cy="4680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102" name="Line 901">
              <a:extLst>
                <a:ext uri="{FF2B5EF4-FFF2-40B4-BE49-F238E27FC236}">
                  <a16:creationId xmlns:a16="http://schemas.microsoft.com/office/drawing/2014/main" id="{3F1C10D3-9812-4E7E-A073-EEA217FD275F}"/>
                </a:ext>
              </a:extLst>
            </p:cNvPr>
            <p:cNvSpPr/>
            <p:nvPr/>
          </p:nvSpPr>
          <p:spPr>
            <a:xfrm flipV="1">
              <a:off x="2357640" y="2064600"/>
              <a:ext cx="50760" cy="5076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103" name="Line 902">
              <a:extLst>
                <a:ext uri="{FF2B5EF4-FFF2-40B4-BE49-F238E27FC236}">
                  <a16:creationId xmlns:a16="http://schemas.microsoft.com/office/drawing/2014/main" id="{23DD84C5-C143-4DDC-B2DE-648F2DC2C68E}"/>
                </a:ext>
              </a:extLst>
            </p:cNvPr>
            <p:cNvSpPr/>
            <p:nvPr/>
          </p:nvSpPr>
          <p:spPr>
            <a:xfrm flipV="1">
              <a:off x="2408400" y="2059560"/>
              <a:ext cx="88200" cy="504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104" name="Line 903">
              <a:extLst>
                <a:ext uri="{FF2B5EF4-FFF2-40B4-BE49-F238E27FC236}">
                  <a16:creationId xmlns:a16="http://schemas.microsoft.com/office/drawing/2014/main" id="{CF0B1A1F-1420-4C0B-A3D6-1E14EC99E50F}"/>
                </a:ext>
              </a:extLst>
            </p:cNvPr>
            <p:cNvSpPr/>
            <p:nvPr/>
          </p:nvSpPr>
          <p:spPr>
            <a:xfrm flipV="1">
              <a:off x="2445120" y="2059560"/>
              <a:ext cx="51480" cy="5184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105" name="Line 904">
              <a:extLst>
                <a:ext uri="{FF2B5EF4-FFF2-40B4-BE49-F238E27FC236}">
                  <a16:creationId xmlns:a16="http://schemas.microsoft.com/office/drawing/2014/main" id="{960F99C3-3CB4-430E-BADD-3CAAFAD7639C}"/>
                </a:ext>
              </a:extLst>
            </p:cNvPr>
            <p:cNvSpPr/>
            <p:nvPr/>
          </p:nvSpPr>
          <p:spPr>
            <a:xfrm flipH="1" flipV="1">
              <a:off x="2496600" y="2059560"/>
              <a:ext cx="88200" cy="3852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106" name="Line 905">
              <a:extLst>
                <a:ext uri="{FF2B5EF4-FFF2-40B4-BE49-F238E27FC236}">
                  <a16:creationId xmlns:a16="http://schemas.microsoft.com/office/drawing/2014/main" id="{1CD97010-68F1-4FF3-9694-46CB4ED15891}"/>
                </a:ext>
              </a:extLst>
            </p:cNvPr>
            <p:cNvSpPr/>
            <p:nvPr/>
          </p:nvSpPr>
          <p:spPr>
            <a:xfrm flipV="1">
              <a:off x="2408400" y="2056320"/>
              <a:ext cx="51480" cy="828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107" name="Line 906">
              <a:extLst>
                <a:ext uri="{FF2B5EF4-FFF2-40B4-BE49-F238E27FC236}">
                  <a16:creationId xmlns:a16="http://schemas.microsoft.com/office/drawing/2014/main" id="{68A00061-8C73-40AF-917B-D8AD647A5246}"/>
                </a:ext>
              </a:extLst>
            </p:cNvPr>
            <p:cNvSpPr/>
            <p:nvPr/>
          </p:nvSpPr>
          <p:spPr>
            <a:xfrm flipH="1" flipV="1">
              <a:off x="2547360" y="2052000"/>
              <a:ext cx="88920" cy="3852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108" name="Line 907">
              <a:extLst>
                <a:ext uri="{FF2B5EF4-FFF2-40B4-BE49-F238E27FC236}">
                  <a16:creationId xmlns:a16="http://schemas.microsoft.com/office/drawing/2014/main" id="{52A10748-79B3-4B85-8003-5DD5EB4F220E}"/>
                </a:ext>
              </a:extLst>
            </p:cNvPr>
            <p:cNvSpPr/>
            <p:nvPr/>
          </p:nvSpPr>
          <p:spPr>
            <a:xfrm flipV="1">
              <a:off x="2496600" y="2052000"/>
              <a:ext cx="50760" cy="756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109" name="Line 908">
              <a:extLst>
                <a:ext uri="{FF2B5EF4-FFF2-40B4-BE49-F238E27FC236}">
                  <a16:creationId xmlns:a16="http://schemas.microsoft.com/office/drawing/2014/main" id="{CD9EF795-D1D1-4870-8093-C91B7E0FF5C5}"/>
                </a:ext>
              </a:extLst>
            </p:cNvPr>
            <p:cNvSpPr/>
            <p:nvPr/>
          </p:nvSpPr>
          <p:spPr>
            <a:xfrm flipV="1">
              <a:off x="2459880" y="2052000"/>
              <a:ext cx="87480" cy="4320"/>
            </a:xfrm>
            <a:prstGeom prst="line">
              <a:avLst/>
            </a:prstGeom>
            <a:ln>
              <a:solidFill>
                <a:srgbClr val="000000"/>
              </a:solidFill>
            </a:ln>
          </p:spPr>
          <p:style>
            <a:lnRef idx="0">
              <a:scrgbClr r="0" g="0" b="0"/>
            </a:lnRef>
            <a:fillRef idx="0">
              <a:scrgbClr r="0" g="0" b="0"/>
            </a:fillRef>
            <a:effectRef idx="0">
              <a:scrgbClr r="0" g="0" b="0"/>
            </a:effectRef>
            <a:fontRef idx="minor"/>
          </p:style>
        </p:sp>
        <p:sp>
          <p:nvSpPr>
            <p:cNvPr id="110" name="Line 909">
              <a:extLst>
                <a:ext uri="{FF2B5EF4-FFF2-40B4-BE49-F238E27FC236}">
                  <a16:creationId xmlns:a16="http://schemas.microsoft.com/office/drawing/2014/main" id="{E25B746E-5728-4DDD-80EA-38E7F230015B}"/>
                </a:ext>
              </a:extLst>
            </p:cNvPr>
            <p:cNvSpPr/>
            <p:nvPr/>
          </p:nvSpPr>
          <p:spPr>
            <a:xfrm flipV="1">
              <a:off x="437760" y="2231640"/>
              <a:ext cx="1371240" cy="799920"/>
            </a:xfrm>
            <a:prstGeom prst="line">
              <a:avLst/>
            </a:prstGeom>
            <a:ln w="9360">
              <a:solidFill>
                <a:srgbClr val="000000"/>
              </a:solidFill>
              <a:round/>
              <a:tailEnd type="triangle" w="med" len="med"/>
            </a:ln>
          </p:spPr>
          <p:style>
            <a:lnRef idx="0">
              <a:scrgbClr r="0" g="0" b="0"/>
            </a:lnRef>
            <a:fillRef idx="0">
              <a:scrgbClr r="0" g="0" b="0"/>
            </a:fillRef>
            <a:effectRef idx="0">
              <a:scrgbClr r="0" g="0" b="0"/>
            </a:effectRef>
            <a:fontRef idx="minor"/>
          </p:style>
        </p:sp>
        <p:sp>
          <p:nvSpPr>
            <p:cNvPr id="111" name="Line 910">
              <a:extLst>
                <a:ext uri="{FF2B5EF4-FFF2-40B4-BE49-F238E27FC236}">
                  <a16:creationId xmlns:a16="http://schemas.microsoft.com/office/drawing/2014/main" id="{8C0FE1CA-A2BE-4569-9652-C7682F4D4EE2}"/>
                </a:ext>
              </a:extLst>
            </p:cNvPr>
            <p:cNvSpPr/>
            <p:nvPr/>
          </p:nvSpPr>
          <p:spPr>
            <a:xfrm>
              <a:off x="437760" y="3031560"/>
              <a:ext cx="2285640" cy="457200"/>
            </a:xfrm>
            <a:prstGeom prst="line">
              <a:avLst/>
            </a:prstGeom>
            <a:ln w="9360">
              <a:solidFill>
                <a:srgbClr val="000000"/>
              </a:solidFill>
              <a:round/>
              <a:tailEnd type="triangle" w="med" len="med"/>
            </a:ln>
          </p:spPr>
          <p:style>
            <a:lnRef idx="0">
              <a:scrgbClr r="0" g="0" b="0"/>
            </a:lnRef>
            <a:fillRef idx="0">
              <a:scrgbClr r="0" g="0" b="0"/>
            </a:fillRef>
            <a:effectRef idx="0">
              <a:scrgbClr r="0" g="0" b="0"/>
            </a:effectRef>
            <a:fontRef idx="minor"/>
          </p:style>
        </p:sp>
        <p:sp>
          <p:nvSpPr>
            <p:cNvPr id="112" name="Line 911">
              <a:extLst>
                <a:ext uri="{FF2B5EF4-FFF2-40B4-BE49-F238E27FC236}">
                  <a16:creationId xmlns:a16="http://schemas.microsoft.com/office/drawing/2014/main" id="{9C041D48-AE84-45A9-AB5F-D9D8FF49B88D}"/>
                </a:ext>
              </a:extLst>
            </p:cNvPr>
            <p:cNvSpPr/>
            <p:nvPr/>
          </p:nvSpPr>
          <p:spPr>
            <a:xfrm flipV="1">
              <a:off x="437760" y="1659960"/>
              <a:ext cx="0" cy="1371600"/>
            </a:xfrm>
            <a:prstGeom prst="line">
              <a:avLst/>
            </a:prstGeom>
            <a:ln w="9360">
              <a:solidFill>
                <a:srgbClr val="000000"/>
              </a:solidFill>
              <a:round/>
              <a:tailEnd type="triangle" w="med" len="med"/>
            </a:ln>
          </p:spPr>
          <p:style>
            <a:lnRef idx="0">
              <a:scrgbClr r="0" g="0" b="0"/>
            </a:lnRef>
            <a:fillRef idx="0">
              <a:scrgbClr r="0" g="0" b="0"/>
            </a:fillRef>
            <a:effectRef idx="0">
              <a:scrgbClr r="0" g="0" b="0"/>
            </a:effectRef>
            <a:fontRef idx="minor"/>
          </p:style>
        </p:sp>
        <p:sp>
          <p:nvSpPr>
            <p:cNvPr id="113" name="CustomShape 912">
              <a:extLst>
                <a:ext uri="{FF2B5EF4-FFF2-40B4-BE49-F238E27FC236}">
                  <a16:creationId xmlns:a16="http://schemas.microsoft.com/office/drawing/2014/main" id="{8534A160-BBA7-49A4-8BA7-94B84A04C820}"/>
                </a:ext>
              </a:extLst>
            </p:cNvPr>
            <p:cNvSpPr/>
            <p:nvPr/>
          </p:nvSpPr>
          <p:spPr>
            <a:xfrm>
              <a:off x="437760" y="1431720"/>
              <a:ext cx="322920" cy="266400"/>
            </a:xfrm>
            <a:prstGeom prst="rect">
              <a:avLst/>
            </a:prstGeom>
            <a:noFill/>
            <a:ln>
              <a:noFill/>
            </a:ln>
          </p:spPr>
          <p:style>
            <a:lnRef idx="0">
              <a:scrgbClr r="0" g="0" b="0"/>
            </a:lnRef>
            <a:fillRef idx="0">
              <a:scrgbClr r="0" g="0" b="0"/>
            </a:fillRef>
            <a:effectRef idx="0">
              <a:scrgbClr r="0" g="0" b="0"/>
            </a:effectRef>
            <a:fontRef idx="minor"/>
          </p:style>
        </p:sp>
        <p:sp>
          <p:nvSpPr>
            <p:cNvPr id="114" name="CustomShape 913">
              <a:extLst>
                <a:ext uri="{FF2B5EF4-FFF2-40B4-BE49-F238E27FC236}">
                  <a16:creationId xmlns:a16="http://schemas.microsoft.com/office/drawing/2014/main" id="{C88336B9-19AC-48D0-9A34-F18E34205AF2}"/>
                </a:ext>
              </a:extLst>
            </p:cNvPr>
            <p:cNvSpPr/>
            <p:nvPr/>
          </p:nvSpPr>
          <p:spPr>
            <a:xfrm>
              <a:off x="894960" y="2231640"/>
              <a:ext cx="398880" cy="370440"/>
            </a:xfrm>
            <a:prstGeom prst="rect">
              <a:avLst/>
            </a:prstGeom>
            <a:noFill/>
            <a:ln>
              <a:noFill/>
            </a:ln>
          </p:spPr>
          <p:style>
            <a:lnRef idx="0">
              <a:scrgbClr r="0" g="0" b="0"/>
            </a:lnRef>
            <a:fillRef idx="0">
              <a:scrgbClr r="0" g="0" b="0"/>
            </a:fillRef>
            <a:effectRef idx="0">
              <a:scrgbClr r="0" g="0" b="0"/>
            </a:effectRef>
            <a:fontRef idx="minor"/>
          </p:style>
        </p:sp>
        <p:sp>
          <p:nvSpPr>
            <p:cNvPr id="115" name="CustomShape 914">
              <a:extLst>
                <a:ext uri="{FF2B5EF4-FFF2-40B4-BE49-F238E27FC236}">
                  <a16:creationId xmlns:a16="http://schemas.microsoft.com/office/drawing/2014/main" id="{F3550F60-8EAB-41A3-88E7-BDEEF36FCC48}"/>
                </a:ext>
              </a:extLst>
            </p:cNvPr>
            <p:cNvSpPr/>
            <p:nvPr/>
          </p:nvSpPr>
          <p:spPr>
            <a:xfrm>
              <a:off x="1352160" y="3260520"/>
              <a:ext cx="411840" cy="370440"/>
            </a:xfrm>
            <a:prstGeom prst="rect">
              <a:avLst/>
            </a:prstGeom>
            <a:noFill/>
            <a:ln>
              <a:noFill/>
            </a:ln>
          </p:spPr>
          <p:style>
            <a:lnRef idx="0">
              <a:scrgbClr r="0" g="0" b="0"/>
            </a:lnRef>
            <a:fillRef idx="0">
              <a:scrgbClr r="0" g="0" b="0"/>
            </a:fillRef>
            <a:effectRef idx="0">
              <a:scrgbClr r="0" g="0" b="0"/>
            </a:effectRef>
            <a:fontRef idx="minor"/>
          </p:style>
        </p:sp>
        <p:sp>
          <p:nvSpPr>
            <p:cNvPr id="116" name="Line 915">
              <a:extLst>
                <a:ext uri="{FF2B5EF4-FFF2-40B4-BE49-F238E27FC236}">
                  <a16:creationId xmlns:a16="http://schemas.microsoft.com/office/drawing/2014/main" id="{3F3F4D57-60C8-4E3D-BE98-E5382F254147}"/>
                </a:ext>
              </a:extLst>
            </p:cNvPr>
            <p:cNvSpPr/>
            <p:nvPr/>
          </p:nvSpPr>
          <p:spPr>
            <a:xfrm>
              <a:off x="1237680" y="2574360"/>
              <a:ext cx="1142640" cy="114480"/>
            </a:xfrm>
            <a:prstGeom prst="line">
              <a:avLst/>
            </a:prstGeom>
            <a:ln w="9360" cap="rnd">
              <a:solidFill>
                <a:srgbClr val="000000"/>
              </a:solidFill>
              <a:prstDash val="sysDot"/>
              <a:round/>
            </a:ln>
          </p:spPr>
          <p:style>
            <a:lnRef idx="0">
              <a:scrgbClr r="0" g="0" b="0"/>
            </a:lnRef>
            <a:fillRef idx="0">
              <a:scrgbClr r="0" g="0" b="0"/>
            </a:fillRef>
            <a:effectRef idx="0">
              <a:scrgbClr r="0" g="0" b="0"/>
            </a:effectRef>
            <a:fontRef idx="minor"/>
          </p:style>
        </p:sp>
        <p:sp>
          <p:nvSpPr>
            <p:cNvPr id="117" name="Line 916">
              <a:extLst>
                <a:ext uri="{FF2B5EF4-FFF2-40B4-BE49-F238E27FC236}">
                  <a16:creationId xmlns:a16="http://schemas.microsoft.com/office/drawing/2014/main" id="{90A79B83-969F-4DAB-A61C-E24688C44AA8}"/>
                </a:ext>
              </a:extLst>
            </p:cNvPr>
            <p:cNvSpPr/>
            <p:nvPr/>
          </p:nvSpPr>
          <p:spPr>
            <a:xfrm flipV="1">
              <a:off x="1580400" y="2688840"/>
              <a:ext cx="799920" cy="571320"/>
            </a:xfrm>
            <a:prstGeom prst="line">
              <a:avLst/>
            </a:prstGeom>
            <a:ln w="9360" cap="rnd">
              <a:solidFill>
                <a:srgbClr val="000000"/>
              </a:solidFill>
              <a:prstDash val="sysDot"/>
              <a:round/>
            </a:ln>
          </p:spPr>
          <p:style>
            <a:lnRef idx="0">
              <a:scrgbClr r="0" g="0" b="0"/>
            </a:lnRef>
            <a:fillRef idx="0">
              <a:scrgbClr r="0" g="0" b="0"/>
            </a:fillRef>
            <a:effectRef idx="0">
              <a:scrgbClr r="0" g="0" b="0"/>
            </a:effectRef>
            <a:fontRef idx="minor"/>
          </p:style>
        </p:sp>
      </p:grpSp>
      <p:sp>
        <p:nvSpPr>
          <p:cNvPr id="918" name="CustomShape 917">
            <a:extLst>
              <a:ext uri="{FF2B5EF4-FFF2-40B4-BE49-F238E27FC236}">
                <a16:creationId xmlns:a16="http://schemas.microsoft.com/office/drawing/2014/main" id="{AA214659-DBD6-4E3D-83DC-F9955ECE38AC}"/>
              </a:ext>
            </a:extLst>
          </p:cNvPr>
          <p:cNvSpPr/>
          <p:nvPr/>
        </p:nvSpPr>
        <p:spPr>
          <a:xfrm>
            <a:off x="0" y="0"/>
            <a:ext cx="9143640" cy="360"/>
          </a:xfrm>
          <a:prstGeom prst="rect">
            <a:avLst/>
          </a:prstGeom>
          <a:noFill/>
          <a:ln>
            <a:noFill/>
          </a:ln>
        </p:spPr>
        <p:style>
          <a:lnRef idx="0">
            <a:scrgbClr r="0" g="0" b="0"/>
          </a:lnRef>
          <a:fillRef idx="0">
            <a:scrgbClr r="0" g="0" b="0"/>
          </a:fillRef>
          <a:effectRef idx="0">
            <a:scrgbClr r="0" g="0" b="0"/>
          </a:effectRef>
          <a:fontRef idx="minor"/>
        </p:style>
      </p:sp>
      <p:sp>
        <p:nvSpPr>
          <p:cNvPr id="919" name="CustomShape 918">
            <a:extLst>
              <a:ext uri="{FF2B5EF4-FFF2-40B4-BE49-F238E27FC236}">
                <a16:creationId xmlns:a16="http://schemas.microsoft.com/office/drawing/2014/main" id="{1F80B2FA-0646-4316-BF1A-E78BAA9570D5}"/>
              </a:ext>
            </a:extLst>
          </p:cNvPr>
          <p:cNvSpPr/>
          <p:nvPr/>
        </p:nvSpPr>
        <p:spPr>
          <a:xfrm>
            <a:off x="0" y="0"/>
            <a:ext cx="360" cy="360"/>
          </a:xfrm>
          <a:prstGeom prst="rect">
            <a:avLst/>
          </a:prstGeom>
          <a:solidFill>
            <a:schemeClr val="accent1"/>
          </a:solidFill>
          <a:ln w="9360">
            <a:solidFill>
              <a:schemeClr val="tx1"/>
            </a:solidFill>
            <a:miter/>
          </a:ln>
        </p:spPr>
        <p:style>
          <a:lnRef idx="0">
            <a:scrgbClr r="0" g="0" b="0"/>
          </a:lnRef>
          <a:fillRef idx="0">
            <a:scrgbClr r="0" g="0" b="0"/>
          </a:fillRef>
          <a:effectRef idx="0">
            <a:scrgbClr r="0" g="0" b="0"/>
          </a:effectRef>
          <a:fontRef idx="minor"/>
        </p:style>
      </p:sp>
      <p:sp>
        <p:nvSpPr>
          <p:cNvPr id="920" name="CustomShape 919">
            <a:extLst>
              <a:ext uri="{FF2B5EF4-FFF2-40B4-BE49-F238E27FC236}">
                <a16:creationId xmlns:a16="http://schemas.microsoft.com/office/drawing/2014/main" id="{9D5344AA-A32E-41D0-85D6-C02D52099942}"/>
              </a:ext>
            </a:extLst>
          </p:cNvPr>
          <p:cNvSpPr/>
          <p:nvPr/>
        </p:nvSpPr>
        <p:spPr>
          <a:xfrm>
            <a:off x="0" y="142920"/>
            <a:ext cx="360" cy="456840"/>
          </a:xfrm>
          <a:prstGeom prst="rect">
            <a:avLst/>
          </a:prstGeom>
          <a:noFill/>
          <a:ln>
            <a:noFill/>
          </a:ln>
        </p:spPr>
        <p:style>
          <a:lnRef idx="0">
            <a:scrgbClr r="0" g="0" b="0"/>
          </a:lnRef>
          <a:fillRef idx="0">
            <a:scrgbClr r="0" g="0" b="0"/>
          </a:fillRef>
          <a:effectRef idx="0">
            <a:scrgbClr r="0" g="0" b="0"/>
          </a:effectRef>
          <a:fontRef idx="minor"/>
        </p:style>
      </p:sp>
      <p:sp>
        <p:nvSpPr>
          <p:cNvPr id="921" name="CustomShape 920">
            <a:extLst>
              <a:ext uri="{FF2B5EF4-FFF2-40B4-BE49-F238E27FC236}">
                <a16:creationId xmlns:a16="http://schemas.microsoft.com/office/drawing/2014/main" id="{036A9265-46AE-4750-8355-F2D20A0740B1}"/>
              </a:ext>
            </a:extLst>
          </p:cNvPr>
          <p:cNvSpPr/>
          <p:nvPr/>
        </p:nvSpPr>
        <p:spPr>
          <a:xfrm>
            <a:off x="0" y="762120"/>
            <a:ext cx="360" cy="456840"/>
          </a:xfrm>
          <a:prstGeom prst="rect">
            <a:avLst/>
          </a:prstGeom>
          <a:noFill/>
          <a:ln>
            <a:noFill/>
          </a:ln>
        </p:spPr>
        <p:style>
          <a:lnRef idx="0">
            <a:scrgbClr r="0" g="0" b="0"/>
          </a:lnRef>
          <a:fillRef idx="0">
            <a:scrgbClr r="0" g="0" b="0"/>
          </a:fillRef>
          <a:effectRef idx="0">
            <a:scrgbClr r="0" g="0" b="0"/>
          </a:effectRef>
          <a:fontRef idx="minor"/>
        </p:style>
      </p:sp>
      <p:sp>
        <p:nvSpPr>
          <p:cNvPr id="922" name="CustomShape 921">
            <a:extLst>
              <a:ext uri="{FF2B5EF4-FFF2-40B4-BE49-F238E27FC236}">
                <a16:creationId xmlns:a16="http://schemas.microsoft.com/office/drawing/2014/main" id="{B613E583-0E1A-4DF7-8D1C-D0C0F0D0AB5D}"/>
              </a:ext>
            </a:extLst>
          </p:cNvPr>
          <p:cNvSpPr/>
          <p:nvPr/>
        </p:nvSpPr>
        <p:spPr>
          <a:xfrm>
            <a:off x="0" y="1419120"/>
            <a:ext cx="360" cy="456840"/>
          </a:xfrm>
          <a:prstGeom prst="rect">
            <a:avLst/>
          </a:prstGeom>
          <a:noFill/>
          <a:ln>
            <a:noFill/>
          </a:ln>
        </p:spPr>
        <p:style>
          <a:lnRef idx="0">
            <a:scrgbClr r="0" g="0" b="0"/>
          </a:lnRef>
          <a:fillRef idx="0">
            <a:scrgbClr r="0" g="0" b="0"/>
          </a:fillRef>
          <a:effectRef idx="0">
            <a:scrgbClr r="0" g="0" b="0"/>
          </a:effectRef>
          <a:fontRef idx="minor"/>
        </p:style>
      </p:sp>
      <p:sp>
        <p:nvSpPr>
          <p:cNvPr id="923" name="CustomShape 922">
            <a:extLst>
              <a:ext uri="{FF2B5EF4-FFF2-40B4-BE49-F238E27FC236}">
                <a16:creationId xmlns:a16="http://schemas.microsoft.com/office/drawing/2014/main" id="{A85BBD65-7E80-442E-8EA3-8E65ED5EF96B}"/>
              </a:ext>
            </a:extLst>
          </p:cNvPr>
          <p:cNvSpPr/>
          <p:nvPr/>
        </p:nvSpPr>
        <p:spPr>
          <a:xfrm>
            <a:off x="0" y="2152800"/>
            <a:ext cx="360" cy="456840"/>
          </a:xfrm>
          <a:prstGeom prst="rect">
            <a:avLst/>
          </a:prstGeom>
          <a:noFill/>
          <a:ln>
            <a:noFill/>
          </a:ln>
        </p:spPr>
        <p:style>
          <a:lnRef idx="0">
            <a:scrgbClr r="0" g="0" b="0"/>
          </a:lnRef>
          <a:fillRef idx="0">
            <a:scrgbClr r="0" g="0" b="0"/>
          </a:fillRef>
          <a:effectRef idx="0">
            <a:scrgbClr r="0" g="0" b="0"/>
          </a:effectRef>
          <a:fontRef idx="minor"/>
        </p:style>
      </p:sp>
      <p:sp>
        <p:nvSpPr>
          <p:cNvPr id="924" name="CustomShape 923">
            <a:extLst>
              <a:ext uri="{FF2B5EF4-FFF2-40B4-BE49-F238E27FC236}">
                <a16:creationId xmlns:a16="http://schemas.microsoft.com/office/drawing/2014/main" id="{3FF5FF8F-4F1A-42F2-AD9F-9E606898D51C}"/>
              </a:ext>
            </a:extLst>
          </p:cNvPr>
          <p:cNvSpPr/>
          <p:nvPr/>
        </p:nvSpPr>
        <p:spPr>
          <a:xfrm>
            <a:off x="215280" y="4284000"/>
            <a:ext cx="8712720" cy="2223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gn="just">
              <a:lnSpc>
                <a:spcPct val="100000"/>
              </a:lnSpc>
            </a:pPr>
            <a:r>
              <a:rPr lang="ru-RU" sz="2800" b="0" strike="noStrike" spc="-1" dirty="0">
                <a:solidFill>
                  <a:srgbClr val="000000"/>
                </a:solidFill>
                <a:latin typeface="Times New Roman"/>
                <a:ea typeface="Times New Roman"/>
              </a:rPr>
              <a:t>Точки локального минимума или максимума называются точками </a:t>
            </a:r>
            <a:r>
              <a:rPr lang="ru-RU" sz="2800" b="1" strike="noStrike" spc="-1" dirty="0">
                <a:solidFill>
                  <a:srgbClr val="000000"/>
                </a:solidFill>
                <a:latin typeface="Times New Roman"/>
                <a:ea typeface="Times New Roman"/>
              </a:rPr>
              <a:t>локального экстремума</a:t>
            </a:r>
            <a:r>
              <a:rPr lang="ru-RU" sz="2800" b="0" strike="noStrike" spc="-1" dirty="0">
                <a:solidFill>
                  <a:srgbClr val="000000"/>
                </a:solidFill>
                <a:latin typeface="Times New Roman"/>
                <a:ea typeface="Times New Roman"/>
              </a:rPr>
              <a:t>. Для этих точек характерно </a:t>
            </a:r>
            <a:r>
              <a:rPr lang="ru-RU" sz="2800" b="0" strike="noStrike" spc="-1" dirty="0" err="1">
                <a:solidFill>
                  <a:srgbClr val="000000"/>
                </a:solidFill>
                <a:latin typeface="Times New Roman"/>
                <a:ea typeface="Times New Roman"/>
              </a:rPr>
              <a:t>знакопостоянство</a:t>
            </a:r>
            <a:r>
              <a:rPr lang="ru-RU" sz="2800" b="0" strike="noStrike" spc="-1" dirty="0">
                <a:solidFill>
                  <a:srgbClr val="000000"/>
                </a:solidFill>
                <a:latin typeface="Times New Roman"/>
                <a:ea typeface="Times New Roman"/>
              </a:rPr>
              <a:t> величины абсолютного приращения  в пределах ненулевой окрестности.</a:t>
            </a:r>
            <a:endParaRPr lang="ru-RU" sz="2800" b="0" strike="noStrike" spc="-1" dirty="0">
              <a:latin typeface="Arial"/>
            </a:endParaRPr>
          </a:p>
        </p:txBody>
      </p:sp>
      <p:grpSp>
        <p:nvGrpSpPr>
          <p:cNvPr id="925" name="Group 924">
            <a:extLst>
              <a:ext uri="{FF2B5EF4-FFF2-40B4-BE49-F238E27FC236}">
                <a16:creationId xmlns:a16="http://schemas.microsoft.com/office/drawing/2014/main" id="{9A139F8A-16C0-4664-B0E0-9C1520056E43}"/>
              </a:ext>
            </a:extLst>
          </p:cNvPr>
          <p:cNvGrpSpPr/>
          <p:nvPr/>
        </p:nvGrpSpPr>
        <p:grpSpPr>
          <a:xfrm>
            <a:off x="4569840" y="974520"/>
            <a:ext cx="3602160" cy="3822480"/>
            <a:chOff x="4569840" y="974520"/>
            <a:chExt cx="3602160" cy="3822480"/>
          </a:xfrm>
        </p:grpSpPr>
        <p:sp>
          <p:nvSpPr>
            <p:cNvPr id="926" name="CustomShape 925">
              <a:extLst>
                <a:ext uri="{FF2B5EF4-FFF2-40B4-BE49-F238E27FC236}">
                  <a16:creationId xmlns:a16="http://schemas.microsoft.com/office/drawing/2014/main" id="{E86FBBE3-C21B-4497-8A48-A6B231BE6F3C}"/>
                </a:ext>
              </a:extLst>
            </p:cNvPr>
            <p:cNvSpPr/>
            <p:nvPr/>
          </p:nvSpPr>
          <p:spPr>
            <a:xfrm>
              <a:off x="4569840" y="974520"/>
              <a:ext cx="3602160" cy="3822480"/>
            </a:xfrm>
            <a:prstGeom prst="rect">
              <a:avLst/>
            </a:prstGeom>
            <a:noFill/>
            <a:ln>
              <a:noFill/>
            </a:ln>
          </p:spPr>
          <p:style>
            <a:lnRef idx="0">
              <a:scrgbClr r="0" g="0" b="0"/>
            </a:lnRef>
            <a:fillRef idx="0">
              <a:scrgbClr r="0" g="0" b="0"/>
            </a:fillRef>
            <a:effectRef idx="0">
              <a:scrgbClr r="0" g="0" b="0"/>
            </a:effectRef>
            <a:fontRef idx="minor"/>
          </p:style>
        </p:sp>
        <p:grpSp>
          <p:nvGrpSpPr>
            <p:cNvPr id="927" name="Group 926">
              <a:extLst>
                <a:ext uri="{FF2B5EF4-FFF2-40B4-BE49-F238E27FC236}">
                  <a16:creationId xmlns:a16="http://schemas.microsoft.com/office/drawing/2014/main" id="{7C7335BE-48BF-4254-AAB1-7A859D26FF3D}"/>
                </a:ext>
              </a:extLst>
            </p:cNvPr>
            <p:cNvGrpSpPr/>
            <p:nvPr/>
          </p:nvGrpSpPr>
          <p:grpSpPr>
            <a:xfrm>
              <a:off x="4865760" y="1497600"/>
              <a:ext cx="1691280" cy="1527480"/>
              <a:chOff x="4865760" y="1497600"/>
              <a:chExt cx="1691280" cy="1527480"/>
            </a:xfrm>
          </p:grpSpPr>
          <p:sp>
            <p:nvSpPr>
              <p:cNvPr id="1943" name="Line 927">
                <a:extLst>
                  <a:ext uri="{FF2B5EF4-FFF2-40B4-BE49-F238E27FC236}">
                    <a16:creationId xmlns:a16="http://schemas.microsoft.com/office/drawing/2014/main" id="{A6406A62-27E7-4EAC-903B-A3099B92ABC1}"/>
                  </a:ext>
                </a:extLst>
              </p:cNvPr>
              <p:cNvSpPr/>
              <p:nvPr/>
            </p:nvSpPr>
            <p:spPr>
              <a:xfrm>
                <a:off x="6255720" y="1971360"/>
                <a:ext cx="60120" cy="128880"/>
              </a:xfrm>
              <a:prstGeom prst="line">
                <a:avLst/>
              </a:prstGeom>
              <a:ln>
                <a:solidFill>
                  <a:srgbClr val="E6E6E6"/>
                </a:solidFill>
              </a:ln>
            </p:spPr>
            <p:style>
              <a:lnRef idx="0">
                <a:scrgbClr r="0" g="0" b="0"/>
              </a:lnRef>
              <a:fillRef idx="0">
                <a:scrgbClr r="0" g="0" b="0"/>
              </a:fillRef>
              <a:effectRef idx="0">
                <a:scrgbClr r="0" g="0" b="0"/>
              </a:effectRef>
              <a:fontRef idx="minor"/>
            </p:style>
          </p:sp>
          <p:sp>
            <p:nvSpPr>
              <p:cNvPr id="1944" name="Line 928">
                <a:extLst>
                  <a:ext uri="{FF2B5EF4-FFF2-40B4-BE49-F238E27FC236}">
                    <a16:creationId xmlns:a16="http://schemas.microsoft.com/office/drawing/2014/main" id="{1A6E48F9-4D41-46F5-9288-BF7465AB9294}"/>
                  </a:ext>
                </a:extLst>
              </p:cNvPr>
              <p:cNvSpPr/>
              <p:nvPr/>
            </p:nvSpPr>
            <p:spPr>
              <a:xfrm flipH="1">
                <a:off x="6255720" y="1841040"/>
                <a:ext cx="60120" cy="130320"/>
              </a:xfrm>
              <a:prstGeom prst="line">
                <a:avLst/>
              </a:prstGeom>
              <a:ln>
                <a:solidFill>
                  <a:srgbClr val="F4F4F4"/>
                </a:solidFill>
              </a:ln>
            </p:spPr>
            <p:style>
              <a:lnRef idx="0">
                <a:scrgbClr r="0" g="0" b="0"/>
              </a:lnRef>
              <a:fillRef idx="0">
                <a:scrgbClr r="0" g="0" b="0"/>
              </a:fillRef>
              <a:effectRef idx="0">
                <a:scrgbClr r="0" g="0" b="0"/>
              </a:effectRef>
              <a:fontRef idx="minor"/>
            </p:style>
          </p:sp>
          <p:sp>
            <p:nvSpPr>
              <p:cNvPr id="1945" name="Line 929">
                <a:extLst>
                  <a:ext uri="{FF2B5EF4-FFF2-40B4-BE49-F238E27FC236}">
                    <a16:creationId xmlns:a16="http://schemas.microsoft.com/office/drawing/2014/main" id="{DDA1CFAE-80E6-4535-B347-F241A31ABB2F}"/>
                  </a:ext>
                </a:extLst>
              </p:cNvPr>
              <p:cNvSpPr/>
              <p:nvPr/>
            </p:nvSpPr>
            <p:spPr>
              <a:xfrm flipH="1" flipV="1">
                <a:off x="6315840" y="1841040"/>
                <a:ext cx="61200" cy="130320"/>
              </a:xfrm>
              <a:prstGeom prst="line">
                <a:avLst/>
              </a:prstGeom>
              <a:ln>
                <a:solidFill>
                  <a:srgbClr val="F4F4F4"/>
                </a:solidFill>
              </a:ln>
            </p:spPr>
            <p:style>
              <a:lnRef idx="0">
                <a:scrgbClr r="0" g="0" b="0"/>
              </a:lnRef>
              <a:fillRef idx="0">
                <a:scrgbClr r="0" g="0" b="0"/>
              </a:fillRef>
              <a:effectRef idx="0">
                <a:scrgbClr r="0" g="0" b="0"/>
              </a:effectRef>
              <a:fontRef idx="minor"/>
            </p:style>
          </p:sp>
          <p:sp>
            <p:nvSpPr>
              <p:cNvPr id="1946" name="Line 930">
                <a:extLst>
                  <a:ext uri="{FF2B5EF4-FFF2-40B4-BE49-F238E27FC236}">
                    <a16:creationId xmlns:a16="http://schemas.microsoft.com/office/drawing/2014/main" id="{01E19D09-BA1E-4D32-A309-9D44225429B3}"/>
                  </a:ext>
                </a:extLst>
              </p:cNvPr>
              <p:cNvSpPr/>
              <p:nvPr/>
            </p:nvSpPr>
            <p:spPr>
              <a:xfrm flipV="1">
                <a:off x="6315840" y="1971360"/>
                <a:ext cx="61200" cy="128880"/>
              </a:xfrm>
              <a:prstGeom prst="line">
                <a:avLst/>
              </a:prstGeom>
              <a:ln>
                <a:solidFill>
                  <a:srgbClr val="E6E6E6"/>
                </a:solidFill>
              </a:ln>
            </p:spPr>
            <p:style>
              <a:lnRef idx="0">
                <a:scrgbClr r="0" g="0" b="0"/>
              </a:lnRef>
              <a:fillRef idx="0">
                <a:scrgbClr r="0" g="0" b="0"/>
              </a:fillRef>
              <a:effectRef idx="0">
                <a:scrgbClr r="0" g="0" b="0"/>
              </a:effectRef>
              <a:fontRef idx="minor"/>
            </p:style>
          </p:sp>
          <p:sp>
            <p:nvSpPr>
              <p:cNvPr id="1947" name="Line 931">
                <a:extLst>
                  <a:ext uri="{FF2B5EF4-FFF2-40B4-BE49-F238E27FC236}">
                    <a16:creationId xmlns:a16="http://schemas.microsoft.com/office/drawing/2014/main" id="{031135CA-8EF2-41E5-8069-FFC239F8979A}"/>
                  </a:ext>
                </a:extLst>
              </p:cNvPr>
              <p:cNvSpPr/>
              <p:nvPr/>
            </p:nvSpPr>
            <p:spPr>
              <a:xfrm>
                <a:off x="6194880" y="2089440"/>
                <a:ext cx="60840" cy="128880"/>
              </a:xfrm>
              <a:prstGeom prst="line">
                <a:avLst/>
              </a:prstGeom>
              <a:ln>
                <a:solidFill>
                  <a:srgbClr val="DADADA"/>
                </a:solidFill>
              </a:ln>
            </p:spPr>
            <p:style>
              <a:lnRef idx="0">
                <a:scrgbClr r="0" g="0" b="0"/>
              </a:lnRef>
              <a:fillRef idx="0">
                <a:scrgbClr r="0" g="0" b="0"/>
              </a:fillRef>
              <a:effectRef idx="0">
                <a:scrgbClr r="0" g="0" b="0"/>
              </a:effectRef>
              <a:fontRef idx="minor"/>
            </p:style>
          </p:sp>
          <p:sp>
            <p:nvSpPr>
              <p:cNvPr id="1948" name="Line 932">
                <a:extLst>
                  <a:ext uri="{FF2B5EF4-FFF2-40B4-BE49-F238E27FC236}">
                    <a16:creationId xmlns:a16="http://schemas.microsoft.com/office/drawing/2014/main" id="{F7A1144D-175C-4963-B556-44B54F245BB9}"/>
                  </a:ext>
                </a:extLst>
              </p:cNvPr>
              <p:cNvSpPr/>
              <p:nvPr/>
            </p:nvSpPr>
            <p:spPr>
              <a:xfrm flipH="1">
                <a:off x="6194880" y="1971360"/>
                <a:ext cx="60840" cy="118080"/>
              </a:xfrm>
              <a:prstGeom prst="line">
                <a:avLst/>
              </a:prstGeom>
              <a:ln>
                <a:solidFill>
                  <a:srgbClr val="E7E7E7"/>
                </a:solidFill>
              </a:ln>
            </p:spPr>
            <p:style>
              <a:lnRef idx="0">
                <a:scrgbClr r="0" g="0" b="0"/>
              </a:lnRef>
              <a:fillRef idx="0">
                <a:scrgbClr r="0" g="0" b="0"/>
              </a:fillRef>
              <a:effectRef idx="0">
                <a:scrgbClr r="0" g="0" b="0"/>
              </a:effectRef>
              <a:fontRef idx="minor"/>
            </p:style>
          </p:sp>
          <p:sp>
            <p:nvSpPr>
              <p:cNvPr id="1949" name="Line 933">
                <a:extLst>
                  <a:ext uri="{FF2B5EF4-FFF2-40B4-BE49-F238E27FC236}">
                    <a16:creationId xmlns:a16="http://schemas.microsoft.com/office/drawing/2014/main" id="{A1621B6C-FD07-49AE-9595-723EA442EFBA}"/>
                  </a:ext>
                </a:extLst>
              </p:cNvPr>
              <p:cNvSpPr/>
              <p:nvPr/>
            </p:nvSpPr>
            <p:spPr>
              <a:xfrm flipV="1">
                <a:off x="6255720" y="2100240"/>
                <a:ext cx="60120" cy="118080"/>
              </a:xfrm>
              <a:prstGeom prst="line">
                <a:avLst/>
              </a:prstGeom>
              <a:ln>
                <a:solidFill>
                  <a:srgbClr val="D9D9D9"/>
                </a:solidFill>
              </a:ln>
            </p:spPr>
            <p:style>
              <a:lnRef idx="0">
                <a:scrgbClr r="0" g="0" b="0"/>
              </a:lnRef>
              <a:fillRef idx="0">
                <a:scrgbClr r="0" g="0" b="0"/>
              </a:fillRef>
              <a:effectRef idx="0">
                <a:scrgbClr r="0" g="0" b="0"/>
              </a:effectRef>
              <a:fontRef idx="minor"/>
            </p:style>
          </p:sp>
          <p:sp>
            <p:nvSpPr>
              <p:cNvPr id="1950" name="Line 934">
                <a:extLst>
                  <a:ext uri="{FF2B5EF4-FFF2-40B4-BE49-F238E27FC236}">
                    <a16:creationId xmlns:a16="http://schemas.microsoft.com/office/drawing/2014/main" id="{72723A95-705C-472A-AF2D-C3A1650BD949}"/>
                  </a:ext>
                </a:extLst>
              </p:cNvPr>
              <p:cNvSpPr/>
              <p:nvPr/>
            </p:nvSpPr>
            <p:spPr>
              <a:xfrm>
                <a:off x="6133680" y="2193480"/>
                <a:ext cx="61200" cy="129960"/>
              </a:xfrm>
              <a:prstGeom prst="line">
                <a:avLst/>
              </a:prstGeom>
              <a:ln>
                <a:solidFill>
                  <a:srgbClr val="CECECE"/>
                </a:solidFill>
              </a:ln>
            </p:spPr>
            <p:style>
              <a:lnRef idx="0">
                <a:scrgbClr r="0" g="0" b="0"/>
              </a:lnRef>
              <a:fillRef idx="0">
                <a:scrgbClr r="0" g="0" b="0"/>
              </a:fillRef>
              <a:effectRef idx="0">
                <a:scrgbClr r="0" g="0" b="0"/>
              </a:effectRef>
              <a:fontRef idx="minor"/>
            </p:style>
          </p:sp>
          <p:sp>
            <p:nvSpPr>
              <p:cNvPr id="1951" name="Line 935">
                <a:extLst>
                  <a:ext uri="{FF2B5EF4-FFF2-40B4-BE49-F238E27FC236}">
                    <a16:creationId xmlns:a16="http://schemas.microsoft.com/office/drawing/2014/main" id="{BCD6432C-F834-4E1D-A71A-881FA47F04A9}"/>
                  </a:ext>
                </a:extLst>
              </p:cNvPr>
              <p:cNvSpPr/>
              <p:nvPr/>
            </p:nvSpPr>
            <p:spPr>
              <a:xfrm flipH="1">
                <a:off x="6133680" y="2089440"/>
                <a:ext cx="61200" cy="104040"/>
              </a:xfrm>
              <a:prstGeom prst="line">
                <a:avLst/>
              </a:prstGeom>
              <a:ln>
                <a:solidFill>
                  <a:srgbClr val="DBDBDB"/>
                </a:solidFill>
              </a:ln>
            </p:spPr>
            <p:style>
              <a:lnRef idx="0">
                <a:scrgbClr r="0" g="0" b="0"/>
              </a:lnRef>
              <a:fillRef idx="0">
                <a:scrgbClr r="0" g="0" b="0"/>
              </a:fillRef>
              <a:effectRef idx="0">
                <a:scrgbClr r="0" g="0" b="0"/>
              </a:effectRef>
              <a:fontRef idx="minor"/>
            </p:style>
          </p:sp>
          <p:sp>
            <p:nvSpPr>
              <p:cNvPr id="1952" name="Line 936">
                <a:extLst>
                  <a:ext uri="{FF2B5EF4-FFF2-40B4-BE49-F238E27FC236}">
                    <a16:creationId xmlns:a16="http://schemas.microsoft.com/office/drawing/2014/main" id="{E08BE8F9-1C18-411B-905C-6214A92B36B4}"/>
                  </a:ext>
                </a:extLst>
              </p:cNvPr>
              <p:cNvSpPr/>
              <p:nvPr/>
            </p:nvSpPr>
            <p:spPr>
              <a:xfrm flipV="1">
                <a:off x="6194880" y="2218320"/>
                <a:ext cx="60840" cy="105120"/>
              </a:xfrm>
              <a:prstGeom prst="line">
                <a:avLst/>
              </a:prstGeom>
              <a:ln>
                <a:solidFill>
                  <a:srgbClr val="CDCDCD"/>
                </a:solidFill>
              </a:ln>
            </p:spPr>
            <p:style>
              <a:lnRef idx="0">
                <a:scrgbClr r="0" g="0" b="0"/>
              </a:lnRef>
              <a:fillRef idx="0">
                <a:scrgbClr r="0" g="0" b="0"/>
              </a:fillRef>
              <a:effectRef idx="0">
                <a:scrgbClr r="0" g="0" b="0"/>
              </a:effectRef>
              <a:fontRef idx="minor"/>
            </p:style>
          </p:sp>
          <p:sp>
            <p:nvSpPr>
              <p:cNvPr id="1953" name="Line 937">
                <a:extLst>
                  <a:ext uri="{FF2B5EF4-FFF2-40B4-BE49-F238E27FC236}">
                    <a16:creationId xmlns:a16="http://schemas.microsoft.com/office/drawing/2014/main" id="{EB9820FF-0F1E-4C8E-94B3-A80A8285CDE6}"/>
                  </a:ext>
                </a:extLst>
              </p:cNvPr>
              <p:cNvSpPr/>
              <p:nvPr/>
            </p:nvSpPr>
            <p:spPr>
              <a:xfrm>
                <a:off x="6073560" y="2285640"/>
                <a:ext cx="60120" cy="129960"/>
              </a:xfrm>
              <a:prstGeom prst="line">
                <a:avLst/>
              </a:prstGeom>
              <a:ln>
                <a:solidFill>
                  <a:srgbClr val="C4C4C4"/>
                </a:solidFill>
              </a:ln>
            </p:spPr>
            <p:style>
              <a:lnRef idx="0">
                <a:scrgbClr r="0" g="0" b="0"/>
              </a:lnRef>
              <a:fillRef idx="0">
                <a:scrgbClr r="0" g="0" b="0"/>
              </a:fillRef>
              <a:effectRef idx="0">
                <a:scrgbClr r="0" g="0" b="0"/>
              </a:effectRef>
              <a:fontRef idx="minor"/>
            </p:style>
          </p:sp>
          <p:sp>
            <p:nvSpPr>
              <p:cNvPr id="1954" name="Line 938">
                <a:extLst>
                  <a:ext uri="{FF2B5EF4-FFF2-40B4-BE49-F238E27FC236}">
                    <a16:creationId xmlns:a16="http://schemas.microsoft.com/office/drawing/2014/main" id="{B72DABA8-73C8-4F4C-8AB9-EFD758BA914A}"/>
                  </a:ext>
                </a:extLst>
              </p:cNvPr>
              <p:cNvSpPr/>
              <p:nvPr/>
            </p:nvSpPr>
            <p:spPr>
              <a:xfrm flipH="1">
                <a:off x="6073560" y="2193480"/>
                <a:ext cx="60120" cy="92160"/>
              </a:xfrm>
              <a:prstGeom prst="line">
                <a:avLst/>
              </a:prstGeom>
              <a:ln>
                <a:solidFill>
                  <a:srgbClr val="D0D0D0"/>
                </a:solidFill>
              </a:ln>
            </p:spPr>
            <p:style>
              <a:lnRef idx="0">
                <a:scrgbClr r="0" g="0" b="0"/>
              </a:lnRef>
              <a:fillRef idx="0">
                <a:scrgbClr r="0" g="0" b="0"/>
              </a:fillRef>
              <a:effectRef idx="0">
                <a:scrgbClr r="0" g="0" b="0"/>
              </a:effectRef>
              <a:fontRef idx="minor"/>
            </p:style>
          </p:sp>
          <p:sp>
            <p:nvSpPr>
              <p:cNvPr id="1955" name="Line 939">
                <a:extLst>
                  <a:ext uri="{FF2B5EF4-FFF2-40B4-BE49-F238E27FC236}">
                    <a16:creationId xmlns:a16="http://schemas.microsoft.com/office/drawing/2014/main" id="{1D1285F6-2DD2-4556-BBBC-6C669545BB31}"/>
                  </a:ext>
                </a:extLst>
              </p:cNvPr>
              <p:cNvSpPr/>
              <p:nvPr/>
            </p:nvSpPr>
            <p:spPr>
              <a:xfrm flipV="1">
                <a:off x="6133680" y="2323440"/>
                <a:ext cx="61200" cy="92160"/>
              </a:xfrm>
              <a:prstGeom prst="line">
                <a:avLst/>
              </a:prstGeom>
              <a:ln>
                <a:solidFill>
                  <a:srgbClr val="C2C2C2"/>
                </a:solidFill>
              </a:ln>
            </p:spPr>
            <p:style>
              <a:lnRef idx="0">
                <a:scrgbClr r="0" g="0" b="0"/>
              </a:lnRef>
              <a:fillRef idx="0">
                <a:scrgbClr r="0" g="0" b="0"/>
              </a:fillRef>
              <a:effectRef idx="0">
                <a:scrgbClr r="0" g="0" b="0"/>
              </a:effectRef>
              <a:fontRef idx="minor"/>
            </p:style>
          </p:sp>
          <p:sp>
            <p:nvSpPr>
              <p:cNvPr id="1956" name="Line 940">
                <a:extLst>
                  <a:ext uri="{FF2B5EF4-FFF2-40B4-BE49-F238E27FC236}">
                    <a16:creationId xmlns:a16="http://schemas.microsoft.com/office/drawing/2014/main" id="{2A05E137-E050-4A9D-82FB-33A3283D40E8}"/>
                  </a:ext>
                </a:extLst>
              </p:cNvPr>
              <p:cNvSpPr/>
              <p:nvPr/>
            </p:nvSpPr>
            <p:spPr>
              <a:xfrm>
                <a:off x="6014520" y="2366640"/>
                <a:ext cx="59040" cy="128160"/>
              </a:xfrm>
              <a:prstGeom prst="line">
                <a:avLst/>
              </a:prstGeom>
              <a:ln>
                <a:solidFill>
                  <a:srgbClr val="BBBBBB"/>
                </a:solidFill>
              </a:ln>
            </p:spPr>
            <p:style>
              <a:lnRef idx="0">
                <a:scrgbClr r="0" g="0" b="0"/>
              </a:lnRef>
              <a:fillRef idx="0">
                <a:scrgbClr r="0" g="0" b="0"/>
              </a:fillRef>
              <a:effectRef idx="0">
                <a:scrgbClr r="0" g="0" b="0"/>
              </a:effectRef>
              <a:fontRef idx="minor"/>
            </p:style>
          </p:sp>
          <p:sp>
            <p:nvSpPr>
              <p:cNvPr id="1957" name="Line 941">
                <a:extLst>
                  <a:ext uri="{FF2B5EF4-FFF2-40B4-BE49-F238E27FC236}">
                    <a16:creationId xmlns:a16="http://schemas.microsoft.com/office/drawing/2014/main" id="{979C2B45-28C5-4269-A621-652ACA08337E}"/>
                  </a:ext>
                </a:extLst>
              </p:cNvPr>
              <p:cNvSpPr/>
              <p:nvPr/>
            </p:nvSpPr>
            <p:spPr>
              <a:xfrm flipH="1">
                <a:off x="6014520" y="2285640"/>
                <a:ext cx="59040" cy="81000"/>
              </a:xfrm>
              <a:prstGeom prst="line">
                <a:avLst/>
              </a:prstGeom>
              <a:ln>
                <a:solidFill>
                  <a:srgbClr val="C6C6C6"/>
                </a:solidFill>
              </a:ln>
            </p:spPr>
            <p:style>
              <a:lnRef idx="0">
                <a:scrgbClr r="0" g="0" b="0"/>
              </a:lnRef>
              <a:fillRef idx="0">
                <a:scrgbClr r="0" g="0" b="0"/>
              </a:fillRef>
              <a:effectRef idx="0">
                <a:scrgbClr r="0" g="0" b="0"/>
              </a:effectRef>
              <a:fontRef idx="minor"/>
            </p:style>
          </p:sp>
          <p:sp>
            <p:nvSpPr>
              <p:cNvPr id="1958" name="Line 942">
                <a:extLst>
                  <a:ext uri="{FF2B5EF4-FFF2-40B4-BE49-F238E27FC236}">
                    <a16:creationId xmlns:a16="http://schemas.microsoft.com/office/drawing/2014/main" id="{82117EB1-465B-44A4-8174-F7D1412F3923}"/>
                  </a:ext>
                </a:extLst>
              </p:cNvPr>
              <p:cNvSpPr/>
              <p:nvPr/>
            </p:nvSpPr>
            <p:spPr>
              <a:xfrm flipV="1">
                <a:off x="6073560" y="2415600"/>
                <a:ext cx="60120" cy="79200"/>
              </a:xfrm>
              <a:prstGeom prst="line">
                <a:avLst/>
              </a:prstGeom>
              <a:ln>
                <a:solidFill>
                  <a:srgbClr val="B9B9B9"/>
                </a:solidFill>
              </a:ln>
            </p:spPr>
            <p:style>
              <a:lnRef idx="0">
                <a:scrgbClr r="0" g="0" b="0"/>
              </a:lnRef>
              <a:fillRef idx="0">
                <a:scrgbClr r="0" g="0" b="0"/>
              </a:fillRef>
              <a:effectRef idx="0">
                <a:scrgbClr r="0" g="0" b="0"/>
              </a:effectRef>
              <a:fontRef idx="minor"/>
            </p:style>
          </p:sp>
          <p:sp>
            <p:nvSpPr>
              <p:cNvPr id="1959" name="Line 943">
                <a:extLst>
                  <a:ext uri="{FF2B5EF4-FFF2-40B4-BE49-F238E27FC236}">
                    <a16:creationId xmlns:a16="http://schemas.microsoft.com/office/drawing/2014/main" id="{03AFAF7A-DA5B-454C-B50B-258692AA03BE}"/>
                  </a:ext>
                </a:extLst>
              </p:cNvPr>
              <p:cNvSpPr/>
              <p:nvPr/>
            </p:nvSpPr>
            <p:spPr>
              <a:xfrm>
                <a:off x="5953680" y="2432520"/>
                <a:ext cx="60840" cy="130320"/>
              </a:xfrm>
              <a:prstGeom prst="line">
                <a:avLst/>
              </a:prstGeom>
              <a:ln>
                <a:solidFill>
                  <a:srgbClr val="B3B3B3"/>
                </a:solidFill>
              </a:ln>
            </p:spPr>
            <p:style>
              <a:lnRef idx="0">
                <a:scrgbClr r="0" g="0" b="0"/>
              </a:lnRef>
              <a:fillRef idx="0">
                <a:scrgbClr r="0" g="0" b="0"/>
              </a:fillRef>
              <a:effectRef idx="0">
                <a:scrgbClr r="0" g="0" b="0"/>
              </a:effectRef>
              <a:fontRef idx="minor"/>
            </p:style>
          </p:sp>
          <p:sp>
            <p:nvSpPr>
              <p:cNvPr id="1960" name="Line 944">
                <a:extLst>
                  <a:ext uri="{FF2B5EF4-FFF2-40B4-BE49-F238E27FC236}">
                    <a16:creationId xmlns:a16="http://schemas.microsoft.com/office/drawing/2014/main" id="{A2CFD580-E60D-4893-95C6-E669E3A3D26E}"/>
                  </a:ext>
                </a:extLst>
              </p:cNvPr>
              <p:cNvSpPr/>
              <p:nvPr/>
            </p:nvSpPr>
            <p:spPr>
              <a:xfrm flipH="1">
                <a:off x="5953680" y="2366640"/>
                <a:ext cx="60840" cy="65880"/>
              </a:xfrm>
              <a:prstGeom prst="line">
                <a:avLst/>
              </a:prstGeom>
              <a:ln>
                <a:solidFill>
                  <a:srgbClr val="BEBEBE"/>
                </a:solidFill>
              </a:ln>
            </p:spPr>
            <p:style>
              <a:lnRef idx="0">
                <a:scrgbClr r="0" g="0" b="0"/>
              </a:lnRef>
              <a:fillRef idx="0">
                <a:scrgbClr r="0" g="0" b="0"/>
              </a:fillRef>
              <a:effectRef idx="0">
                <a:scrgbClr r="0" g="0" b="0"/>
              </a:effectRef>
              <a:fontRef idx="minor"/>
            </p:style>
          </p:sp>
          <p:sp>
            <p:nvSpPr>
              <p:cNvPr id="1961" name="Line 945">
                <a:extLst>
                  <a:ext uri="{FF2B5EF4-FFF2-40B4-BE49-F238E27FC236}">
                    <a16:creationId xmlns:a16="http://schemas.microsoft.com/office/drawing/2014/main" id="{BA9CA334-0721-45D1-9704-9336EA7F3356}"/>
                  </a:ext>
                </a:extLst>
              </p:cNvPr>
              <p:cNvSpPr/>
              <p:nvPr/>
            </p:nvSpPr>
            <p:spPr>
              <a:xfrm flipV="1">
                <a:off x="6014520" y="2494800"/>
                <a:ext cx="59040" cy="68040"/>
              </a:xfrm>
              <a:prstGeom prst="line">
                <a:avLst/>
              </a:prstGeom>
              <a:ln>
                <a:solidFill>
                  <a:srgbClr val="B0B0B0"/>
                </a:solidFill>
              </a:ln>
            </p:spPr>
            <p:style>
              <a:lnRef idx="0">
                <a:scrgbClr r="0" g="0" b="0"/>
              </a:lnRef>
              <a:fillRef idx="0">
                <a:scrgbClr r="0" g="0" b="0"/>
              </a:fillRef>
              <a:effectRef idx="0">
                <a:scrgbClr r="0" g="0" b="0"/>
              </a:effectRef>
              <a:fontRef idx="minor"/>
            </p:style>
          </p:sp>
          <p:sp>
            <p:nvSpPr>
              <p:cNvPr id="1962" name="Line 946">
                <a:extLst>
                  <a:ext uri="{FF2B5EF4-FFF2-40B4-BE49-F238E27FC236}">
                    <a16:creationId xmlns:a16="http://schemas.microsoft.com/office/drawing/2014/main" id="{AA81D05F-B617-4745-B2AF-C9B8D533874D}"/>
                  </a:ext>
                </a:extLst>
              </p:cNvPr>
              <p:cNvSpPr/>
              <p:nvPr/>
            </p:nvSpPr>
            <p:spPr>
              <a:xfrm>
                <a:off x="5892480" y="2487600"/>
                <a:ext cx="61200" cy="130320"/>
              </a:xfrm>
              <a:prstGeom prst="line">
                <a:avLst/>
              </a:prstGeom>
              <a:ln>
                <a:solidFill>
                  <a:srgbClr val="ADADAD"/>
                </a:solidFill>
              </a:ln>
            </p:spPr>
            <p:style>
              <a:lnRef idx="0">
                <a:scrgbClr r="0" g="0" b="0"/>
              </a:lnRef>
              <a:fillRef idx="0">
                <a:scrgbClr r="0" g="0" b="0"/>
              </a:fillRef>
              <a:effectRef idx="0">
                <a:scrgbClr r="0" g="0" b="0"/>
              </a:effectRef>
              <a:fontRef idx="minor"/>
            </p:style>
          </p:sp>
          <p:sp>
            <p:nvSpPr>
              <p:cNvPr id="1963" name="Line 947">
                <a:extLst>
                  <a:ext uri="{FF2B5EF4-FFF2-40B4-BE49-F238E27FC236}">
                    <a16:creationId xmlns:a16="http://schemas.microsoft.com/office/drawing/2014/main" id="{08614EF2-C0A9-4EF9-AC14-4F7792D91A89}"/>
                  </a:ext>
                </a:extLst>
              </p:cNvPr>
              <p:cNvSpPr/>
              <p:nvPr/>
            </p:nvSpPr>
            <p:spPr>
              <a:xfrm flipH="1">
                <a:off x="5892480" y="2432520"/>
                <a:ext cx="61200" cy="55080"/>
              </a:xfrm>
              <a:prstGeom prst="line">
                <a:avLst/>
              </a:prstGeom>
              <a:ln>
                <a:solidFill>
                  <a:srgbClr val="B7B7B7"/>
                </a:solidFill>
              </a:ln>
            </p:spPr>
            <p:style>
              <a:lnRef idx="0">
                <a:scrgbClr r="0" g="0" b="0"/>
              </a:lnRef>
              <a:fillRef idx="0">
                <a:scrgbClr r="0" g="0" b="0"/>
              </a:fillRef>
              <a:effectRef idx="0">
                <a:scrgbClr r="0" g="0" b="0"/>
              </a:effectRef>
              <a:fontRef idx="minor"/>
            </p:style>
          </p:sp>
          <p:sp>
            <p:nvSpPr>
              <p:cNvPr id="1964" name="Line 948">
                <a:extLst>
                  <a:ext uri="{FF2B5EF4-FFF2-40B4-BE49-F238E27FC236}">
                    <a16:creationId xmlns:a16="http://schemas.microsoft.com/office/drawing/2014/main" id="{1C84A5B0-AB94-47E4-BD5D-EBD2660E8E24}"/>
                  </a:ext>
                </a:extLst>
              </p:cNvPr>
              <p:cNvSpPr/>
              <p:nvPr/>
            </p:nvSpPr>
            <p:spPr>
              <a:xfrm flipV="1">
                <a:off x="5953680" y="2562840"/>
                <a:ext cx="60840" cy="55080"/>
              </a:xfrm>
              <a:prstGeom prst="line">
                <a:avLst/>
              </a:prstGeom>
              <a:ln>
                <a:solidFill>
                  <a:srgbClr val="A9A9A9"/>
                </a:solidFill>
              </a:ln>
            </p:spPr>
            <p:style>
              <a:lnRef idx="0">
                <a:scrgbClr r="0" g="0" b="0"/>
              </a:lnRef>
              <a:fillRef idx="0">
                <a:scrgbClr r="0" g="0" b="0"/>
              </a:fillRef>
              <a:effectRef idx="0">
                <a:scrgbClr r="0" g="0" b="0"/>
              </a:effectRef>
              <a:fontRef idx="minor"/>
            </p:style>
          </p:sp>
          <p:sp>
            <p:nvSpPr>
              <p:cNvPr id="1965" name="Line 949">
                <a:extLst>
                  <a:ext uri="{FF2B5EF4-FFF2-40B4-BE49-F238E27FC236}">
                    <a16:creationId xmlns:a16="http://schemas.microsoft.com/office/drawing/2014/main" id="{72823CEE-0E11-450B-9E78-4AC64F66DFC3}"/>
                  </a:ext>
                </a:extLst>
              </p:cNvPr>
              <p:cNvSpPr/>
              <p:nvPr/>
            </p:nvSpPr>
            <p:spPr>
              <a:xfrm>
                <a:off x="5832720" y="2529720"/>
                <a:ext cx="59760" cy="130320"/>
              </a:xfrm>
              <a:prstGeom prst="line">
                <a:avLst/>
              </a:prstGeom>
              <a:ln>
                <a:solidFill>
                  <a:srgbClr val="A7A7A7"/>
                </a:solidFill>
              </a:ln>
            </p:spPr>
            <p:style>
              <a:lnRef idx="0">
                <a:scrgbClr r="0" g="0" b="0"/>
              </a:lnRef>
              <a:fillRef idx="0">
                <a:scrgbClr r="0" g="0" b="0"/>
              </a:fillRef>
              <a:effectRef idx="0">
                <a:scrgbClr r="0" g="0" b="0"/>
              </a:effectRef>
              <a:fontRef idx="minor"/>
            </p:style>
          </p:sp>
          <p:sp>
            <p:nvSpPr>
              <p:cNvPr id="1966" name="Line 950">
                <a:extLst>
                  <a:ext uri="{FF2B5EF4-FFF2-40B4-BE49-F238E27FC236}">
                    <a16:creationId xmlns:a16="http://schemas.microsoft.com/office/drawing/2014/main" id="{A239C389-6C9D-4FF4-B519-6BA648E2E2B2}"/>
                  </a:ext>
                </a:extLst>
              </p:cNvPr>
              <p:cNvSpPr/>
              <p:nvPr/>
            </p:nvSpPr>
            <p:spPr>
              <a:xfrm flipH="1">
                <a:off x="5832720" y="2487600"/>
                <a:ext cx="59760" cy="42120"/>
              </a:xfrm>
              <a:prstGeom prst="line">
                <a:avLst/>
              </a:prstGeom>
              <a:ln>
                <a:solidFill>
                  <a:srgbClr val="B1B1B1"/>
                </a:solidFill>
              </a:ln>
            </p:spPr>
            <p:style>
              <a:lnRef idx="0">
                <a:scrgbClr r="0" g="0" b="0"/>
              </a:lnRef>
              <a:fillRef idx="0">
                <a:scrgbClr r="0" g="0" b="0"/>
              </a:fillRef>
              <a:effectRef idx="0">
                <a:scrgbClr r="0" g="0" b="0"/>
              </a:effectRef>
              <a:fontRef idx="minor"/>
            </p:style>
          </p:sp>
          <p:sp>
            <p:nvSpPr>
              <p:cNvPr id="1967" name="Line 951">
                <a:extLst>
                  <a:ext uri="{FF2B5EF4-FFF2-40B4-BE49-F238E27FC236}">
                    <a16:creationId xmlns:a16="http://schemas.microsoft.com/office/drawing/2014/main" id="{2921BC83-FAC6-4BB0-BF07-DAAC38A6A186}"/>
                  </a:ext>
                </a:extLst>
              </p:cNvPr>
              <p:cNvSpPr/>
              <p:nvPr/>
            </p:nvSpPr>
            <p:spPr>
              <a:xfrm flipV="1">
                <a:off x="5892480" y="2617920"/>
                <a:ext cx="61200" cy="42120"/>
              </a:xfrm>
              <a:prstGeom prst="line">
                <a:avLst/>
              </a:prstGeom>
              <a:ln>
                <a:solidFill>
                  <a:srgbClr val="A3A3A3"/>
                </a:solidFill>
              </a:ln>
            </p:spPr>
            <p:style>
              <a:lnRef idx="0">
                <a:scrgbClr r="0" g="0" b="0"/>
              </a:lnRef>
              <a:fillRef idx="0">
                <a:scrgbClr r="0" g="0" b="0"/>
              </a:fillRef>
              <a:effectRef idx="0">
                <a:scrgbClr r="0" g="0" b="0"/>
              </a:effectRef>
              <a:fontRef idx="minor"/>
            </p:style>
          </p:sp>
          <p:sp>
            <p:nvSpPr>
              <p:cNvPr id="1968" name="Line 952">
                <a:extLst>
                  <a:ext uri="{FF2B5EF4-FFF2-40B4-BE49-F238E27FC236}">
                    <a16:creationId xmlns:a16="http://schemas.microsoft.com/office/drawing/2014/main" id="{214CFD8F-5CD6-427A-9122-9BE665A231F8}"/>
                  </a:ext>
                </a:extLst>
              </p:cNvPr>
              <p:cNvSpPr/>
              <p:nvPr/>
            </p:nvSpPr>
            <p:spPr>
              <a:xfrm>
                <a:off x="5771520" y="2558880"/>
                <a:ext cx="61200" cy="129960"/>
              </a:xfrm>
              <a:prstGeom prst="line">
                <a:avLst/>
              </a:prstGeom>
              <a:ln>
                <a:solidFill>
                  <a:srgbClr val="A3A3A3"/>
                </a:solidFill>
              </a:ln>
            </p:spPr>
            <p:style>
              <a:lnRef idx="0">
                <a:scrgbClr r="0" g="0" b="0"/>
              </a:lnRef>
              <a:fillRef idx="0">
                <a:scrgbClr r="0" g="0" b="0"/>
              </a:fillRef>
              <a:effectRef idx="0">
                <a:scrgbClr r="0" g="0" b="0"/>
              </a:effectRef>
              <a:fontRef idx="minor"/>
            </p:style>
          </p:sp>
          <p:sp>
            <p:nvSpPr>
              <p:cNvPr id="1969" name="Line 953">
                <a:extLst>
                  <a:ext uri="{FF2B5EF4-FFF2-40B4-BE49-F238E27FC236}">
                    <a16:creationId xmlns:a16="http://schemas.microsoft.com/office/drawing/2014/main" id="{54975FEE-1C4E-428A-B2DA-318B2FC49305}"/>
                  </a:ext>
                </a:extLst>
              </p:cNvPr>
              <p:cNvSpPr/>
              <p:nvPr/>
            </p:nvSpPr>
            <p:spPr>
              <a:xfrm flipH="1">
                <a:off x="5771520" y="2529720"/>
                <a:ext cx="61200" cy="29160"/>
              </a:xfrm>
              <a:prstGeom prst="line">
                <a:avLst/>
              </a:prstGeom>
              <a:ln>
                <a:solidFill>
                  <a:srgbClr val="ACACAC"/>
                </a:solidFill>
              </a:ln>
            </p:spPr>
            <p:style>
              <a:lnRef idx="0">
                <a:scrgbClr r="0" g="0" b="0"/>
              </a:lnRef>
              <a:fillRef idx="0">
                <a:scrgbClr r="0" g="0" b="0"/>
              </a:fillRef>
              <a:effectRef idx="0">
                <a:scrgbClr r="0" g="0" b="0"/>
              </a:effectRef>
              <a:fontRef idx="minor"/>
            </p:style>
          </p:sp>
          <p:sp>
            <p:nvSpPr>
              <p:cNvPr id="1970" name="Line 954">
                <a:extLst>
                  <a:ext uri="{FF2B5EF4-FFF2-40B4-BE49-F238E27FC236}">
                    <a16:creationId xmlns:a16="http://schemas.microsoft.com/office/drawing/2014/main" id="{C9CE2191-5A5E-4923-839D-0FF754CA2556}"/>
                  </a:ext>
                </a:extLst>
              </p:cNvPr>
              <p:cNvSpPr/>
              <p:nvPr/>
            </p:nvSpPr>
            <p:spPr>
              <a:xfrm flipV="1">
                <a:off x="5832720" y="2660040"/>
                <a:ext cx="59760" cy="28800"/>
              </a:xfrm>
              <a:prstGeom prst="line">
                <a:avLst/>
              </a:prstGeom>
              <a:ln>
                <a:solidFill>
                  <a:srgbClr val="9E9E9E"/>
                </a:solidFill>
              </a:ln>
            </p:spPr>
            <p:style>
              <a:lnRef idx="0">
                <a:scrgbClr r="0" g="0" b="0"/>
              </a:lnRef>
              <a:fillRef idx="0">
                <a:scrgbClr r="0" g="0" b="0"/>
              </a:fillRef>
              <a:effectRef idx="0">
                <a:scrgbClr r="0" g="0" b="0"/>
              </a:effectRef>
              <a:fontRef idx="minor"/>
            </p:style>
          </p:sp>
          <p:sp>
            <p:nvSpPr>
              <p:cNvPr id="1971" name="Line 955">
                <a:extLst>
                  <a:ext uri="{FF2B5EF4-FFF2-40B4-BE49-F238E27FC236}">
                    <a16:creationId xmlns:a16="http://schemas.microsoft.com/office/drawing/2014/main" id="{45852375-FCF0-437B-B774-A7BF07E50F71}"/>
                  </a:ext>
                </a:extLst>
              </p:cNvPr>
              <p:cNvSpPr/>
              <p:nvPr/>
            </p:nvSpPr>
            <p:spPr>
              <a:xfrm>
                <a:off x="5710320" y="2576880"/>
                <a:ext cx="61200" cy="128880"/>
              </a:xfrm>
              <a:prstGeom prst="line">
                <a:avLst/>
              </a:prstGeom>
              <a:ln>
                <a:solidFill>
                  <a:srgbClr val="A0A0A0"/>
                </a:solidFill>
              </a:ln>
            </p:spPr>
            <p:style>
              <a:lnRef idx="0">
                <a:scrgbClr r="0" g="0" b="0"/>
              </a:lnRef>
              <a:fillRef idx="0">
                <a:scrgbClr r="0" g="0" b="0"/>
              </a:fillRef>
              <a:effectRef idx="0">
                <a:scrgbClr r="0" g="0" b="0"/>
              </a:effectRef>
              <a:fontRef idx="minor"/>
            </p:style>
          </p:sp>
          <p:sp>
            <p:nvSpPr>
              <p:cNvPr id="1972" name="Line 956">
                <a:extLst>
                  <a:ext uri="{FF2B5EF4-FFF2-40B4-BE49-F238E27FC236}">
                    <a16:creationId xmlns:a16="http://schemas.microsoft.com/office/drawing/2014/main" id="{9B0EBF6D-8A70-49A3-AED8-7CE7D8A02A64}"/>
                  </a:ext>
                </a:extLst>
              </p:cNvPr>
              <p:cNvSpPr/>
              <p:nvPr/>
            </p:nvSpPr>
            <p:spPr>
              <a:xfrm flipH="1">
                <a:off x="5710320" y="2558880"/>
                <a:ext cx="61200" cy="18000"/>
              </a:xfrm>
              <a:prstGeom prst="line">
                <a:avLst/>
              </a:prstGeom>
              <a:ln>
                <a:solidFill>
                  <a:srgbClr val="A8A8A8"/>
                </a:solidFill>
              </a:ln>
            </p:spPr>
            <p:style>
              <a:lnRef idx="0">
                <a:scrgbClr r="0" g="0" b="0"/>
              </a:lnRef>
              <a:fillRef idx="0">
                <a:scrgbClr r="0" g="0" b="0"/>
              </a:fillRef>
              <a:effectRef idx="0">
                <a:scrgbClr r="0" g="0" b="0"/>
              </a:effectRef>
              <a:fontRef idx="minor"/>
            </p:style>
          </p:sp>
          <p:sp>
            <p:nvSpPr>
              <p:cNvPr id="1973" name="Line 957">
                <a:extLst>
                  <a:ext uri="{FF2B5EF4-FFF2-40B4-BE49-F238E27FC236}">
                    <a16:creationId xmlns:a16="http://schemas.microsoft.com/office/drawing/2014/main" id="{BBD14C38-9493-4A17-944C-B7D6D6759200}"/>
                  </a:ext>
                </a:extLst>
              </p:cNvPr>
              <p:cNvSpPr/>
              <p:nvPr/>
            </p:nvSpPr>
            <p:spPr>
              <a:xfrm flipV="1">
                <a:off x="5771520" y="2688840"/>
                <a:ext cx="61200" cy="16920"/>
              </a:xfrm>
              <a:prstGeom prst="line">
                <a:avLst/>
              </a:prstGeom>
              <a:ln>
                <a:solidFill>
                  <a:srgbClr val="9B9B9B"/>
                </a:solidFill>
              </a:ln>
            </p:spPr>
            <p:style>
              <a:lnRef idx="0">
                <a:scrgbClr r="0" g="0" b="0"/>
              </a:lnRef>
              <a:fillRef idx="0">
                <a:scrgbClr r="0" g="0" b="0"/>
              </a:fillRef>
              <a:effectRef idx="0">
                <a:scrgbClr r="0" g="0" b="0"/>
              </a:effectRef>
              <a:fontRef idx="minor"/>
            </p:style>
          </p:sp>
          <p:sp>
            <p:nvSpPr>
              <p:cNvPr id="1974" name="Line 958">
                <a:extLst>
                  <a:ext uri="{FF2B5EF4-FFF2-40B4-BE49-F238E27FC236}">
                    <a16:creationId xmlns:a16="http://schemas.microsoft.com/office/drawing/2014/main" id="{D7F5AC94-FF7A-4189-9D51-76180445D13D}"/>
                  </a:ext>
                </a:extLst>
              </p:cNvPr>
              <p:cNvSpPr/>
              <p:nvPr/>
            </p:nvSpPr>
            <p:spPr>
              <a:xfrm>
                <a:off x="5652360" y="2580840"/>
                <a:ext cx="57960" cy="129960"/>
              </a:xfrm>
              <a:prstGeom prst="line">
                <a:avLst/>
              </a:prstGeom>
              <a:ln>
                <a:solidFill>
                  <a:srgbClr val="9E9E9E"/>
                </a:solidFill>
              </a:ln>
            </p:spPr>
            <p:style>
              <a:lnRef idx="0">
                <a:scrgbClr r="0" g="0" b="0"/>
              </a:lnRef>
              <a:fillRef idx="0">
                <a:scrgbClr r="0" g="0" b="0"/>
              </a:fillRef>
              <a:effectRef idx="0">
                <a:scrgbClr r="0" g="0" b="0"/>
              </a:effectRef>
              <a:fontRef idx="minor"/>
            </p:style>
          </p:sp>
          <p:sp>
            <p:nvSpPr>
              <p:cNvPr id="1975" name="Line 959">
                <a:extLst>
                  <a:ext uri="{FF2B5EF4-FFF2-40B4-BE49-F238E27FC236}">
                    <a16:creationId xmlns:a16="http://schemas.microsoft.com/office/drawing/2014/main" id="{39E60352-06BE-42B9-9200-499BE3A079D2}"/>
                  </a:ext>
                </a:extLst>
              </p:cNvPr>
              <p:cNvSpPr/>
              <p:nvPr/>
            </p:nvSpPr>
            <p:spPr>
              <a:xfrm flipH="1">
                <a:off x="5652360" y="2576880"/>
                <a:ext cx="57960" cy="3960"/>
              </a:xfrm>
              <a:prstGeom prst="line">
                <a:avLst/>
              </a:prstGeom>
              <a:ln>
                <a:solidFill>
                  <a:srgbClr val="A6A6A6"/>
                </a:solidFill>
              </a:ln>
            </p:spPr>
            <p:style>
              <a:lnRef idx="0">
                <a:scrgbClr r="0" g="0" b="0"/>
              </a:lnRef>
              <a:fillRef idx="0">
                <a:scrgbClr r="0" g="0" b="0"/>
              </a:fillRef>
              <a:effectRef idx="0">
                <a:scrgbClr r="0" g="0" b="0"/>
              </a:effectRef>
              <a:fontRef idx="minor"/>
            </p:style>
          </p:sp>
          <p:sp>
            <p:nvSpPr>
              <p:cNvPr id="1976" name="Line 960">
                <a:extLst>
                  <a:ext uri="{FF2B5EF4-FFF2-40B4-BE49-F238E27FC236}">
                    <a16:creationId xmlns:a16="http://schemas.microsoft.com/office/drawing/2014/main" id="{440559BD-7197-4EB0-957F-3601851BFC72}"/>
                  </a:ext>
                </a:extLst>
              </p:cNvPr>
              <p:cNvSpPr/>
              <p:nvPr/>
            </p:nvSpPr>
            <p:spPr>
              <a:xfrm flipV="1">
                <a:off x="5710320" y="2705760"/>
                <a:ext cx="61200" cy="5040"/>
              </a:xfrm>
              <a:prstGeom prst="line">
                <a:avLst/>
              </a:prstGeom>
              <a:ln>
                <a:solidFill>
                  <a:srgbClr val="989898"/>
                </a:solidFill>
              </a:ln>
            </p:spPr>
            <p:style>
              <a:lnRef idx="0">
                <a:scrgbClr r="0" g="0" b="0"/>
              </a:lnRef>
              <a:fillRef idx="0">
                <a:scrgbClr r="0" g="0" b="0"/>
              </a:fillRef>
              <a:effectRef idx="0">
                <a:scrgbClr r="0" g="0" b="0"/>
              </a:effectRef>
              <a:fontRef idx="minor"/>
            </p:style>
          </p:sp>
          <p:sp>
            <p:nvSpPr>
              <p:cNvPr id="1977" name="Line 961">
                <a:extLst>
                  <a:ext uri="{FF2B5EF4-FFF2-40B4-BE49-F238E27FC236}">
                    <a16:creationId xmlns:a16="http://schemas.microsoft.com/office/drawing/2014/main" id="{60B48F40-9327-43B9-90DB-5F7F01152D22}"/>
                  </a:ext>
                </a:extLst>
              </p:cNvPr>
              <p:cNvSpPr/>
              <p:nvPr/>
            </p:nvSpPr>
            <p:spPr>
              <a:xfrm>
                <a:off x="5591520" y="2572920"/>
                <a:ext cx="60840" cy="129960"/>
              </a:xfrm>
              <a:prstGeom prst="line">
                <a:avLst/>
              </a:prstGeom>
              <a:ln>
                <a:solidFill>
                  <a:srgbClr val="9E9E9E"/>
                </a:solidFill>
              </a:ln>
            </p:spPr>
            <p:style>
              <a:lnRef idx="0">
                <a:scrgbClr r="0" g="0" b="0"/>
              </a:lnRef>
              <a:fillRef idx="0">
                <a:scrgbClr r="0" g="0" b="0"/>
              </a:fillRef>
              <a:effectRef idx="0">
                <a:scrgbClr r="0" g="0" b="0"/>
              </a:effectRef>
              <a:fontRef idx="minor"/>
            </p:style>
          </p:sp>
          <p:sp>
            <p:nvSpPr>
              <p:cNvPr id="1978" name="Line 962">
                <a:extLst>
                  <a:ext uri="{FF2B5EF4-FFF2-40B4-BE49-F238E27FC236}">
                    <a16:creationId xmlns:a16="http://schemas.microsoft.com/office/drawing/2014/main" id="{E87E49AA-6393-4F04-BDE6-853C5C0D11E9}"/>
                  </a:ext>
                </a:extLst>
              </p:cNvPr>
              <p:cNvSpPr/>
              <p:nvPr/>
            </p:nvSpPr>
            <p:spPr>
              <a:xfrm flipH="1" flipV="1">
                <a:off x="5591520" y="2572920"/>
                <a:ext cx="60840" cy="7920"/>
              </a:xfrm>
              <a:prstGeom prst="line">
                <a:avLst/>
              </a:prstGeom>
              <a:ln>
                <a:solidFill>
                  <a:srgbClr val="A5A5A5"/>
                </a:solidFill>
              </a:ln>
            </p:spPr>
            <p:style>
              <a:lnRef idx="0">
                <a:scrgbClr r="0" g="0" b="0"/>
              </a:lnRef>
              <a:fillRef idx="0">
                <a:scrgbClr r="0" g="0" b="0"/>
              </a:fillRef>
              <a:effectRef idx="0">
                <a:scrgbClr r="0" g="0" b="0"/>
              </a:effectRef>
              <a:fontRef idx="minor"/>
            </p:style>
          </p:sp>
          <p:sp>
            <p:nvSpPr>
              <p:cNvPr id="1979" name="Line 963">
                <a:extLst>
                  <a:ext uri="{FF2B5EF4-FFF2-40B4-BE49-F238E27FC236}">
                    <a16:creationId xmlns:a16="http://schemas.microsoft.com/office/drawing/2014/main" id="{43A39635-4820-4A89-B392-214F6B03C048}"/>
                  </a:ext>
                </a:extLst>
              </p:cNvPr>
              <p:cNvSpPr/>
              <p:nvPr/>
            </p:nvSpPr>
            <p:spPr>
              <a:xfrm>
                <a:off x="5652360" y="2702880"/>
                <a:ext cx="57960" cy="7920"/>
              </a:xfrm>
              <a:prstGeom prst="line">
                <a:avLst/>
              </a:prstGeom>
              <a:ln>
                <a:solidFill>
                  <a:srgbClr val="979797"/>
                </a:solidFill>
              </a:ln>
            </p:spPr>
            <p:style>
              <a:lnRef idx="0">
                <a:scrgbClr r="0" g="0" b="0"/>
              </a:lnRef>
              <a:fillRef idx="0">
                <a:scrgbClr r="0" g="0" b="0"/>
              </a:fillRef>
              <a:effectRef idx="0">
                <a:scrgbClr r="0" g="0" b="0"/>
              </a:effectRef>
              <a:fontRef idx="minor"/>
            </p:style>
          </p:sp>
          <p:sp>
            <p:nvSpPr>
              <p:cNvPr id="1980" name="Line 964">
                <a:extLst>
                  <a:ext uri="{FF2B5EF4-FFF2-40B4-BE49-F238E27FC236}">
                    <a16:creationId xmlns:a16="http://schemas.microsoft.com/office/drawing/2014/main" id="{B9C70F4F-B625-47A2-9B87-980D067A9FF7}"/>
                  </a:ext>
                </a:extLst>
              </p:cNvPr>
              <p:cNvSpPr/>
              <p:nvPr/>
            </p:nvSpPr>
            <p:spPr>
              <a:xfrm>
                <a:off x="5530320" y="2552760"/>
                <a:ext cx="61200" cy="130320"/>
              </a:xfrm>
              <a:prstGeom prst="line">
                <a:avLst/>
              </a:prstGeom>
              <a:ln>
                <a:solidFill>
                  <a:srgbClr val="9E9E9E"/>
                </a:solidFill>
              </a:ln>
            </p:spPr>
            <p:style>
              <a:lnRef idx="0">
                <a:scrgbClr r="0" g="0" b="0"/>
              </a:lnRef>
              <a:fillRef idx="0">
                <a:scrgbClr r="0" g="0" b="0"/>
              </a:fillRef>
              <a:effectRef idx="0">
                <a:scrgbClr r="0" g="0" b="0"/>
              </a:effectRef>
              <a:fontRef idx="minor"/>
            </p:style>
          </p:sp>
          <p:sp>
            <p:nvSpPr>
              <p:cNvPr id="1981" name="Line 965">
                <a:extLst>
                  <a:ext uri="{FF2B5EF4-FFF2-40B4-BE49-F238E27FC236}">
                    <a16:creationId xmlns:a16="http://schemas.microsoft.com/office/drawing/2014/main" id="{AA77C77C-CD30-4B3E-AC2C-507D1EC5572F}"/>
                  </a:ext>
                </a:extLst>
              </p:cNvPr>
              <p:cNvSpPr/>
              <p:nvPr/>
            </p:nvSpPr>
            <p:spPr>
              <a:xfrm flipH="1" flipV="1">
                <a:off x="5530320" y="2552760"/>
                <a:ext cx="61200" cy="20160"/>
              </a:xfrm>
              <a:prstGeom prst="line">
                <a:avLst/>
              </a:prstGeom>
              <a:ln>
                <a:solidFill>
                  <a:srgbClr val="A5A5A5"/>
                </a:solidFill>
              </a:ln>
            </p:spPr>
            <p:style>
              <a:lnRef idx="0">
                <a:scrgbClr r="0" g="0" b="0"/>
              </a:lnRef>
              <a:fillRef idx="0">
                <a:scrgbClr r="0" g="0" b="0"/>
              </a:fillRef>
              <a:effectRef idx="0">
                <a:scrgbClr r="0" g="0" b="0"/>
              </a:effectRef>
              <a:fontRef idx="minor"/>
            </p:style>
          </p:sp>
          <p:sp>
            <p:nvSpPr>
              <p:cNvPr id="1982" name="Line 966">
                <a:extLst>
                  <a:ext uri="{FF2B5EF4-FFF2-40B4-BE49-F238E27FC236}">
                    <a16:creationId xmlns:a16="http://schemas.microsoft.com/office/drawing/2014/main" id="{B0186A2D-C753-4C85-A883-268E5BDCAD7A}"/>
                  </a:ext>
                </a:extLst>
              </p:cNvPr>
              <p:cNvSpPr/>
              <p:nvPr/>
            </p:nvSpPr>
            <p:spPr>
              <a:xfrm>
                <a:off x="5591520" y="2683080"/>
                <a:ext cx="60840" cy="19800"/>
              </a:xfrm>
              <a:prstGeom prst="line">
                <a:avLst/>
              </a:prstGeom>
              <a:ln>
                <a:solidFill>
                  <a:srgbClr val="979797"/>
                </a:solidFill>
              </a:ln>
            </p:spPr>
            <p:style>
              <a:lnRef idx="0">
                <a:scrgbClr r="0" g="0" b="0"/>
              </a:lnRef>
              <a:fillRef idx="0">
                <a:scrgbClr r="0" g="0" b="0"/>
              </a:fillRef>
              <a:effectRef idx="0">
                <a:scrgbClr r="0" g="0" b="0"/>
              </a:effectRef>
              <a:fontRef idx="minor"/>
            </p:style>
          </p:sp>
          <p:sp>
            <p:nvSpPr>
              <p:cNvPr id="1983" name="Line 967">
                <a:extLst>
                  <a:ext uri="{FF2B5EF4-FFF2-40B4-BE49-F238E27FC236}">
                    <a16:creationId xmlns:a16="http://schemas.microsoft.com/office/drawing/2014/main" id="{88B52D3D-B502-4989-9D80-7B0984160F97}"/>
                  </a:ext>
                </a:extLst>
              </p:cNvPr>
              <p:cNvSpPr/>
              <p:nvPr/>
            </p:nvSpPr>
            <p:spPr>
              <a:xfrm>
                <a:off x="5469120" y="2519640"/>
                <a:ext cx="61200" cy="130320"/>
              </a:xfrm>
              <a:prstGeom prst="line">
                <a:avLst/>
              </a:prstGeom>
              <a:ln>
                <a:solidFill>
                  <a:srgbClr val="A0A0A0"/>
                </a:solidFill>
              </a:ln>
            </p:spPr>
            <p:style>
              <a:lnRef idx="0">
                <a:scrgbClr r="0" g="0" b="0"/>
              </a:lnRef>
              <a:fillRef idx="0">
                <a:scrgbClr r="0" g="0" b="0"/>
              </a:fillRef>
              <a:effectRef idx="0">
                <a:scrgbClr r="0" g="0" b="0"/>
              </a:effectRef>
              <a:fontRef idx="minor"/>
            </p:style>
          </p:sp>
          <p:sp>
            <p:nvSpPr>
              <p:cNvPr id="1984" name="Line 968">
                <a:extLst>
                  <a:ext uri="{FF2B5EF4-FFF2-40B4-BE49-F238E27FC236}">
                    <a16:creationId xmlns:a16="http://schemas.microsoft.com/office/drawing/2014/main" id="{3DBD35D4-BA19-4194-B3EA-055DBAB2B065}"/>
                  </a:ext>
                </a:extLst>
              </p:cNvPr>
              <p:cNvSpPr/>
              <p:nvPr/>
            </p:nvSpPr>
            <p:spPr>
              <a:xfrm flipH="1" flipV="1">
                <a:off x="5469120" y="2519640"/>
                <a:ext cx="61200" cy="33120"/>
              </a:xfrm>
              <a:prstGeom prst="line">
                <a:avLst/>
              </a:prstGeom>
              <a:ln>
                <a:solidFill>
                  <a:srgbClr val="A6A6A6"/>
                </a:solidFill>
              </a:ln>
            </p:spPr>
            <p:style>
              <a:lnRef idx="0">
                <a:scrgbClr r="0" g="0" b="0"/>
              </a:lnRef>
              <a:fillRef idx="0">
                <a:scrgbClr r="0" g="0" b="0"/>
              </a:fillRef>
              <a:effectRef idx="0">
                <a:scrgbClr r="0" g="0" b="0"/>
              </a:effectRef>
              <a:fontRef idx="minor"/>
            </p:style>
          </p:sp>
          <p:sp>
            <p:nvSpPr>
              <p:cNvPr id="1985" name="Line 969">
                <a:extLst>
                  <a:ext uri="{FF2B5EF4-FFF2-40B4-BE49-F238E27FC236}">
                    <a16:creationId xmlns:a16="http://schemas.microsoft.com/office/drawing/2014/main" id="{187BF610-CA2F-4A0F-8C7F-D85C7F5F601D}"/>
                  </a:ext>
                </a:extLst>
              </p:cNvPr>
              <p:cNvSpPr/>
              <p:nvPr/>
            </p:nvSpPr>
            <p:spPr>
              <a:xfrm>
                <a:off x="5530320" y="2649960"/>
                <a:ext cx="61200" cy="33120"/>
              </a:xfrm>
              <a:prstGeom prst="line">
                <a:avLst/>
              </a:prstGeom>
              <a:ln>
                <a:solidFill>
                  <a:srgbClr val="989898"/>
                </a:solidFill>
              </a:ln>
            </p:spPr>
            <p:style>
              <a:lnRef idx="0">
                <a:scrgbClr r="0" g="0" b="0"/>
              </a:lnRef>
              <a:fillRef idx="0">
                <a:scrgbClr r="0" g="0" b="0"/>
              </a:fillRef>
              <a:effectRef idx="0">
                <a:scrgbClr r="0" g="0" b="0"/>
              </a:effectRef>
              <a:fontRef idx="minor"/>
            </p:style>
          </p:sp>
          <p:sp>
            <p:nvSpPr>
              <p:cNvPr id="1986" name="Line 970">
                <a:extLst>
                  <a:ext uri="{FF2B5EF4-FFF2-40B4-BE49-F238E27FC236}">
                    <a16:creationId xmlns:a16="http://schemas.microsoft.com/office/drawing/2014/main" id="{D3AC51D0-7EF5-4057-B4C4-CE0B7F7CA420}"/>
                  </a:ext>
                </a:extLst>
              </p:cNvPr>
              <p:cNvSpPr/>
              <p:nvPr/>
            </p:nvSpPr>
            <p:spPr>
              <a:xfrm>
                <a:off x="5409360" y="2473560"/>
                <a:ext cx="59760" cy="130320"/>
              </a:xfrm>
              <a:prstGeom prst="line">
                <a:avLst/>
              </a:prstGeom>
              <a:ln>
                <a:solidFill>
                  <a:srgbClr val="A3A3A3"/>
                </a:solidFill>
              </a:ln>
            </p:spPr>
            <p:style>
              <a:lnRef idx="0">
                <a:scrgbClr r="0" g="0" b="0"/>
              </a:lnRef>
              <a:fillRef idx="0">
                <a:scrgbClr r="0" g="0" b="0"/>
              </a:fillRef>
              <a:effectRef idx="0">
                <a:scrgbClr r="0" g="0" b="0"/>
              </a:effectRef>
              <a:fontRef idx="minor"/>
            </p:style>
          </p:sp>
          <p:sp>
            <p:nvSpPr>
              <p:cNvPr id="1987" name="Line 971">
                <a:extLst>
                  <a:ext uri="{FF2B5EF4-FFF2-40B4-BE49-F238E27FC236}">
                    <a16:creationId xmlns:a16="http://schemas.microsoft.com/office/drawing/2014/main" id="{C65AC12F-9BE8-4CC9-AEA6-36E6F7A1D5F3}"/>
                  </a:ext>
                </a:extLst>
              </p:cNvPr>
              <p:cNvSpPr/>
              <p:nvPr/>
            </p:nvSpPr>
            <p:spPr>
              <a:xfrm flipH="1" flipV="1">
                <a:off x="5409360" y="2473560"/>
                <a:ext cx="59760" cy="46080"/>
              </a:xfrm>
              <a:prstGeom prst="line">
                <a:avLst/>
              </a:prstGeom>
              <a:ln>
                <a:solidFill>
                  <a:srgbClr val="A8A8A8"/>
                </a:solidFill>
              </a:ln>
            </p:spPr>
            <p:style>
              <a:lnRef idx="0">
                <a:scrgbClr r="0" g="0" b="0"/>
              </a:lnRef>
              <a:fillRef idx="0">
                <a:scrgbClr r="0" g="0" b="0"/>
              </a:fillRef>
              <a:effectRef idx="0">
                <a:scrgbClr r="0" g="0" b="0"/>
              </a:effectRef>
              <a:fontRef idx="minor"/>
            </p:style>
          </p:sp>
          <p:sp>
            <p:nvSpPr>
              <p:cNvPr id="1988" name="Line 972">
                <a:extLst>
                  <a:ext uri="{FF2B5EF4-FFF2-40B4-BE49-F238E27FC236}">
                    <a16:creationId xmlns:a16="http://schemas.microsoft.com/office/drawing/2014/main" id="{46E93F11-1A1F-498A-B1CA-075B00B48A10}"/>
                  </a:ext>
                </a:extLst>
              </p:cNvPr>
              <p:cNvSpPr/>
              <p:nvPr/>
            </p:nvSpPr>
            <p:spPr>
              <a:xfrm>
                <a:off x="5469120" y="2603880"/>
                <a:ext cx="61200" cy="46080"/>
              </a:xfrm>
              <a:prstGeom prst="line">
                <a:avLst/>
              </a:prstGeom>
              <a:ln>
                <a:solidFill>
                  <a:srgbClr val="9B9B9B"/>
                </a:solidFill>
              </a:ln>
            </p:spPr>
            <p:style>
              <a:lnRef idx="0">
                <a:scrgbClr r="0" g="0" b="0"/>
              </a:lnRef>
              <a:fillRef idx="0">
                <a:scrgbClr r="0" g="0" b="0"/>
              </a:fillRef>
              <a:effectRef idx="0">
                <a:scrgbClr r="0" g="0" b="0"/>
              </a:effectRef>
              <a:fontRef idx="minor"/>
            </p:style>
          </p:sp>
          <p:sp>
            <p:nvSpPr>
              <p:cNvPr id="1989" name="Line 973">
                <a:extLst>
                  <a:ext uri="{FF2B5EF4-FFF2-40B4-BE49-F238E27FC236}">
                    <a16:creationId xmlns:a16="http://schemas.microsoft.com/office/drawing/2014/main" id="{8359B222-97A2-41BB-A902-B8C0A545F122}"/>
                  </a:ext>
                </a:extLst>
              </p:cNvPr>
              <p:cNvSpPr/>
              <p:nvPr/>
            </p:nvSpPr>
            <p:spPr>
              <a:xfrm>
                <a:off x="5348160" y="2414520"/>
                <a:ext cx="61200" cy="130320"/>
              </a:xfrm>
              <a:prstGeom prst="line">
                <a:avLst/>
              </a:prstGeom>
              <a:ln>
                <a:solidFill>
                  <a:srgbClr val="A7A7A7"/>
                </a:solidFill>
              </a:ln>
            </p:spPr>
            <p:style>
              <a:lnRef idx="0">
                <a:scrgbClr r="0" g="0" b="0"/>
              </a:lnRef>
              <a:fillRef idx="0">
                <a:scrgbClr r="0" g="0" b="0"/>
              </a:fillRef>
              <a:effectRef idx="0">
                <a:scrgbClr r="0" g="0" b="0"/>
              </a:effectRef>
              <a:fontRef idx="minor"/>
            </p:style>
          </p:sp>
          <p:sp>
            <p:nvSpPr>
              <p:cNvPr id="1990" name="Line 974">
                <a:extLst>
                  <a:ext uri="{FF2B5EF4-FFF2-40B4-BE49-F238E27FC236}">
                    <a16:creationId xmlns:a16="http://schemas.microsoft.com/office/drawing/2014/main" id="{1BAB902E-9F77-4215-9A51-CBA058C4F5E1}"/>
                  </a:ext>
                </a:extLst>
              </p:cNvPr>
              <p:cNvSpPr/>
              <p:nvPr/>
            </p:nvSpPr>
            <p:spPr>
              <a:xfrm flipH="1" flipV="1">
                <a:off x="5348160" y="2414520"/>
                <a:ext cx="61200" cy="59040"/>
              </a:xfrm>
              <a:prstGeom prst="line">
                <a:avLst/>
              </a:prstGeom>
              <a:ln>
                <a:solidFill>
                  <a:srgbClr val="ACACAC"/>
                </a:solidFill>
              </a:ln>
            </p:spPr>
            <p:style>
              <a:lnRef idx="0">
                <a:scrgbClr r="0" g="0" b="0"/>
              </a:lnRef>
              <a:fillRef idx="0">
                <a:scrgbClr r="0" g="0" b="0"/>
              </a:fillRef>
              <a:effectRef idx="0">
                <a:scrgbClr r="0" g="0" b="0"/>
              </a:effectRef>
              <a:fontRef idx="minor"/>
            </p:style>
          </p:sp>
          <p:sp>
            <p:nvSpPr>
              <p:cNvPr id="1991" name="Line 975">
                <a:extLst>
                  <a:ext uri="{FF2B5EF4-FFF2-40B4-BE49-F238E27FC236}">
                    <a16:creationId xmlns:a16="http://schemas.microsoft.com/office/drawing/2014/main" id="{74455F51-28A5-417A-B43B-152FB608FDE0}"/>
                  </a:ext>
                </a:extLst>
              </p:cNvPr>
              <p:cNvSpPr/>
              <p:nvPr/>
            </p:nvSpPr>
            <p:spPr>
              <a:xfrm>
                <a:off x="5409360" y="2544840"/>
                <a:ext cx="59760" cy="59040"/>
              </a:xfrm>
              <a:prstGeom prst="line">
                <a:avLst/>
              </a:prstGeom>
              <a:ln>
                <a:solidFill>
                  <a:srgbClr val="9E9E9E"/>
                </a:solidFill>
              </a:ln>
            </p:spPr>
            <p:style>
              <a:lnRef idx="0">
                <a:scrgbClr r="0" g="0" b="0"/>
              </a:lnRef>
              <a:fillRef idx="0">
                <a:scrgbClr r="0" g="0" b="0"/>
              </a:fillRef>
              <a:effectRef idx="0">
                <a:scrgbClr r="0" g="0" b="0"/>
              </a:effectRef>
              <a:fontRef idx="minor"/>
            </p:style>
          </p:sp>
          <p:sp>
            <p:nvSpPr>
              <p:cNvPr id="1992" name="Line 976">
                <a:extLst>
                  <a:ext uri="{FF2B5EF4-FFF2-40B4-BE49-F238E27FC236}">
                    <a16:creationId xmlns:a16="http://schemas.microsoft.com/office/drawing/2014/main" id="{08DAC763-F56D-483F-9EAD-8A29947CCBCA}"/>
                  </a:ext>
                </a:extLst>
              </p:cNvPr>
              <p:cNvSpPr/>
              <p:nvPr/>
            </p:nvSpPr>
            <p:spPr>
              <a:xfrm>
                <a:off x="5289120" y="2344680"/>
                <a:ext cx="59040" cy="129960"/>
              </a:xfrm>
              <a:prstGeom prst="line">
                <a:avLst/>
              </a:prstGeom>
              <a:ln>
                <a:solidFill>
                  <a:srgbClr val="ADADAD"/>
                </a:solidFill>
              </a:ln>
            </p:spPr>
            <p:style>
              <a:lnRef idx="0">
                <a:scrgbClr r="0" g="0" b="0"/>
              </a:lnRef>
              <a:fillRef idx="0">
                <a:scrgbClr r="0" g="0" b="0"/>
              </a:fillRef>
              <a:effectRef idx="0">
                <a:scrgbClr r="0" g="0" b="0"/>
              </a:effectRef>
              <a:fontRef idx="minor"/>
            </p:style>
          </p:sp>
          <p:sp>
            <p:nvSpPr>
              <p:cNvPr id="1993" name="Line 977">
                <a:extLst>
                  <a:ext uri="{FF2B5EF4-FFF2-40B4-BE49-F238E27FC236}">
                    <a16:creationId xmlns:a16="http://schemas.microsoft.com/office/drawing/2014/main" id="{92A372B5-0ACE-40FA-A06B-01F8E3E12F13}"/>
                  </a:ext>
                </a:extLst>
              </p:cNvPr>
              <p:cNvSpPr/>
              <p:nvPr/>
            </p:nvSpPr>
            <p:spPr>
              <a:xfrm flipH="1" flipV="1">
                <a:off x="5289120" y="2344680"/>
                <a:ext cx="59040" cy="69840"/>
              </a:xfrm>
              <a:prstGeom prst="line">
                <a:avLst/>
              </a:prstGeom>
              <a:ln>
                <a:solidFill>
                  <a:srgbClr val="B1B1B1"/>
                </a:solidFill>
              </a:ln>
            </p:spPr>
            <p:style>
              <a:lnRef idx="0">
                <a:scrgbClr r="0" g="0" b="0"/>
              </a:lnRef>
              <a:fillRef idx="0">
                <a:scrgbClr r="0" g="0" b="0"/>
              </a:fillRef>
              <a:effectRef idx="0">
                <a:scrgbClr r="0" g="0" b="0"/>
              </a:effectRef>
              <a:fontRef idx="minor"/>
            </p:style>
          </p:sp>
          <p:sp>
            <p:nvSpPr>
              <p:cNvPr id="1994" name="Line 978">
                <a:extLst>
                  <a:ext uri="{FF2B5EF4-FFF2-40B4-BE49-F238E27FC236}">
                    <a16:creationId xmlns:a16="http://schemas.microsoft.com/office/drawing/2014/main" id="{4AEDD00D-9AFC-4032-9D46-6CE9F852EA69}"/>
                  </a:ext>
                </a:extLst>
              </p:cNvPr>
              <p:cNvSpPr/>
              <p:nvPr/>
            </p:nvSpPr>
            <p:spPr>
              <a:xfrm>
                <a:off x="5348160" y="2474640"/>
                <a:ext cx="61200" cy="70200"/>
              </a:xfrm>
              <a:prstGeom prst="line">
                <a:avLst/>
              </a:prstGeom>
              <a:ln>
                <a:solidFill>
                  <a:srgbClr val="A3A3A3"/>
                </a:solidFill>
              </a:ln>
            </p:spPr>
            <p:style>
              <a:lnRef idx="0">
                <a:scrgbClr r="0" g="0" b="0"/>
              </a:lnRef>
              <a:fillRef idx="0">
                <a:scrgbClr r="0" g="0" b="0"/>
              </a:fillRef>
              <a:effectRef idx="0">
                <a:scrgbClr r="0" g="0" b="0"/>
              </a:effectRef>
              <a:fontRef idx="minor"/>
            </p:style>
          </p:sp>
          <p:sp>
            <p:nvSpPr>
              <p:cNvPr id="1995" name="Line 979">
                <a:extLst>
                  <a:ext uri="{FF2B5EF4-FFF2-40B4-BE49-F238E27FC236}">
                    <a16:creationId xmlns:a16="http://schemas.microsoft.com/office/drawing/2014/main" id="{F5EA142A-C922-490F-860F-AEC0EC3AAFF3}"/>
                  </a:ext>
                </a:extLst>
              </p:cNvPr>
              <p:cNvSpPr/>
              <p:nvPr/>
            </p:nvSpPr>
            <p:spPr>
              <a:xfrm>
                <a:off x="5229000" y="2261520"/>
                <a:ext cx="60120" cy="129960"/>
              </a:xfrm>
              <a:prstGeom prst="line">
                <a:avLst/>
              </a:prstGeom>
              <a:ln>
                <a:solidFill>
                  <a:srgbClr val="B3B3B3"/>
                </a:solidFill>
              </a:ln>
            </p:spPr>
            <p:style>
              <a:lnRef idx="0">
                <a:scrgbClr r="0" g="0" b="0"/>
              </a:lnRef>
              <a:fillRef idx="0">
                <a:scrgbClr r="0" g="0" b="0"/>
              </a:fillRef>
              <a:effectRef idx="0">
                <a:scrgbClr r="0" g="0" b="0"/>
              </a:effectRef>
              <a:fontRef idx="minor"/>
            </p:style>
          </p:sp>
          <p:sp>
            <p:nvSpPr>
              <p:cNvPr id="1996" name="Line 980">
                <a:extLst>
                  <a:ext uri="{FF2B5EF4-FFF2-40B4-BE49-F238E27FC236}">
                    <a16:creationId xmlns:a16="http://schemas.microsoft.com/office/drawing/2014/main" id="{B797B953-4CE7-4749-BCED-EE6619123CDC}"/>
                  </a:ext>
                </a:extLst>
              </p:cNvPr>
              <p:cNvSpPr/>
              <p:nvPr/>
            </p:nvSpPr>
            <p:spPr>
              <a:xfrm flipH="1" flipV="1">
                <a:off x="5229000" y="2261520"/>
                <a:ext cx="60120" cy="83160"/>
              </a:xfrm>
              <a:prstGeom prst="line">
                <a:avLst/>
              </a:prstGeom>
              <a:ln>
                <a:solidFill>
                  <a:srgbClr val="B7B7B7"/>
                </a:solidFill>
              </a:ln>
            </p:spPr>
            <p:style>
              <a:lnRef idx="0">
                <a:scrgbClr r="0" g="0" b="0"/>
              </a:lnRef>
              <a:fillRef idx="0">
                <a:scrgbClr r="0" g="0" b="0"/>
              </a:fillRef>
              <a:effectRef idx="0">
                <a:scrgbClr r="0" g="0" b="0"/>
              </a:effectRef>
              <a:fontRef idx="minor"/>
            </p:style>
          </p:sp>
          <p:sp>
            <p:nvSpPr>
              <p:cNvPr id="1997" name="Line 981">
                <a:extLst>
                  <a:ext uri="{FF2B5EF4-FFF2-40B4-BE49-F238E27FC236}">
                    <a16:creationId xmlns:a16="http://schemas.microsoft.com/office/drawing/2014/main" id="{18174915-98FF-42EB-87ED-A01857779DF9}"/>
                  </a:ext>
                </a:extLst>
              </p:cNvPr>
              <p:cNvSpPr/>
              <p:nvPr/>
            </p:nvSpPr>
            <p:spPr>
              <a:xfrm>
                <a:off x="5289120" y="2391480"/>
                <a:ext cx="59040" cy="83160"/>
              </a:xfrm>
              <a:prstGeom prst="line">
                <a:avLst/>
              </a:prstGeom>
              <a:ln>
                <a:solidFill>
                  <a:srgbClr val="A9A9A9"/>
                </a:solidFill>
              </a:ln>
            </p:spPr>
            <p:style>
              <a:lnRef idx="0">
                <a:scrgbClr r="0" g="0" b="0"/>
              </a:lnRef>
              <a:fillRef idx="0">
                <a:scrgbClr r="0" g="0" b="0"/>
              </a:fillRef>
              <a:effectRef idx="0">
                <a:scrgbClr r="0" g="0" b="0"/>
              </a:effectRef>
              <a:fontRef idx="minor"/>
            </p:style>
          </p:sp>
          <p:sp>
            <p:nvSpPr>
              <p:cNvPr id="1998" name="Line 982">
                <a:extLst>
                  <a:ext uri="{FF2B5EF4-FFF2-40B4-BE49-F238E27FC236}">
                    <a16:creationId xmlns:a16="http://schemas.microsoft.com/office/drawing/2014/main" id="{6BB25B32-977E-48A1-95F3-405EAF59D23A}"/>
                  </a:ext>
                </a:extLst>
              </p:cNvPr>
              <p:cNvSpPr/>
              <p:nvPr/>
            </p:nvSpPr>
            <p:spPr>
              <a:xfrm>
                <a:off x="5168160" y="2165400"/>
                <a:ext cx="60840" cy="129960"/>
              </a:xfrm>
              <a:prstGeom prst="line">
                <a:avLst/>
              </a:prstGeom>
              <a:ln>
                <a:solidFill>
                  <a:srgbClr val="BBBBBB"/>
                </a:solidFill>
              </a:ln>
            </p:spPr>
            <p:style>
              <a:lnRef idx="0">
                <a:scrgbClr r="0" g="0" b="0"/>
              </a:lnRef>
              <a:fillRef idx="0">
                <a:scrgbClr r="0" g="0" b="0"/>
              </a:fillRef>
              <a:effectRef idx="0">
                <a:scrgbClr r="0" g="0" b="0"/>
              </a:effectRef>
              <a:fontRef idx="minor"/>
            </p:style>
          </p:sp>
          <p:sp>
            <p:nvSpPr>
              <p:cNvPr id="1999" name="Line 983">
                <a:extLst>
                  <a:ext uri="{FF2B5EF4-FFF2-40B4-BE49-F238E27FC236}">
                    <a16:creationId xmlns:a16="http://schemas.microsoft.com/office/drawing/2014/main" id="{D3C0099D-F6F9-466D-8CD1-55D34D8DCDAF}"/>
                  </a:ext>
                </a:extLst>
              </p:cNvPr>
              <p:cNvSpPr/>
              <p:nvPr/>
            </p:nvSpPr>
            <p:spPr>
              <a:xfrm flipH="1" flipV="1">
                <a:off x="5168160" y="2165400"/>
                <a:ext cx="60840" cy="96120"/>
              </a:xfrm>
              <a:prstGeom prst="line">
                <a:avLst/>
              </a:prstGeom>
              <a:ln>
                <a:solidFill>
                  <a:srgbClr val="BEBEBE"/>
                </a:solidFill>
              </a:ln>
            </p:spPr>
            <p:style>
              <a:lnRef idx="0">
                <a:scrgbClr r="0" g="0" b="0"/>
              </a:lnRef>
              <a:fillRef idx="0">
                <a:scrgbClr r="0" g="0" b="0"/>
              </a:fillRef>
              <a:effectRef idx="0">
                <a:scrgbClr r="0" g="0" b="0"/>
              </a:effectRef>
              <a:fontRef idx="minor"/>
            </p:style>
          </p:sp>
          <p:sp>
            <p:nvSpPr>
              <p:cNvPr id="2000" name="Line 984">
                <a:extLst>
                  <a:ext uri="{FF2B5EF4-FFF2-40B4-BE49-F238E27FC236}">
                    <a16:creationId xmlns:a16="http://schemas.microsoft.com/office/drawing/2014/main" id="{92815384-055A-408B-A360-F286D90AC6A5}"/>
                  </a:ext>
                </a:extLst>
              </p:cNvPr>
              <p:cNvSpPr/>
              <p:nvPr/>
            </p:nvSpPr>
            <p:spPr>
              <a:xfrm>
                <a:off x="5229000" y="2295360"/>
                <a:ext cx="60120" cy="96120"/>
              </a:xfrm>
              <a:prstGeom prst="line">
                <a:avLst/>
              </a:prstGeom>
              <a:ln>
                <a:solidFill>
                  <a:srgbClr val="B0B0B0"/>
                </a:solidFill>
              </a:ln>
            </p:spPr>
            <p:style>
              <a:lnRef idx="0">
                <a:scrgbClr r="0" g="0" b="0"/>
              </a:lnRef>
              <a:fillRef idx="0">
                <a:scrgbClr r="0" g="0" b="0"/>
              </a:fillRef>
              <a:effectRef idx="0">
                <a:scrgbClr r="0" g="0" b="0"/>
              </a:effectRef>
              <a:fontRef idx="minor"/>
            </p:style>
          </p:sp>
          <p:sp>
            <p:nvSpPr>
              <p:cNvPr id="2001" name="Line 985">
                <a:extLst>
                  <a:ext uri="{FF2B5EF4-FFF2-40B4-BE49-F238E27FC236}">
                    <a16:creationId xmlns:a16="http://schemas.microsoft.com/office/drawing/2014/main" id="{3F53018B-11C9-41EF-8E26-E2E5A34C6C84}"/>
                  </a:ext>
                </a:extLst>
              </p:cNvPr>
              <p:cNvSpPr/>
              <p:nvPr/>
            </p:nvSpPr>
            <p:spPr>
              <a:xfrm>
                <a:off x="5106960" y="2057400"/>
                <a:ext cx="61200" cy="129960"/>
              </a:xfrm>
              <a:prstGeom prst="line">
                <a:avLst/>
              </a:prstGeom>
              <a:ln>
                <a:solidFill>
                  <a:srgbClr val="C4C4C4"/>
                </a:solidFill>
              </a:ln>
            </p:spPr>
            <p:style>
              <a:lnRef idx="0">
                <a:scrgbClr r="0" g="0" b="0"/>
              </a:lnRef>
              <a:fillRef idx="0">
                <a:scrgbClr r="0" g="0" b="0"/>
              </a:fillRef>
              <a:effectRef idx="0">
                <a:scrgbClr r="0" g="0" b="0"/>
              </a:effectRef>
              <a:fontRef idx="minor"/>
            </p:style>
          </p:sp>
          <p:sp>
            <p:nvSpPr>
              <p:cNvPr id="2002" name="Line 986">
                <a:extLst>
                  <a:ext uri="{FF2B5EF4-FFF2-40B4-BE49-F238E27FC236}">
                    <a16:creationId xmlns:a16="http://schemas.microsoft.com/office/drawing/2014/main" id="{C2B45C56-B021-4E64-BD58-1256AD5C5A2F}"/>
                  </a:ext>
                </a:extLst>
              </p:cNvPr>
              <p:cNvSpPr/>
              <p:nvPr/>
            </p:nvSpPr>
            <p:spPr>
              <a:xfrm flipH="1" flipV="1">
                <a:off x="5106960" y="2057400"/>
                <a:ext cx="61200" cy="108000"/>
              </a:xfrm>
              <a:prstGeom prst="line">
                <a:avLst/>
              </a:prstGeom>
              <a:ln>
                <a:solidFill>
                  <a:srgbClr val="C6C6C6"/>
                </a:solidFill>
              </a:ln>
            </p:spPr>
            <p:style>
              <a:lnRef idx="0">
                <a:scrgbClr r="0" g="0" b="0"/>
              </a:lnRef>
              <a:fillRef idx="0">
                <a:scrgbClr r="0" g="0" b="0"/>
              </a:fillRef>
              <a:effectRef idx="0">
                <a:scrgbClr r="0" g="0" b="0"/>
              </a:effectRef>
              <a:fontRef idx="minor"/>
            </p:style>
          </p:sp>
          <p:sp>
            <p:nvSpPr>
              <p:cNvPr id="2003" name="Line 987">
                <a:extLst>
                  <a:ext uri="{FF2B5EF4-FFF2-40B4-BE49-F238E27FC236}">
                    <a16:creationId xmlns:a16="http://schemas.microsoft.com/office/drawing/2014/main" id="{16D7531E-DF96-425E-AE3D-2EFBB42CF014}"/>
                  </a:ext>
                </a:extLst>
              </p:cNvPr>
              <p:cNvSpPr/>
              <p:nvPr/>
            </p:nvSpPr>
            <p:spPr>
              <a:xfrm>
                <a:off x="5168160" y="2187360"/>
                <a:ext cx="60840" cy="108000"/>
              </a:xfrm>
              <a:prstGeom prst="line">
                <a:avLst/>
              </a:prstGeom>
              <a:ln>
                <a:solidFill>
                  <a:srgbClr val="B9B9B9"/>
                </a:solidFill>
              </a:ln>
            </p:spPr>
            <p:style>
              <a:lnRef idx="0">
                <a:scrgbClr r="0" g="0" b="0"/>
              </a:lnRef>
              <a:fillRef idx="0">
                <a:scrgbClr r="0" g="0" b="0"/>
              </a:fillRef>
              <a:effectRef idx="0">
                <a:scrgbClr r="0" g="0" b="0"/>
              </a:effectRef>
              <a:fontRef idx="minor"/>
            </p:style>
          </p:sp>
          <p:sp>
            <p:nvSpPr>
              <p:cNvPr id="2004" name="Line 988">
                <a:extLst>
                  <a:ext uri="{FF2B5EF4-FFF2-40B4-BE49-F238E27FC236}">
                    <a16:creationId xmlns:a16="http://schemas.microsoft.com/office/drawing/2014/main" id="{F1FABC64-280C-44F9-8C92-C13D80260278}"/>
                  </a:ext>
                </a:extLst>
              </p:cNvPr>
              <p:cNvSpPr/>
              <p:nvPr/>
            </p:nvSpPr>
            <p:spPr>
              <a:xfrm>
                <a:off x="5046840" y="1936080"/>
                <a:ext cx="60120" cy="130320"/>
              </a:xfrm>
              <a:prstGeom prst="line">
                <a:avLst/>
              </a:prstGeom>
              <a:ln>
                <a:solidFill>
                  <a:srgbClr val="CECECE"/>
                </a:solidFill>
              </a:ln>
            </p:spPr>
            <p:style>
              <a:lnRef idx="0">
                <a:scrgbClr r="0" g="0" b="0"/>
              </a:lnRef>
              <a:fillRef idx="0">
                <a:scrgbClr r="0" g="0" b="0"/>
              </a:fillRef>
              <a:effectRef idx="0">
                <a:scrgbClr r="0" g="0" b="0"/>
              </a:effectRef>
              <a:fontRef idx="minor"/>
            </p:style>
          </p:sp>
          <p:sp>
            <p:nvSpPr>
              <p:cNvPr id="2005" name="Line 989">
                <a:extLst>
                  <a:ext uri="{FF2B5EF4-FFF2-40B4-BE49-F238E27FC236}">
                    <a16:creationId xmlns:a16="http://schemas.microsoft.com/office/drawing/2014/main" id="{D49B11FF-CCF8-4197-9ED4-4B7D2F5911AA}"/>
                  </a:ext>
                </a:extLst>
              </p:cNvPr>
              <p:cNvSpPr/>
              <p:nvPr/>
            </p:nvSpPr>
            <p:spPr>
              <a:xfrm flipH="1" flipV="1">
                <a:off x="5046840" y="1936080"/>
                <a:ext cx="60120" cy="121320"/>
              </a:xfrm>
              <a:prstGeom prst="line">
                <a:avLst/>
              </a:prstGeom>
              <a:ln>
                <a:solidFill>
                  <a:srgbClr val="D0D0D0"/>
                </a:solidFill>
              </a:ln>
            </p:spPr>
            <p:style>
              <a:lnRef idx="0">
                <a:scrgbClr r="0" g="0" b="0"/>
              </a:lnRef>
              <a:fillRef idx="0">
                <a:scrgbClr r="0" g="0" b="0"/>
              </a:fillRef>
              <a:effectRef idx="0">
                <a:scrgbClr r="0" g="0" b="0"/>
              </a:effectRef>
              <a:fontRef idx="minor"/>
            </p:style>
          </p:sp>
          <p:sp>
            <p:nvSpPr>
              <p:cNvPr id="2006" name="Line 990">
                <a:extLst>
                  <a:ext uri="{FF2B5EF4-FFF2-40B4-BE49-F238E27FC236}">
                    <a16:creationId xmlns:a16="http://schemas.microsoft.com/office/drawing/2014/main" id="{6625740B-032D-40F3-8A41-37BFA6528D61}"/>
                  </a:ext>
                </a:extLst>
              </p:cNvPr>
              <p:cNvSpPr/>
              <p:nvPr/>
            </p:nvSpPr>
            <p:spPr>
              <a:xfrm>
                <a:off x="5106960" y="2066400"/>
                <a:ext cx="61200" cy="120960"/>
              </a:xfrm>
              <a:prstGeom prst="line">
                <a:avLst/>
              </a:prstGeom>
              <a:ln>
                <a:solidFill>
                  <a:srgbClr val="C2C2C2"/>
                </a:solidFill>
              </a:ln>
            </p:spPr>
            <p:style>
              <a:lnRef idx="0">
                <a:scrgbClr r="0" g="0" b="0"/>
              </a:lnRef>
              <a:fillRef idx="0">
                <a:scrgbClr r="0" g="0" b="0"/>
              </a:fillRef>
              <a:effectRef idx="0">
                <a:scrgbClr r="0" g="0" b="0"/>
              </a:effectRef>
              <a:fontRef idx="minor"/>
            </p:style>
          </p:sp>
          <p:sp>
            <p:nvSpPr>
              <p:cNvPr id="2007" name="Line 991">
                <a:extLst>
                  <a:ext uri="{FF2B5EF4-FFF2-40B4-BE49-F238E27FC236}">
                    <a16:creationId xmlns:a16="http://schemas.microsoft.com/office/drawing/2014/main" id="{951B933D-BD1E-4F06-90EA-A853706CFA22}"/>
                  </a:ext>
                </a:extLst>
              </p:cNvPr>
              <p:cNvSpPr/>
              <p:nvPr/>
            </p:nvSpPr>
            <p:spPr>
              <a:xfrm>
                <a:off x="4986000" y="1802880"/>
                <a:ext cx="60840" cy="129240"/>
              </a:xfrm>
              <a:prstGeom prst="line">
                <a:avLst/>
              </a:prstGeom>
              <a:ln>
                <a:solidFill>
                  <a:srgbClr val="DADADA"/>
                </a:solidFill>
              </a:ln>
            </p:spPr>
            <p:style>
              <a:lnRef idx="0">
                <a:scrgbClr r="0" g="0" b="0"/>
              </a:lnRef>
              <a:fillRef idx="0">
                <a:scrgbClr r="0" g="0" b="0"/>
              </a:fillRef>
              <a:effectRef idx="0">
                <a:scrgbClr r="0" g="0" b="0"/>
              </a:effectRef>
              <a:fontRef idx="minor"/>
            </p:style>
          </p:sp>
          <p:sp>
            <p:nvSpPr>
              <p:cNvPr id="2008" name="Line 992">
                <a:extLst>
                  <a:ext uri="{FF2B5EF4-FFF2-40B4-BE49-F238E27FC236}">
                    <a16:creationId xmlns:a16="http://schemas.microsoft.com/office/drawing/2014/main" id="{D18535B1-3CAE-430C-8929-3F99E2914BD5}"/>
                  </a:ext>
                </a:extLst>
              </p:cNvPr>
              <p:cNvSpPr/>
              <p:nvPr/>
            </p:nvSpPr>
            <p:spPr>
              <a:xfrm flipH="1" flipV="1">
                <a:off x="4986000" y="1802880"/>
                <a:ext cx="60840" cy="133200"/>
              </a:xfrm>
              <a:prstGeom prst="line">
                <a:avLst/>
              </a:prstGeom>
              <a:ln>
                <a:solidFill>
                  <a:srgbClr val="DBDBDB"/>
                </a:solidFill>
              </a:ln>
            </p:spPr>
            <p:style>
              <a:lnRef idx="0">
                <a:scrgbClr r="0" g="0" b="0"/>
              </a:lnRef>
              <a:fillRef idx="0">
                <a:scrgbClr r="0" g="0" b="0"/>
              </a:fillRef>
              <a:effectRef idx="0">
                <a:scrgbClr r="0" g="0" b="0"/>
              </a:effectRef>
              <a:fontRef idx="minor"/>
            </p:style>
          </p:sp>
          <p:sp>
            <p:nvSpPr>
              <p:cNvPr id="2009" name="Line 993">
                <a:extLst>
                  <a:ext uri="{FF2B5EF4-FFF2-40B4-BE49-F238E27FC236}">
                    <a16:creationId xmlns:a16="http://schemas.microsoft.com/office/drawing/2014/main" id="{27037F21-951C-45BA-AE8B-F2788734A9C1}"/>
                  </a:ext>
                </a:extLst>
              </p:cNvPr>
              <p:cNvSpPr/>
              <p:nvPr/>
            </p:nvSpPr>
            <p:spPr>
              <a:xfrm>
                <a:off x="5046840" y="1932120"/>
                <a:ext cx="60120" cy="134280"/>
              </a:xfrm>
              <a:prstGeom prst="line">
                <a:avLst/>
              </a:prstGeom>
              <a:ln>
                <a:solidFill>
                  <a:srgbClr val="CDCDCD"/>
                </a:solidFill>
              </a:ln>
            </p:spPr>
            <p:style>
              <a:lnRef idx="0">
                <a:scrgbClr r="0" g="0" b="0"/>
              </a:lnRef>
              <a:fillRef idx="0">
                <a:scrgbClr r="0" g="0" b="0"/>
              </a:fillRef>
              <a:effectRef idx="0">
                <a:scrgbClr r="0" g="0" b="0"/>
              </a:effectRef>
              <a:fontRef idx="minor"/>
            </p:style>
          </p:sp>
          <p:sp>
            <p:nvSpPr>
              <p:cNvPr id="2010" name="Line 994">
                <a:extLst>
                  <a:ext uri="{FF2B5EF4-FFF2-40B4-BE49-F238E27FC236}">
                    <a16:creationId xmlns:a16="http://schemas.microsoft.com/office/drawing/2014/main" id="{5EED7FA5-03C5-4843-910E-D0DCCC28EEB3}"/>
                  </a:ext>
                </a:extLst>
              </p:cNvPr>
              <p:cNvSpPr/>
              <p:nvPr/>
            </p:nvSpPr>
            <p:spPr>
              <a:xfrm>
                <a:off x="4926960" y="1656000"/>
                <a:ext cx="59040" cy="129960"/>
              </a:xfrm>
              <a:prstGeom prst="line">
                <a:avLst/>
              </a:prstGeom>
              <a:ln>
                <a:solidFill>
                  <a:srgbClr val="E6E6E6"/>
                </a:solidFill>
              </a:ln>
            </p:spPr>
            <p:style>
              <a:lnRef idx="0">
                <a:scrgbClr r="0" g="0" b="0"/>
              </a:lnRef>
              <a:fillRef idx="0">
                <a:scrgbClr r="0" g="0" b="0"/>
              </a:fillRef>
              <a:effectRef idx="0">
                <a:scrgbClr r="0" g="0" b="0"/>
              </a:effectRef>
              <a:fontRef idx="minor"/>
            </p:style>
          </p:sp>
          <p:sp>
            <p:nvSpPr>
              <p:cNvPr id="2011" name="Line 995">
                <a:extLst>
                  <a:ext uri="{FF2B5EF4-FFF2-40B4-BE49-F238E27FC236}">
                    <a16:creationId xmlns:a16="http://schemas.microsoft.com/office/drawing/2014/main" id="{98B844A0-56E3-475F-A37E-5A5C6D39F5D1}"/>
                  </a:ext>
                </a:extLst>
              </p:cNvPr>
              <p:cNvSpPr/>
              <p:nvPr/>
            </p:nvSpPr>
            <p:spPr>
              <a:xfrm flipH="1" flipV="1">
                <a:off x="4926960" y="1656000"/>
                <a:ext cx="59040" cy="146880"/>
              </a:xfrm>
              <a:prstGeom prst="line">
                <a:avLst/>
              </a:prstGeom>
              <a:ln>
                <a:solidFill>
                  <a:srgbClr val="E7E7E7"/>
                </a:solidFill>
              </a:ln>
            </p:spPr>
            <p:style>
              <a:lnRef idx="0">
                <a:scrgbClr r="0" g="0" b="0"/>
              </a:lnRef>
              <a:fillRef idx="0">
                <a:scrgbClr r="0" g="0" b="0"/>
              </a:fillRef>
              <a:effectRef idx="0">
                <a:scrgbClr r="0" g="0" b="0"/>
              </a:effectRef>
              <a:fontRef idx="minor"/>
            </p:style>
          </p:sp>
          <p:sp>
            <p:nvSpPr>
              <p:cNvPr id="2012" name="Line 996">
                <a:extLst>
                  <a:ext uri="{FF2B5EF4-FFF2-40B4-BE49-F238E27FC236}">
                    <a16:creationId xmlns:a16="http://schemas.microsoft.com/office/drawing/2014/main" id="{B7D1AD27-5E88-4FF5-A1A1-E20F14F47FA5}"/>
                  </a:ext>
                </a:extLst>
              </p:cNvPr>
              <p:cNvSpPr/>
              <p:nvPr/>
            </p:nvSpPr>
            <p:spPr>
              <a:xfrm>
                <a:off x="4986000" y="1785960"/>
                <a:ext cx="60840" cy="146160"/>
              </a:xfrm>
              <a:prstGeom prst="line">
                <a:avLst/>
              </a:prstGeom>
              <a:ln>
                <a:solidFill>
                  <a:srgbClr val="D9D9D9"/>
                </a:solidFill>
              </a:ln>
            </p:spPr>
            <p:style>
              <a:lnRef idx="0">
                <a:scrgbClr r="0" g="0" b="0"/>
              </a:lnRef>
              <a:fillRef idx="0">
                <a:scrgbClr r="0" g="0" b="0"/>
              </a:fillRef>
              <a:effectRef idx="0">
                <a:scrgbClr r="0" g="0" b="0"/>
              </a:effectRef>
              <a:fontRef idx="minor"/>
            </p:style>
          </p:sp>
          <p:sp>
            <p:nvSpPr>
              <p:cNvPr id="2013" name="Line 997">
                <a:extLst>
                  <a:ext uri="{FF2B5EF4-FFF2-40B4-BE49-F238E27FC236}">
                    <a16:creationId xmlns:a16="http://schemas.microsoft.com/office/drawing/2014/main" id="{BDA54D27-53BE-4188-944E-E354AA91723E}"/>
                  </a:ext>
                </a:extLst>
              </p:cNvPr>
              <p:cNvSpPr/>
              <p:nvPr/>
            </p:nvSpPr>
            <p:spPr>
              <a:xfrm>
                <a:off x="4865760" y="1497600"/>
                <a:ext cx="61200" cy="130320"/>
              </a:xfrm>
              <a:prstGeom prst="line">
                <a:avLst/>
              </a:prstGeom>
              <a:ln>
                <a:solidFill>
                  <a:srgbClr val="F4F4F4"/>
                </a:solidFill>
              </a:ln>
            </p:spPr>
            <p:style>
              <a:lnRef idx="0">
                <a:scrgbClr r="0" g="0" b="0"/>
              </a:lnRef>
              <a:fillRef idx="0">
                <a:scrgbClr r="0" g="0" b="0"/>
              </a:fillRef>
              <a:effectRef idx="0">
                <a:scrgbClr r="0" g="0" b="0"/>
              </a:effectRef>
              <a:fontRef idx="minor"/>
            </p:style>
          </p:sp>
          <p:sp>
            <p:nvSpPr>
              <p:cNvPr id="2014" name="Line 998">
                <a:extLst>
                  <a:ext uri="{FF2B5EF4-FFF2-40B4-BE49-F238E27FC236}">
                    <a16:creationId xmlns:a16="http://schemas.microsoft.com/office/drawing/2014/main" id="{9EC2D34C-251A-4811-95A1-F1EC94683F1A}"/>
                  </a:ext>
                </a:extLst>
              </p:cNvPr>
              <p:cNvSpPr/>
              <p:nvPr/>
            </p:nvSpPr>
            <p:spPr>
              <a:xfrm flipH="1" flipV="1">
                <a:off x="4865760" y="1497600"/>
                <a:ext cx="61200" cy="158400"/>
              </a:xfrm>
              <a:prstGeom prst="line">
                <a:avLst/>
              </a:prstGeom>
              <a:ln>
                <a:solidFill>
                  <a:srgbClr val="F4F4F4"/>
                </a:solidFill>
              </a:ln>
            </p:spPr>
            <p:style>
              <a:lnRef idx="0">
                <a:scrgbClr r="0" g="0" b="0"/>
              </a:lnRef>
              <a:fillRef idx="0">
                <a:scrgbClr r="0" g="0" b="0"/>
              </a:fillRef>
              <a:effectRef idx="0">
                <a:scrgbClr r="0" g="0" b="0"/>
              </a:effectRef>
              <a:fontRef idx="minor"/>
            </p:style>
          </p:sp>
          <p:sp>
            <p:nvSpPr>
              <p:cNvPr id="2015" name="Line 999">
                <a:extLst>
                  <a:ext uri="{FF2B5EF4-FFF2-40B4-BE49-F238E27FC236}">
                    <a16:creationId xmlns:a16="http://schemas.microsoft.com/office/drawing/2014/main" id="{36AD91BD-1439-4706-81B1-F8274B189553}"/>
                  </a:ext>
                </a:extLst>
              </p:cNvPr>
              <p:cNvSpPr/>
              <p:nvPr/>
            </p:nvSpPr>
            <p:spPr>
              <a:xfrm>
                <a:off x="4926960" y="1627920"/>
                <a:ext cx="59040" cy="158040"/>
              </a:xfrm>
              <a:prstGeom prst="line">
                <a:avLst/>
              </a:prstGeom>
              <a:ln>
                <a:solidFill>
                  <a:srgbClr val="E6E6E6"/>
                </a:solidFill>
              </a:ln>
            </p:spPr>
            <p:style>
              <a:lnRef idx="0">
                <a:scrgbClr r="0" g="0" b="0"/>
              </a:lnRef>
              <a:fillRef idx="0">
                <a:scrgbClr r="0" g="0" b="0"/>
              </a:fillRef>
              <a:effectRef idx="0">
                <a:scrgbClr r="0" g="0" b="0"/>
              </a:effectRef>
              <a:fontRef idx="minor"/>
            </p:style>
          </p:sp>
          <p:sp>
            <p:nvSpPr>
              <p:cNvPr id="2016" name="Line 1000">
                <a:extLst>
                  <a:ext uri="{FF2B5EF4-FFF2-40B4-BE49-F238E27FC236}">
                    <a16:creationId xmlns:a16="http://schemas.microsoft.com/office/drawing/2014/main" id="{1D546FC8-D50A-4AF5-B063-BE57ACCC499B}"/>
                  </a:ext>
                </a:extLst>
              </p:cNvPr>
              <p:cNvSpPr/>
              <p:nvPr/>
            </p:nvSpPr>
            <p:spPr>
              <a:xfrm>
                <a:off x="6315840" y="2100240"/>
                <a:ext cx="61200" cy="118080"/>
              </a:xfrm>
              <a:prstGeom prst="line">
                <a:avLst/>
              </a:prstGeom>
              <a:ln>
                <a:solidFill>
                  <a:srgbClr val="D9D9D9"/>
                </a:solidFill>
              </a:ln>
            </p:spPr>
            <p:style>
              <a:lnRef idx="0">
                <a:scrgbClr r="0" g="0" b="0"/>
              </a:lnRef>
              <a:fillRef idx="0">
                <a:scrgbClr r="0" g="0" b="0"/>
              </a:fillRef>
              <a:effectRef idx="0">
                <a:scrgbClr r="0" g="0" b="0"/>
              </a:effectRef>
              <a:fontRef idx="minor"/>
            </p:style>
          </p:sp>
          <p:sp>
            <p:nvSpPr>
              <p:cNvPr id="2017" name="Line 1001">
                <a:extLst>
                  <a:ext uri="{FF2B5EF4-FFF2-40B4-BE49-F238E27FC236}">
                    <a16:creationId xmlns:a16="http://schemas.microsoft.com/office/drawing/2014/main" id="{740FF4B0-4B44-4502-A5CD-240E841A094A}"/>
                  </a:ext>
                </a:extLst>
              </p:cNvPr>
              <p:cNvSpPr/>
              <p:nvPr/>
            </p:nvSpPr>
            <p:spPr>
              <a:xfrm flipH="1" flipV="1">
                <a:off x="6377040" y="1971360"/>
                <a:ext cx="59040" cy="118080"/>
              </a:xfrm>
              <a:prstGeom prst="line">
                <a:avLst/>
              </a:prstGeom>
              <a:ln>
                <a:solidFill>
                  <a:srgbClr val="E7E7E7"/>
                </a:solidFill>
              </a:ln>
            </p:spPr>
            <p:style>
              <a:lnRef idx="0">
                <a:scrgbClr r="0" g="0" b="0"/>
              </a:lnRef>
              <a:fillRef idx="0">
                <a:scrgbClr r="0" g="0" b="0"/>
              </a:fillRef>
              <a:effectRef idx="0">
                <a:scrgbClr r="0" g="0" b="0"/>
              </a:effectRef>
              <a:fontRef idx="minor"/>
            </p:style>
          </p:sp>
          <p:sp>
            <p:nvSpPr>
              <p:cNvPr id="2018" name="Line 1002">
                <a:extLst>
                  <a:ext uri="{FF2B5EF4-FFF2-40B4-BE49-F238E27FC236}">
                    <a16:creationId xmlns:a16="http://schemas.microsoft.com/office/drawing/2014/main" id="{5B03D3F6-0A38-4F67-BF27-CDBA089E4C19}"/>
                  </a:ext>
                </a:extLst>
              </p:cNvPr>
              <p:cNvSpPr/>
              <p:nvPr/>
            </p:nvSpPr>
            <p:spPr>
              <a:xfrm flipV="1">
                <a:off x="6377040" y="2089440"/>
                <a:ext cx="59040" cy="128880"/>
              </a:xfrm>
              <a:prstGeom prst="line">
                <a:avLst/>
              </a:prstGeom>
              <a:ln>
                <a:solidFill>
                  <a:srgbClr val="DADADA"/>
                </a:solidFill>
              </a:ln>
            </p:spPr>
            <p:style>
              <a:lnRef idx="0">
                <a:scrgbClr r="0" g="0" b="0"/>
              </a:lnRef>
              <a:fillRef idx="0">
                <a:scrgbClr r="0" g="0" b="0"/>
              </a:fillRef>
              <a:effectRef idx="0">
                <a:scrgbClr r="0" g="0" b="0"/>
              </a:effectRef>
              <a:fontRef idx="minor"/>
            </p:style>
          </p:sp>
          <p:sp>
            <p:nvSpPr>
              <p:cNvPr id="2019" name="Line 1003">
                <a:extLst>
                  <a:ext uri="{FF2B5EF4-FFF2-40B4-BE49-F238E27FC236}">
                    <a16:creationId xmlns:a16="http://schemas.microsoft.com/office/drawing/2014/main" id="{666C9BB7-6E55-4A1F-9CB0-CB6BDF1A7D9A}"/>
                  </a:ext>
                </a:extLst>
              </p:cNvPr>
              <p:cNvSpPr/>
              <p:nvPr/>
            </p:nvSpPr>
            <p:spPr>
              <a:xfrm>
                <a:off x="6255720" y="2218320"/>
                <a:ext cx="60120" cy="117360"/>
              </a:xfrm>
              <a:prstGeom prst="line">
                <a:avLst/>
              </a:prstGeom>
              <a:ln>
                <a:solidFill>
                  <a:srgbClr val="CCCCCC"/>
                </a:solidFill>
              </a:ln>
            </p:spPr>
            <p:style>
              <a:lnRef idx="0">
                <a:scrgbClr r="0" g="0" b="0"/>
              </a:lnRef>
              <a:fillRef idx="0">
                <a:scrgbClr r="0" g="0" b="0"/>
              </a:fillRef>
              <a:effectRef idx="0">
                <a:scrgbClr r="0" g="0" b="0"/>
              </a:effectRef>
              <a:fontRef idx="minor"/>
            </p:style>
          </p:sp>
          <p:sp>
            <p:nvSpPr>
              <p:cNvPr id="2020" name="Line 1004">
                <a:extLst>
                  <a:ext uri="{FF2B5EF4-FFF2-40B4-BE49-F238E27FC236}">
                    <a16:creationId xmlns:a16="http://schemas.microsoft.com/office/drawing/2014/main" id="{4848ADC4-945F-40CB-8123-648529361CAD}"/>
                  </a:ext>
                </a:extLst>
              </p:cNvPr>
              <p:cNvSpPr/>
              <p:nvPr/>
            </p:nvSpPr>
            <p:spPr>
              <a:xfrm flipV="1">
                <a:off x="6315840" y="2218320"/>
                <a:ext cx="61200" cy="117360"/>
              </a:xfrm>
              <a:prstGeom prst="line">
                <a:avLst/>
              </a:prstGeom>
              <a:ln>
                <a:solidFill>
                  <a:srgbClr val="CCCCCC"/>
                </a:solidFill>
              </a:ln>
            </p:spPr>
            <p:style>
              <a:lnRef idx="0">
                <a:scrgbClr r="0" g="0" b="0"/>
              </a:lnRef>
              <a:fillRef idx="0">
                <a:scrgbClr r="0" g="0" b="0"/>
              </a:fillRef>
              <a:effectRef idx="0">
                <a:scrgbClr r="0" g="0" b="0"/>
              </a:effectRef>
              <a:fontRef idx="minor"/>
            </p:style>
          </p:sp>
          <p:sp>
            <p:nvSpPr>
              <p:cNvPr id="2021" name="Line 1005">
                <a:extLst>
                  <a:ext uri="{FF2B5EF4-FFF2-40B4-BE49-F238E27FC236}">
                    <a16:creationId xmlns:a16="http://schemas.microsoft.com/office/drawing/2014/main" id="{DD3F14DB-80FF-4DE7-9C64-C252A644C587}"/>
                  </a:ext>
                </a:extLst>
              </p:cNvPr>
              <p:cNvSpPr/>
              <p:nvPr/>
            </p:nvSpPr>
            <p:spPr>
              <a:xfrm>
                <a:off x="6194880" y="2323440"/>
                <a:ext cx="60840" cy="117360"/>
              </a:xfrm>
              <a:prstGeom prst="line">
                <a:avLst/>
              </a:prstGeom>
              <a:ln>
                <a:solidFill>
                  <a:srgbClr val="C1C1C1"/>
                </a:solidFill>
              </a:ln>
            </p:spPr>
            <p:style>
              <a:lnRef idx="0">
                <a:scrgbClr r="0" g="0" b="0"/>
              </a:lnRef>
              <a:fillRef idx="0">
                <a:scrgbClr r="0" g="0" b="0"/>
              </a:fillRef>
              <a:effectRef idx="0">
                <a:scrgbClr r="0" g="0" b="0"/>
              </a:effectRef>
              <a:fontRef idx="minor"/>
            </p:style>
          </p:sp>
          <p:sp>
            <p:nvSpPr>
              <p:cNvPr id="2022" name="Line 1006">
                <a:extLst>
                  <a:ext uri="{FF2B5EF4-FFF2-40B4-BE49-F238E27FC236}">
                    <a16:creationId xmlns:a16="http://schemas.microsoft.com/office/drawing/2014/main" id="{D232A00D-E1CF-4A03-9230-18111B664D59}"/>
                  </a:ext>
                </a:extLst>
              </p:cNvPr>
              <p:cNvSpPr/>
              <p:nvPr/>
            </p:nvSpPr>
            <p:spPr>
              <a:xfrm flipV="1">
                <a:off x="6255720" y="2335680"/>
                <a:ext cx="60120" cy="105120"/>
              </a:xfrm>
              <a:prstGeom prst="line">
                <a:avLst/>
              </a:prstGeom>
              <a:ln>
                <a:solidFill>
                  <a:srgbClr val="C0C0C0"/>
                </a:solidFill>
              </a:ln>
            </p:spPr>
            <p:style>
              <a:lnRef idx="0">
                <a:scrgbClr r="0" g="0" b="0"/>
              </a:lnRef>
              <a:fillRef idx="0">
                <a:scrgbClr r="0" g="0" b="0"/>
              </a:fillRef>
              <a:effectRef idx="0">
                <a:scrgbClr r="0" g="0" b="0"/>
              </a:effectRef>
              <a:fontRef idx="minor"/>
            </p:style>
          </p:sp>
          <p:sp>
            <p:nvSpPr>
              <p:cNvPr id="2023" name="Line 1007">
                <a:extLst>
                  <a:ext uri="{FF2B5EF4-FFF2-40B4-BE49-F238E27FC236}">
                    <a16:creationId xmlns:a16="http://schemas.microsoft.com/office/drawing/2014/main" id="{2F927831-C332-4BD0-B745-6FFA8DECEE9F}"/>
                  </a:ext>
                </a:extLst>
              </p:cNvPr>
              <p:cNvSpPr/>
              <p:nvPr/>
            </p:nvSpPr>
            <p:spPr>
              <a:xfrm>
                <a:off x="6133680" y="2415600"/>
                <a:ext cx="61200" cy="118080"/>
              </a:xfrm>
              <a:prstGeom prst="line">
                <a:avLst/>
              </a:prstGeom>
              <a:ln>
                <a:solidFill>
                  <a:srgbClr val="B7B7B7"/>
                </a:solidFill>
              </a:ln>
            </p:spPr>
            <p:style>
              <a:lnRef idx="0">
                <a:scrgbClr r="0" g="0" b="0"/>
              </a:lnRef>
              <a:fillRef idx="0">
                <a:scrgbClr r="0" g="0" b="0"/>
              </a:fillRef>
              <a:effectRef idx="0">
                <a:scrgbClr r="0" g="0" b="0"/>
              </a:effectRef>
              <a:fontRef idx="minor"/>
            </p:style>
          </p:sp>
          <p:sp>
            <p:nvSpPr>
              <p:cNvPr id="2024" name="Line 1008">
                <a:extLst>
                  <a:ext uri="{FF2B5EF4-FFF2-40B4-BE49-F238E27FC236}">
                    <a16:creationId xmlns:a16="http://schemas.microsoft.com/office/drawing/2014/main" id="{A44C8434-7B65-407E-B055-79943D3A3C62}"/>
                  </a:ext>
                </a:extLst>
              </p:cNvPr>
              <p:cNvSpPr/>
              <p:nvPr/>
            </p:nvSpPr>
            <p:spPr>
              <a:xfrm flipV="1">
                <a:off x="6194880" y="2440800"/>
                <a:ext cx="60840" cy="92880"/>
              </a:xfrm>
              <a:prstGeom prst="line">
                <a:avLst/>
              </a:prstGeom>
              <a:ln>
                <a:solidFill>
                  <a:srgbClr val="B6B6B6"/>
                </a:solidFill>
              </a:ln>
            </p:spPr>
            <p:style>
              <a:lnRef idx="0">
                <a:scrgbClr r="0" g="0" b="0"/>
              </a:lnRef>
              <a:fillRef idx="0">
                <a:scrgbClr r="0" g="0" b="0"/>
              </a:fillRef>
              <a:effectRef idx="0">
                <a:scrgbClr r="0" g="0" b="0"/>
              </a:effectRef>
              <a:fontRef idx="minor"/>
            </p:style>
          </p:sp>
          <p:sp>
            <p:nvSpPr>
              <p:cNvPr id="2025" name="Line 1009">
                <a:extLst>
                  <a:ext uri="{FF2B5EF4-FFF2-40B4-BE49-F238E27FC236}">
                    <a16:creationId xmlns:a16="http://schemas.microsoft.com/office/drawing/2014/main" id="{6DAE3535-2B48-4517-94F1-CFE361FA586E}"/>
                  </a:ext>
                </a:extLst>
              </p:cNvPr>
              <p:cNvSpPr/>
              <p:nvPr/>
            </p:nvSpPr>
            <p:spPr>
              <a:xfrm>
                <a:off x="6073560" y="2494800"/>
                <a:ext cx="60120" cy="118080"/>
              </a:xfrm>
              <a:prstGeom prst="line">
                <a:avLst/>
              </a:prstGeom>
              <a:ln>
                <a:solidFill>
                  <a:srgbClr val="AEAEAE"/>
                </a:solidFill>
              </a:ln>
            </p:spPr>
            <p:style>
              <a:lnRef idx="0">
                <a:scrgbClr r="0" g="0" b="0"/>
              </a:lnRef>
              <a:fillRef idx="0">
                <a:scrgbClr r="0" g="0" b="0"/>
              </a:fillRef>
              <a:effectRef idx="0">
                <a:scrgbClr r="0" g="0" b="0"/>
              </a:effectRef>
              <a:fontRef idx="minor"/>
            </p:style>
          </p:sp>
          <p:sp>
            <p:nvSpPr>
              <p:cNvPr id="2026" name="Line 1010">
                <a:extLst>
                  <a:ext uri="{FF2B5EF4-FFF2-40B4-BE49-F238E27FC236}">
                    <a16:creationId xmlns:a16="http://schemas.microsoft.com/office/drawing/2014/main" id="{2A790FC5-3E7C-4142-A682-1577FC213260}"/>
                  </a:ext>
                </a:extLst>
              </p:cNvPr>
              <p:cNvSpPr/>
              <p:nvPr/>
            </p:nvSpPr>
            <p:spPr>
              <a:xfrm flipV="1">
                <a:off x="6133680" y="2533680"/>
                <a:ext cx="61200" cy="79200"/>
              </a:xfrm>
              <a:prstGeom prst="line">
                <a:avLst/>
              </a:prstGeom>
              <a:ln>
                <a:solidFill>
                  <a:srgbClr val="ACACAC"/>
                </a:solidFill>
              </a:ln>
            </p:spPr>
            <p:style>
              <a:lnRef idx="0">
                <a:scrgbClr r="0" g="0" b="0"/>
              </a:lnRef>
              <a:fillRef idx="0">
                <a:scrgbClr r="0" g="0" b="0"/>
              </a:fillRef>
              <a:effectRef idx="0">
                <a:scrgbClr r="0" g="0" b="0"/>
              </a:effectRef>
              <a:fontRef idx="minor"/>
            </p:style>
          </p:sp>
          <p:sp>
            <p:nvSpPr>
              <p:cNvPr id="2027" name="Line 1011">
                <a:extLst>
                  <a:ext uri="{FF2B5EF4-FFF2-40B4-BE49-F238E27FC236}">
                    <a16:creationId xmlns:a16="http://schemas.microsoft.com/office/drawing/2014/main" id="{C1F4026F-4B1C-47D5-8E3B-72279587385F}"/>
                  </a:ext>
                </a:extLst>
              </p:cNvPr>
              <p:cNvSpPr/>
              <p:nvPr/>
            </p:nvSpPr>
            <p:spPr>
              <a:xfrm>
                <a:off x="6014520" y="2562840"/>
                <a:ext cx="59040" cy="117000"/>
              </a:xfrm>
              <a:prstGeom prst="line">
                <a:avLst/>
              </a:prstGeom>
              <a:ln>
                <a:solidFill>
                  <a:srgbClr val="A6A6A6"/>
                </a:solidFill>
              </a:ln>
            </p:spPr>
            <p:style>
              <a:lnRef idx="0">
                <a:scrgbClr r="0" g="0" b="0"/>
              </a:lnRef>
              <a:fillRef idx="0">
                <a:scrgbClr r="0" g="0" b="0"/>
              </a:fillRef>
              <a:effectRef idx="0">
                <a:scrgbClr r="0" g="0" b="0"/>
              </a:effectRef>
              <a:fontRef idx="minor"/>
            </p:style>
          </p:sp>
          <p:sp>
            <p:nvSpPr>
              <p:cNvPr id="2028" name="Line 1012">
                <a:extLst>
                  <a:ext uri="{FF2B5EF4-FFF2-40B4-BE49-F238E27FC236}">
                    <a16:creationId xmlns:a16="http://schemas.microsoft.com/office/drawing/2014/main" id="{25ADEAD3-30D9-4FDF-8B97-5AA92A93E08B}"/>
                  </a:ext>
                </a:extLst>
              </p:cNvPr>
              <p:cNvSpPr/>
              <p:nvPr/>
            </p:nvSpPr>
            <p:spPr>
              <a:xfrm flipV="1">
                <a:off x="6073560" y="2612880"/>
                <a:ext cx="60120" cy="66960"/>
              </a:xfrm>
              <a:prstGeom prst="line">
                <a:avLst/>
              </a:prstGeom>
              <a:ln>
                <a:solidFill>
                  <a:srgbClr val="A4A4A4"/>
                </a:solidFill>
              </a:ln>
            </p:spPr>
            <p:style>
              <a:lnRef idx="0">
                <a:scrgbClr r="0" g="0" b="0"/>
              </a:lnRef>
              <a:fillRef idx="0">
                <a:scrgbClr r="0" g="0" b="0"/>
              </a:fillRef>
              <a:effectRef idx="0">
                <a:scrgbClr r="0" g="0" b="0"/>
              </a:effectRef>
              <a:fontRef idx="minor"/>
            </p:style>
          </p:sp>
          <p:sp>
            <p:nvSpPr>
              <p:cNvPr id="2029" name="Line 1013">
                <a:extLst>
                  <a:ext uri="{FF2B5EF4-FFF2-40B4-BE49-F238E27FC236}">
                    <a16:creationId xmlns:a16="http://schemas.microsoft.com/office/drawing/2014/main" id="{4DF8F64D-0CD1-4FC3-8AAF-5E51E905D59F}"/>
                  </a:ext>
                </a:extLst>
              </p:cNvPr>
              <p:cNvSpPr/>
              <p:nvPr/>
            </p:nvSpPr>
            <p:spPr>
              <a:xfrm>
                <a:off x="5953680" y="2617920"/>
                <a:ext cx="60840" cy="117000"/>
              </a:xfrm>
              <a:prstGeom prst="line">
                <a:avLst/>
              </a:prstGeom>
              <a:ln>
                <a:solidFill>
                  <a:srgbClr val="9F9F9F"/>
                </a:solidFill>
              </a:ln>
            </p:spPr>
            <p:style>
              <a:lnRef idx="0">
                <a:scrgbClr r="0" g="0" b="0"/>
              </a:lnRef>
              <a:fillRef idx="0">
                <a:scrgbClr r="0" g="0" b="0"/>
              </a:fillRef>
              <a:effectRef idx="0">
                <a:scrgbClr r="0" g="0" b="0"/>
              </a:effectRef>
              <a:fontRef idx="minor"/>
            </p:style>
          </p:sp>
          <p:sp>
            <p:nvSpPr>
              <p:cNvPr id="2030" name="Line 1014">
                <a:extLst>
                  <a:ext uri="{FF2B5EF4-FFF2-40B4-BE49-F238E27FC236}">
                    <a16:creationId xmlns:a16="http://schemas.microsoft.com/office/drawing/2014/main" id="{9E1BDA98-435F-4E4E-B805-D36919400BF6}"/>
                  </a:ext>
                </a:extLst>
              </p:cNvPr>
              <p:cNvSpPr/>
              <p:nvPr/>
            </p:nvSpPr>
            <p:spPr>
              <a:xfrm flipV="1">
                <a:off x="6014520" y="2679840"/>
                <a:ext cx="59040" cy="55080"/>
              </a:xfrm>
              <a:prstGeom prst="line">
                <a:avLst/>
              </a:prstGeom>
              <a:ln>
                <a:solidFill>
                  <a:srgbClr val="9C9C9C"/>
                </a:solidFill>
              </a:ln>
            </p:spPr>
            <p:style>
              <a:lnRef idx="0">
                <a:scrgbClr r="0" g="0" b="0"/>
              </a:lnRef>
              <a:fillRef idx="0">
                <a:scrgbClr r="0" g="0" b="0"/>
              </a:fillRef>
              <a:effectRef idx="0">
                <a:scrgbClr r="0" g="0" b="0"/>
              </a:effectRef>
              <a:fontRef idx="minor"/>
            </p:style>
          </p:sp>
          <p:sp>
            <p:nvSpPr>
              <p:cNvPr id="2031" name="Line 1015">
                <a:extLst>
                  <a:ext uri="{FF2B5EF4-FFF2-40B4-BE49-F238E27FC236}">
                    <a16:creationId xmlns:a16="http://schemas.microsoft.com/office/drawing/2014/main" id="{61ED6A51-6E51-41D9-A864-EBD8B9C54132}"/>
                  </a:ext>
                </a:extLst>
              </p:cNvPr>
              <p:cNvSpPr/>
              <p:nvPr/>
            </p:nvSpPr>
            <p:spPr>
              <a:xfrm>
                <a:off x="5892480" y="2660040"/>
                <a:ext cx="61200" cy="117000"/>
              </a:xfrm>
              <a:prstGeom prst="line">
                <a:avLst/>
              </a:prstGeom>
              <a:ln>
                <a:solidFill>
                  <a:srgbClr val="9A9A9A"/>
                </a:solidFill>
              </a:ln>
            </p:spPr>
            <p:style>
              <a:lnRef idx="0">
                <a:scrgbClr r="0" g="0" b="0"/>
              </a:lnRef>
              <a:fillRef idx="0">
                <a:scrgbClr r="0" g="0" b="0"/>
              </a:fillRef>
              <a:effectRef idx="0">
                <a:scrgbClr r="0" g="0" b="0"/>
              </a:effectRef>
              <a:fontRef idx="minor"/>
            </p:style>
          </p:sp>
          <p:sp>
            <p:nvSpPr>
              <p:cNvPr id="2032" name="Line 1016">
                <a:extLst>
                  <a:ext uri="{FF2B5EF4-FFF2-40B4-BE49-F238E27FC236}">
                    <a16:creationId xmlns:a16="http://schemas.microsoft.com/office/drawing/2014/main" id="{FC161E4D-AEC4-4E99-9BA0-2D4FAA373A00}"/>
                  </a:ext>
                </a:extLst>
              </p:cNvPr>
              <p:cNvSpPr/>
              <p:nvPr/>
            </p:nvSpPr>
            <p:spPr>
              <a:xfrm flipV="1">
                <a:off x="5953680" y="2734920"/>
                <a:ext cx="60840" cy="42120"/>
              </a:xfrm>
              <a:prstGeom prst="line">
                <a:avLst/>
              </a:prstGeom>
              <a:ln>
                <a:solidFill>
                  <a:srgbClr val="969696"/>
                </a:solidFill>
              </a:ln>
            </p:spPr>
            <p:style>
              <a:lnRef idx="0">
                <a:scrgbClr r="0" g="0" b="0"/>
              </a:lnRef>
              <a:fillRef idx="0">
                <a:scrgbClr r="0" g="0" b="0"/>
              </a:fillRef>
              <a:effectRef idx="0">
                <a:scrgbClr r="0" g="0" b="0"/>
              </a:effectRef>
              <a:fontRef idx="minor"/>
            </p:style>
          </p:sp>
          <p:sp>
            <p:nvSpPr>
              <p:cNvPr id="2033" name="Line 1017">
                <a:extLst>
                  <a:ext uri="{FF2B5EF4-FFF2-40B4-BE49-F238E27FC236}">
                    <a16:creationId xmlns:a16="http://schemas.microsoft.com/office/drawing/2014/main" id="{AD71EADA-B367-4F68-ACEE-D6362FFA7317}"/>
                  </a:ext>
                </a:extLst>
              </p:cNvPr>
              <p:cNvSpPr/>
              <p:nvPr/>
            </p:nvSpPr>
            <p:spPr>
              <a:xfrm>
                <a:off x="5832720" y="2688840"/>
                <a:ext cx="59760" cy="118080"/>
              </a:xfrm>
              <a:prstGeom prst="line">
                <a:avLst/>
              </a:prstGeom>
              <a:ln>
                <a:solidFill>
                  <a:srgbClr val="969696"/>
                </a:solidFill>
              </a:ln>
            </p:spPr>
            <p:style>
              <a:lnRef idx="0">
                <a:scrgbClr r="0" g="0" b="0"/>
              </a:lnRef>
              <a:fillRef idx="0">
                <a:scrgbClr r="0" g="0" b="0"/>
              </a:fillRef>
              <a:effectRef idx="0">
                <a:scrgbClr r="0" g="0" b="0"/>
              </a:effectRef>
              <a:fontRef idx="minor"/>
            </p:style>
          </p:sp>
          <p:sp>
            <p:nvSpPr>
              <p:cNvPr id="2034" name="Line 1018">
                <a:extLst>
                  <a:ext uri="{FF2B5EF4-FFF2-40B4-BE49-F238E27FC236}">
                    <a16:creationId xmlns:a16="http://schemas.microsoft.com/office/drawing/2014/main" id="{C03C0BD6-BBF9-4175-ABC9-551EBA92104E}"/>
                  </a:ext>
                </a:extLst>
              </p:cNvPr>
              <p:cNvSpPr/>
              <p:nvPr/>
            </p:nvSpPr>
            <p:spPr>
              <a:xfrm flipV="1">
                <a:off x="5892480" y="2777040"/>
                <a:ext cx="61200" cy="29880"/>
              </a:xfrm>
              <a:prstGeom prst="line">
                <a:avLst/>
              </a:prstGeom>
              <a:ln>
                <a:solidFill>
                  <a:srgbClr val="929292"/>
                </a:solidFill>
              </a:ln>
            </p:spPr>
            <p:style>
              <a:lnRef idx="0">
                <a:scrgbClr r="0" g="0" b="0"/>
              </a:lnRef>
              <a:fillRef idx="0">
                <a:scrgbClr r="0" g="0" b="0"/>
              </a:fillRef>
              <a:effectRef idx="0">
                <a:scrgbClr r="0" g="0" b="0"/>
              </a:effectRef>
              <a:fontRef idx="minor"/>
            </p:style>
          </p:sp>
          <p:sp>
            <p:nvSpPr>
              <p:cNvPr id="2035" name="Line 1019">
                <a:extLst>
                  <a:ext uri="{FF2B5EF4-FFF2-40B4-BE49-F238E27FC236}">
                    <a16:creationId xmlns:a16="http://schemas.microsoft.com/office/drawing/2014/main" id="{6AFC7362-44C6-40AF-8D6A-CFF9ED05B1BD}"/>
                  </a:ext>
                </a:extLst>
              </p:cNvPr>
              <p:cNvSpPr/>
              <p:nvPr/>
            </p:nvSpPr>
            <p:spPr>
              <a:xfrm>
                <a:off x="5771520" y="2705760"/>
                <a:ext cx="61200" cy="117360"/>
              </a:xfrm>
              <a:prstGeom prst="line">
                <a:avLst/>
              </a:prstGeom>
              <a:ln>
                <a:solidFill>
                  <a:srgbClr val="939393"/>
                </a:solidFill>
              </a:ln>
            </p:spPr>
            <p:style>
              <a:lnRef idx="0">
                <a:scrgbClr r="0" g="0" b="0"/>
              </a:lnRef>
              <a:fillRef idx="0">
                <a:scrgbClr r="0" g="0" b="0"/>
              </a:fillRef>
              <a:effectRef idx="0">
                <a:scrgbClr r="0" g="0" b="0"/>
              </a:effectRef>
              <a:fontRef idx="minor"/>
            </p:style>
          </p:sp>
          <p:sp>
            <p:nvSpPr>
              <p:cNvPr id="2036" name="Line 1020">
                <a:extLst>
                  <a:ext uri="{FF2B5EF4-FFF2-40B4-BE49-F238E27FC236}">
                    <a16:creationId xmlns:a16="http://schemas.microsoft.com/office/drawing/2014/main" id="{2D519C43-9A0D-4141-A28A-64879A1D6CAC}"/>
                  </a:ext>
                </a:extLst>
              </p:cNvPr>
              <p:cNvSpPr/>
              <p:nvPr/>
            </p:nvSpPr>
            <p:spPr>
              <a:xfrm flipV="1">
                <a:off x="5832720" y="2806920"/>
                <a:ext cx="59760" cy="16200"/>
              </a:xfrm>
              <a:prstGeom prst="line">
                <a:avLst/>
              </a:prstGeom>
              <a:ln>
                <a:solidFill>
                  <a:srgbClr val="8E8E8E"/>
                </a:solidFill>
              </a:ln>
            </p:spPr>
            <p:style>
              <a:lnRef idx="0">
                <a:scrgbClr r="0" g="0" b="0"/>
              </a:lnRef>
              <a:fillRef idx="0">
                <a:scrgbClr r="0" g="0" b="0"/>
              </a:fillRef>
              <a:effectRef idx="0">
                <a:scrgbClr r="0" g="0" b="0"/>
              </a:effectRef>
              <a:fontRef idx="minor"/>
            </p:style>
          </p:sp>
          <p:sp>
            <p:nvSpPr>
              <p:cNvPr id="2037" name="Line 1021">
                <a:extLst>
                  <a:ext uri="{FF2B5EF4-FFF2-40B4-BE49-F238E27FC236}">
                    <a16:creationId xmlns:a16="http://schemas.microsoft.com/office/drawing/2014/main" id="{C751F173-F0B1-4B48-ABC2-9B6E450EC5B7}"/>
                  </a:ext>
                </a:extLst>
              </p:cNvPr>
              <p:cNvSpPr/>
              <p:nvPr/>
            </p:nvSpPr>
            <p:spPr>
              <a:xfrm>
                <a:off x="5710320" y="2710800"/>
                <a:ext cx="61200" cy="117360"/>
              </a:xfrm>
              <a:prstGeom prst="line">
                <a:avLst/>
              </a:prstGeom>
              <a:ln>
                <a:solidFill>
                  <a:srgbClr val="919191"/>
                </a:solidFill>
              </a:ln>
            </p:spPr>
            <p:style>
              <a:lnRef idx="0">
                <a:scrgbClr r="0" g="0" b="0"/>
              </a:lnRef>
              <a:fillRef idx="0">
                <a:scrgbClr r="0" g="0" b="0"/>
              </a:fillRef>
              <a:effectRef idx="0">
                <a:scrgbClr r="0" g="0" b="0"/>
              </a:effectRef>
              <a:fontRef idx="minor"/>
            </p:style>
          </p:sp>
          <p:sp>
            <p:nvSpPr>
              <p:cNvPr id="2038" name="Line 1022">
                <a:extLst>
                  <a:ext uri="{FF2B5EF4-FFF2-40B4-BE49-F238E27FC236}">
                    <a16:creationId xmlns:a16="http://schemas.microsoft.com/office/drawing/2014/main" id="{327DB35C-F6BF-496E-A779-AE3CA16D96CF}"/>
                  </a:ext>
                </a:extLst>
              </p:cNvPr>
              <p:cNvSpPr/>
              <p:nvPr/>
            </p:nvSpPr>
            <p:spPr>
              <a:xfrm flipV="1">
                <a:off x="5771520" y="2823120"/>
                <a:ext cx="61200" cy="5040"/>
              </a:xfrm>
              <a:prstGeom prst="line">
                <a:avLst/>
              </a:prstGeom>
              <a:ln>
                <a:solidFill>
                  <a:srgbClr val="8C8C8C"/>
                </a:solidFill>
              </a:ln>
            </p:spPr>
            <p:style>
              <a:lnRef idx="0">
                <a:scrgbClr r="0" g="0" b="0"/>
              </a:lnRef>
              <a:fillRef idx="0">
                <a:scrgbClr r="0" g="0" b="0"/>
              </a:fillRef>
              <a:effectRef idx="0">
                <a:scrgbClr r="0" g="0" b="0"/>
              </a:effectRef>
              <a:fontRef idx="minor"/>
            </p:style>
          </p:sp>
          <p:sp>
            <p:nvSpPr>
              <p:cNvPr id="2039" name="Line 1023">
                <a:extLst>
                  <a:ext uri="{FF2B5EF4-FFF2-40B4-BE49-F238E27FC236}">
                    <a16:creationId xmlns:a16="http://schemas.microsoft.com/office/drawing/2014/main" id="{AB860A7B-40AB-449F-82EC-D9DD6D06B177}"/>
                  </a:ext>
                </a:extLst>
              </p:cNvPr>
              <p:cNvSpPr/>
              <p:nvPr/>
            </p:nvSpPr>
            <p:spPr>
              <a:xfrm>
                <a:off x="5652360" y="2702880"/>
                <a:ext cx="57960" cy="118080"/>
              </a:xfrm>
              <a:prstGeom prst="line">
                <a:avLst/>
              </a:prstGeom>
              <a:ln>
                <a:solidFill>
                  <a:srgbClr val="909090"/>
                </a:solidFill>
              </a:ln>
            </p:spPr>
            <p:style>
              <a:lnRef idx="0">
                <a:scrgbClr r="0" g="0" b="0"/>
              </a:lnRef>
              <a:fillRef idx="0">
                <a:scrgbClr r="0" g="0" b="0"/>
              </a:fillRef>
              <a:effectRef idx="0">
                <a:scrgbClr r="0" g="0" b="0"/>
              </a:effectRef>
              <a:fontRef idx="minor"/>
            </p:style>
          </p:sp>
          <p:sp>
            <p:nvSpPr>
              <p:cNvPr id="2040" name="Line 1024">
                <a:extLst>
                  <a:ext uri="{FF2B5EF4-FFF2-40B4-BE49-F238E27FC236}">
                    <a16:creationId xmlns:a16="http://schemas.microsoft.com/office/drawing/2014/main" id="{9483802F-E3DE-4A00-8E66-660C16B1FCA6}"/>
                  </a:ext>
                </a:extLst>
              </p:cNvPr>
              <p:cNvSpPr/>
              <p:nvPr/>
            </p:nvSpPr>
            <p:spPr>
              <a:xfrm>
                <a:off x="5710320" y="2820960"/>
                <a:ext cx="61200" cy="7200"/>
              </a:xfrm>
              <a:prstGeom prst="line">
                <a:avLst/>
              </a:prstGeom>
              <a:ln>
                <a:solidFill>
                  <a:srgbClr val="8A8A8A"/>
                </a:solidFill>
              </a:ln>
            </p:spPr>
            <p:style>
              <a:lnRef idx="0">
                <a:scrgbClr r="0" g="0" b="0"/>
              </a:lnRef>
              <a:fillRef idx="0">
                <a:scrgbClr r="0" g="0" b="0"/>
              </a:fillRef>
              <a:effectRef idx="0">
                <a:scrgbClr r="0" g="0" b="0"/>
              </a:effectRef>
              <a:fontRef idx="minor"/>
            </p:style>
          </p:sp>
          <p:sp>
            <p:nvSpPr>
              <p:cNvPr id="2041" name="Line 1025">
                <a:extLst>
                  <a:ext uri="{FF2B5EF4-FFF2-40B4-BE49-F238E27FC236}">
                    <a16:creationId xmlns:a16="http://schemas.microsoft.com/office/drawing/2014/main" id="{75712C8A-6663-4D38-A7A1-D0ACCA7CFC82}"/>
                  </a:ext>
                </a:extLst>
              </p:cNvPr>
              <p:cNvSpPr/>
              <p:nvPr/>
            </p:nvSpPr>
            <p:spPr>
              <a:xfrm>
                <a:off x="5591520" y="2683080"/>
                <a:ext cx="59040" cy="115920"/>
              </a:xfrm>
              <a:prstGeom prst="line">
                <a:avLst/>
              </a:prstGeom>
              <a:ln>
                <a:solidFill>
                  <a:srgbClr val="919191"/>
                </a:solidFill>
              </a:ln>
            </p:spPr>
            <p:style>
              <a:lnRef idx="0">
                <a:scrgbClr r="0" g="0" b="0"/>
              </a:lnRef>
              <a:fillRef idx="0">
                <a:scrgbClr r="0" g="0" b="0"/>
              </a:fillRef>
              <a:effectRef idx="0">
                <a:scrgbClr r="0" g="0" b="0"/>
              </a:effectRef>
              <a:fontRef idx="minor"/>
            </p:style>
          </p:sp>
          <p:sp>
            <p:nvSpPr>
              <p:cNvPr id="2042" name="Line 1026">
                <a:extLst>
                  <a:ext uri="{FF2B5EF4-FFF2-40B4-BE49-F238E27FC236}">
                    <a16:creationId xmlns:a16="http://schemas.microsoft.com/office/drawing/2014/main" id="{B371FB66-2A2C-4D59-B231-B2C570939DE1}"/>
                  </a:ext>
                </a:extLst>
              </p:cNvPr>
              <p:cNvSpPr/>
              <p:nvPr/>
            </p:nvSpPr>
            <p:spPr>
              <a:xfrm>
                <a:off x="5650560" y="2799000"/>
                <a:ext cx="59760" cy="21960"/>
              </a:xfrm>
              <a:prstGeom prst="line">
                <a:avLst/>
              </a:prstGeom>
              <a:ln>
                <a:solidFill>
                  <a:srgbClr val="8A8A8A"/>
                </a:solidFill>
              </a:ln>
            </p:spPr>
            <p:style>
              <a:lnRef idx="0">
                <a:scrgbClr r="0" g="0" b="0"/>
              </a:lnRef>
              <a:fillRef idx="0">
                <a:scrgbClr r="0" g="0" b="0"/>
              </a:fillRef>
              <a:effectRef idx="0">
                <a:scrgbClr r="0" g="0" b="0"/>
              </a:effectRef>
              <a:fontRef idx="minor"/>
            </p:style>
          </p:sp>
          <p:sp>
            <p:nvSpPr>
              <p:cNvPr id="2043" name="Line 1027">
                <a:extLst>
                  <a:ext uri="{FF2B5EF4-FFF2-40B4-BE49-F238E27FC236}">
                    <a16:creationId xmlns:a16="http://schemas.microsoft.com/office/drawing/2014/main" id="{C0D31485-8C2C-4CA8-977D-BA3EC0B03AEF}"/>
                  </a:ext>
                </a:extLst>
              </p:cNvPr>
              <p:cNvSpPr/>
              <p:nvPr/>
            </p:nvSpPr>
            <p:spPr>
              <a:xfrm>
                <a:off x="5530320" y="2649960"/>
                <a:ext cx="61200" cy="117000"/>
              </a:xfrm>
              <a:prstGeom prst="line">
                <a:avLst/>
              </a:prstGeom>
              <a:ln>
                <a:solidFill>
                  <a:srgbClr val="939393"/>
                </a:solidFill>
              </a:ln>
            </p:spPr>
            <p:style>
              <a:lnRef idx="0">
                <a:scrgbClr r="0" g="0" b="0"/>
              </a:lnRef>
              <a:fillRef idx="0">
                <a:scrgbClr r="0" g="0" b="0"/>
              </a:fillRef>
              <a:effectRef idx="0">
                <a:scrgbClr r="0" g="0" b="0"/>
              </a:effectRef>
              <a:fontRef idx="minor"/>
            </p:style>
          </p:sp>
          <p:sp>
            <p:nvSpPr>
              <p:cNvPr id="2044" name="Line 1028">
                <a:extLst>
                  <a:ext uri="{FF2B5EF4-FFF2-40B4-BE49-F238E27FC236}">
                    <a16:creationId xmlns:a16="http://schemas.microsoft.com/office/drawing/2014/main" id="{882C95A2-69B7-468A-9E6E-6D73CF398ACC}"/>
                  </a:ext>
                </a:extLst>
              </p:cNvPr>
              <p:cNvSpPr/>
              <p:nvPr/>
            </p:nvSpPr>
            <p:spPr>
              <a:xfrm>
                <a:off x="5591520" y="2766960"/>
                <a:ext cx="59040" cy="32040"/>
              </a:xfrm>
              <a:prstGeom prst="line">
                <a:avLst/>
              </a:prstGeom>
              <a:ln>
                <a:solidFill>
                  <a:srgbClr val="8C8C8C"/>
                </a:solidFill>
              </a:ln>
            </p:spPr>
            <p:style>
              <a:lnRef idx="0">
                <a:scrgbClr r="0" g="0" b="0"/>
              </a:lnRef>
              <a:fillRef idx="0">
                <a:scrgbClr r="0" g="0" b="0"/>
              </a:fillRef>
              <a:effectRef idx="0">
                <a:scrgbClr r="0" g="0" b="0"/>
              </a:effectRef>
              <a:fontRef idx="minor"/>
            </p:style>
          </p:sp>
          <p:sp>
            <p:nvSpPr>
              <p:cNvPr id="2045" name="Line 1029">
                <a:extLst>
                  <a:ext uri="{FF2B5EF4-FFF2-40B4-BE49-F238E27FC236}">
                    <a16:creationId xmlns:a16="http://schemas.microsoft.com/office/drawing/2014/main" id="{3192E173-49D1-407C-842D-ADD54C3B8662}"/>
                  </a:ext>
                </a:extLst>
              </p:cNvPr>
              <p:cNvSpPr/>
              <p:nvPr/>
            </p:nvSpPr>
            <p:spPr>
              <a:xfrm>
                <a:off x="5469120" y="2603880"/>
                <a:ext cx="61200" cy="117000"/>
              </a:xfrm>
              <a:prstGeom prst="line">
                <a:avLst/>
              </a:prstGeom>
              <a:ln>
                <a:solidFill>
                  <a:srgbClr val="969696"/>
                </a:solidFill>
              </a:ln>
            </p:spPr>
            <p:style>
              <a:lnRef idx="0">
                <a:scrgbClr r="0" g="0" b="0"/>
              </a:lnRef>
              <a:fillRef idx="0">
                <a:scrgbClr r="0" g="0" b="0"/>
              </a:fillRef>
              <a:effectRef idx="0">
                <a:scrgbClr r="0" g="0" b="0"/>
              </a:effectRef>
              <a:fontRef idx="minor"/>
            </p:style>
          </p:sp>
          <p:sp>
            <p:nvSpPr>
              <p:cNvPr id="2046" name="Line 1030">
                <a:extLst>
                  <a:ext uri="{FF2B5EF4-FFF2-40B4-BE49-F238E27FC236}">
                    <a16:creationId xmlns:a16="http://schemas.microsoft.com/office/drawing/2014/main" id="{34B5EB12-9954-4454-98A0-C0E780B5EC22}"/>
                  </a:ext>
                </a:extLst>
              </p:cNvPr>
              <p:cNvSpPr/>
              <p:nvPr/>
            </p:nvSpPr>
            <p:spPr>
              <a:xfrm>
                <a:off x="5530320" y="2720880"/>
                <a:ext cx="61200" cy="46080"/>
              </a:xfrm>
              <a:prstGeom prst="line">
                <a:avLst/>
              </a:prstGeom>
              <a:ln>
                <a:solidFill>
                  <a:srgbClr val="8E8E8E"/>
                </a:solidFill>
              </a:ln>
            </p:spPr>
            <p:style>
              <a:lnRef idx="0">
                <a:scrgbClr r="0" g="0" b="0"/>
              </a:lnRef>
              <a:fillRef idx="0">
                <a:scrgbClr r="0" g="0" b="0"/>
              </a:fillRef>
              <a:effectRef idx="0">
                <a:scrgbClr r="0" g="0" b="0"/>
              </a:effectRef>
              <a:fontRef idx="minor"/>
            </p:style>
          </p:sp>
          <p:sp>
            <p:nvSpPr>
              <p:cNvPr id="2047" name="Line 1031">
                <a:extLst>
                  <a:ext uri="{FF2B5EF4-FFF2-40B4-BE49-F238E27FC236}">
                    <a16:creationId xmlns:a16="http://schemas.microsoft.com/office/drawing/2014/main" id="{ADD80D51-9B9C-437D-9BB1-0BAACD36FC74}"/>
                  </a:ext>
                </a:extLst>
              </p:cNvPr>
              <p:cNvSpPr/>
              <p:nvPr/>
            </p:nvSpPr>
            <p:spPr>
              <a:xfrm>
                <a:off x="5409360" y="2544840"/>
                <a:ext cx="59760" cy="117000"/>
              </a:xfrm>
              <a:prstGeom prst="line">
                <a:avLst/>
              </a:prstGeom>
              <a:ln>
                <a:solidFill>
                  <a:srgbClr val="9A9A9A"/>
                </a:solidFill>
              </a:ln>
            </p:spPr>
            <p:style>
              <a:lnRef idx="0">
                <a:scrgbClr r="0" g="0" b="0"/>
              </a:lnRef>
              <a:fillRef idx="0">
                <a:scrgbClr r="0" g="0" b="0"/>
              </a:fillRef>
              <a:effectRef idx="0">
                <a:scrgbClr r="0" g="0" b="0"/>
              </a:effectRef>
              <a:fontRef idx="minor"/>
            </p:style>
          </p:sp>
          <p:sp>
            <p:nvSpPr>
              <p:cNvPr id="2048" name="Line 1032">
                <a:extLst>
                  <a:ext uri="{FF2B5EF4-FFF2-40B4-BE49-F238E27FC236}">
                    <a16:creationId xmlns:a16="http://schemas.microsoft.com/office/drawing/2014/main" id="{FDE437C2-8BCF-455E-917E-4F6792604BEC}"/>
                  </a:ext>
                </a:extLst>
              </p:cNvPr>
              <p:cNvSpPr/>
              <p:nvPr/>
            </p:nvSpPr>
            <p:spPr>
              <a:xfrm>
                <a:off x="5469120" y="2661840"/>
                <a:ext cx="61200" cy="59040"/>
              </a:xfrm>
              <a:prstGeom prst="line">
                <a:avLst/>
              </a:prstGeom>
              <a:ln>
                <a:solidFill>
                  <a:srgbClr val="929292"/>
                </a:solidFill>
              </a:ln>
            </p:spPr>
            <p:style>
              <a:lnRef idx="0">
                <a:scrgbClr r="0" g="0" b="0"/>
              </a:lnRef>
              <a:fillRef idx="0">
                <a:scrgbClr r="0" g="0" b="0"/>
              </a:fillRef>
              <a:effectRef idx="0">
                <a:scrgbClr r="0" g="0" b="0"/>
              </a:effectRef>
              <a:fontRef idx="minor"/>
            </p:style>
          </p:sp>
          <p:sp>
            <p:nvSpPr>
              <p:cNvPr id="2049" name="Line 1033">
                <a:extLst>
                  <a:ext uri="{FF2B5EF4-FFF2-40B4-BE49-F238E27FC236}">
                    <a16:creationId xmlns:a16="http://schemas.microsoft.com/office/drawing/2014/main" id="{ABF7C0AD-D81E-4412-9013-8C2659742C23}"/>
                  </a:ext>
                </a:extLst>
              </p:cNvPr>
              <p:cNvSpPr/>
              <p:nvPr/>
            </p:nvSpPr>
            <p:spPr>
              <a:xfrm>
                <a:off x="5348160" y="2474640"/>
                <a:ext cx="61200" cy="117360"/>
              </a:xfrm>
              <a:prstGeom prst="line">
                <a:avLst/>
              </a:prstGeom>
              <a:ln>
                <a:solidFill>
                  <a:srgbClr val="9F9F9F"/>
                </a:solidFill>
              </a:ln>
            </p:spPr>
            <p:style>
              <a:lnRef idx="0">
                <a:scrgbClr r="0" g="0" b="0"/>
              </a:lnRef>
              <a:fillRef idx="0">
                <a:scrgbClr r="0" g="0" b="0"/>
              </a:fillRef>
              <a:effectRef idx="0">
                <a:scrgbClr r="0" g="0" b="0"/>
              </a:effectRef>
              <a:fontRef idx="minor"/>
            </p:style>
          </p:sp>
          <p:sp>
            <p:nvSpPr>
              <p:cNvPr id="2050" name="Line 1034">
                <a:extLst>
                  <a:ext uri="{FF2B5EF4-FFF2-40B4-BE49-F238E27FC236}">
                    <a16:creationId xmlns:a16="http://schemas.microsoft.com/office/drawing/2014/main" id="{1B0A59C1-B214-4C25-A903-7F9D9ED9AD00}"/>
                  </a:ext>
                </a:extLst>
              </p:cNvPr>
              <p:cNvSpPr/>
              <p:nvPr/>
            </p:nvSpPr>
            <p:spPr>
              <a:xfrm>
                <a:off x="5409360" y="2592000"/>
                <a:ext cx="59760" cy="69840"/>
              </a:xfrm>
              <a:prstGeom prst="line">
                <a:avLst/>
              </a:prstGeom>
              <a:ln>
                <a:solidFill>
                  <a:srgbClr val="969696"/>
                </a:solidFill>
              </a:ln>
            </p:spPr>
            <p:style>
              <a:lnRef idx="0">
                <a:scrgbClr r="0" g="0" b="0"/>
              </a:lnRef>
              <a:fillRef idx="0">
                <a:scrgbClr r="0" g="0" b="0"/>
              </a:fillRef>
              <a:effectRef idx="0">
                <a:scrgbClr r="0" g="0" b="0"/>
              </a:effectRef>
              <a:fontRef idx="minor"/>
            </p:style>
          </p:sp>
          <p:sp>
            <p:nvSpPr>
              <p:cNvPr id="2051" name="Line 1035">
                <a:extLst>
                  <a:ext uri="{FF2B5EF4-FFF2-40B4-BE49-F238E27FC236}">
                    <a16:creationId xmlns:a16="http://schemas.microsoft.com/office/drawing/2014/main" id="{C72F7CDF-DA48-4776-A425-C4F3B287945A}"/>
                  </a:ext>
                </a:extLst>
              </p:cNvPr>
              <p:cNvSpPr/>
              <p:nvPr/>
            </p:nvSpPr>
            <p:spPr>
              <a:xfrm>
                <a:off x="5289120" y="2391480"/>
                <a:ext cx="59040" cy="117360"/>
              </a:xfrm>
              <a:prstGeom prst="line">
                <a:avLst/>
              </a:prstGeom>
              <a:ln>
                <a:solidFill>
                  <a:srgbClr val="A6A6A6"/>
                </a:solidFill>
              </a:ln>
            </p:spPr>
            <p:style>
              <a:lnRef idx="0">
                <a:scrgbClr r="0" g="0" b="0"/>
              </a:lnRef>
              <a:fillRef idx="0">
                <a:scrgbClr r="0" g="0" b="0"/>
              </a:fillRef>
              <a:effectRef idx="0">
                <a:scrgbClr r="0" g="0" b="0"/>
              </a:effectRef>
              <a:fontRef idx="minor"/>
            </p:style>
          </p:sp>
          <p:sp>
            <p:nvSpPr>
              <p:cNvPr id="2052" name="Line 1036">
                <a:extLst>
                  <a:ext uri="{FF2B5EF4-FFF2-40B4-BE49-F238E27FC236}">
                    <a16:creationId xmlns:a16="http://schemas.microsoft.com/office/drawing/2014/main" id="{0BEF1E1D-6DD0-445D-8155-F873DD1B4BF9}"/>
                  </a:ext>
                </a:extLst>
              </p:cNvPr>
              <p:cNvSpPr/>
              <p:nvPr/>
            </p:nvSpPr>
            <p:spPr>
              <a:xfrm>
                <a:off x="5348160" y="2508840"/>
                <a:ext cx="61200" cy="83160"/>
              </a:xfrm>
              <a:prstGeom prst="line">
                <a:avLst/>
              </a:prstGeom>
              <a:ln>
                <a:solidFill>
                  <a:srgbClr val="9C9C9C"/>
                </a:solidFill>
              </a:ln>
            </p:spPr>
            <p:style>
              <a:lnRef idx="0">
                <a:scrgbClr r="0" g="0" b="0"/>
              </a:lnRef>
              <a:fillRef idx="0">
                <a:scrgbClr r="0" g="0" b="0"/>
              </a:fillRef>
              <a:effectRef idx="0">
                <a:scrgbClr r="0" g="0" b="0"/>
              </a:effectRef>
              <a:fontRef idx="minor"/>
            </p:style>
          </p:sp>
          <p:sp>
            <p:nvSpPr>
              <p:cNvPr id="2053" name="Line 1037">
                <a:extLst>
                  <a:ext uri="{FF2B5EF4-FFF2-40B4-BE49-F238E27FC236}">
                    <a16:creationId xmlns:a16="http://schemas.microsoft.com/office/drawing/2014/main" id="{A534A8E8-0D41-4FB7-B9A7-2021AEC8CCF5}"/>
                  </a:ext>
                </a:extLst>
              </p:cNvPr>
              <p:cNvSpPr/>
              <p:nvPr/>
            </p:nvSpPr>
            <p:spPr>
              <a:xfrm>
                <a:off x="5229000" y="2295360"/>
                <a:ext cx="58320" cy="116280"/>
              </a:xfrm>
              <a:prstGeom prst="line">
                <a:avLst/>
              </a:prstGeom>
              <a:ln>
                <a:solidFill>
                  <a:srgbClr val="AEAEAE"/>
                </a:solidFill>
              </a:ln>
            </p:spPr>
            <p:style>
              <a:lnRef idx="0">
                <a:scrgbClr r="0" g="0" b="0"/>
              </a:lnRef>
              <a:fillRef idx="0">
                <a:scrgbClr r="0" g="0" b="0"/>
              </a:fillRef>
              <a:effectRef idx="0">
                <a:scrgbClr r="0" g="0" b="0"/>
              </a:effectRef>
              <a:fontRef idx="minor"/>
            </p:style>
          </p:sp>
          <p:sp>
            <p:nvSpPr>
              <p:cNvPr id="2054" name="Line 1038">
                <a:extLst>
                  <a:ext uri="{FF2B5EF4-FFF2-40B4-BE49-F238E27FC236}">
                    <a16:creationId xmlns:a16="http://schemas.microsoft.com/office/drawing/2014/main" id="{030D6A38-1114-4C59-9007-B809CE907E80}"/>
                  </a:ext>
                </a:extLst>
              </p:cNvPr>
              <p:cNvSpPr/>
              <p:nvPr/>
            </p:nvSpPr>
            <p:spPr>
              <a:xfrm>
                <a:off x="5287320" y="2411640"/>
                <a:ext cx="60840" cy="97200"/>
              </a:xfrm>
              <a:prstGeom prst="line">
                <a:avLst/>
              </a:prstGeom>
              <a:ln>
                <a:solidFill>
                  <a:srgbClr val="A4A4A4"/>
                </a:solidFill>
              </a:ln>
            </p:spPr>
            <p:style>
              <a:lnRef idx="0">
                <a:scrgbClr r="0" g="0" b="0"/>
              </a:lnRef>
              <a:fillRef idx="0">
                <a:scrgbClr r="0" g="0" b="0"/>
              </a:fillRef>
              <a:effectRef idx="0">
                <a:scrgbClr r="0" g="0" b="0"/>
              </a:effectRef>
              <a:fontRef idx="minor"/>
            </p:style>
          </p:sp>
          <p:sp>
            <p:nvSpPr>
              <p:cNvPr id="2055" name="Line 1039">
                <a:extLst>
                  <a:ext uri="{FF2B5EF4-FFF2-40B4-BE49-F238E27FC236}">
                    <a16:creationId xmlns:a16="http://schemas.microsoft.com/office/drawing/2014/main" id="{67A26B0E-1106-470E-8FFD-0A570DA9208F}"/>
                  </a:ext>
                </a:extLst>
              </p:cNvPr>
              <p:cNvSpPr/>
              <p:nvPr/>
            </p:nvSpPr>
            <p:spPr>
              <a:xfrm>
                <a:off x="5168160" y="2187360"/>
                <a:ext cx="60840" cy="117360"/>
              </a:xfrm>
              <a:prstGeom prst="line">
                <a:avLst/>
              </a:prstGeom>
              <a:ln>
                <a:solidFill>
                  <a:srgbClr val="B7B7B7"/>
                </a:solidFill>
              </a:ln>
            </p:spPr>
            <p:style>
              <a:lnRef idx="0">
                <a:scrgbClr r="0" g="0" b="0"/>
              </a:lnRef>
              <a:fillRef idx="0">
                <a:scrgbClr r="0" g="0" b="0"/>
              </a:fillRef>
              <a:effectRef idx="0">
                <a:scrgbClr r="0" g="0" b="0"/>
              </a:effectRef>
              <a:fontRef idx="minor"/>
            </p:style>
          </p:sp>
          <p:sp>
            <p:nvSpPr>
              <p:cNvPr id="2056" name="Line 1040">
                <a:extLst>
                  <a:ext uri="{FF2B5EF4-FFF2-40B4-BE49-F238E27FC236}">
                    <a16:creationId xmlns:a16="http://schemas.microsoft.com/office/drawing/2014/main" id="{905C1D24-1110-4029-A401-ECA31CEC5ED8}"/>
                  </a:ext>
                </a:extLst>
              </p:cNvPr>
              <p:cNvSpPr/>
              <p:nvPr/>
            </p:nvSpPr>
            <p:spPr>
              <a:xfrm>
                <a:off x="5229000" y="2304720"/>
                <a:ext cx="58320" cy="106920"/>
              </a:xfrm>
              <a:prstGeom prst="line">
                <a:avLst/>
              </a:prstGeom>
              <a:ln>
                <a:solidFill>
                  <a:srgbClr val="ACACAC"/>
                </a:solidFill>
              </a:ln>
            </p:spPr>
            <p:style>
              <a:lnRef idx="0">
                <a:scrgbClr r="0" g="0" b="0"/>
              </a:lnRef>
              <a:fillRef idx="0">
                <a:scrgbClr r="0" g="0" b="0"/>
              </a:fillRef>
              <a:effectRef idx="0">
                <a:scrgbClr r="0" g="0" b="0"/>
              </a:effectRef>
              <a:fontRef idx="minor"/>
            </p:style>
          </p:sp>
          <p:sp>
            <p:nvSpPr>
              <p:cNvPr id="2057" name="Line 1041">
                <a:extLst>
                  <a:ext uri="{FF2B5EF4-FFF2-40B4-BE49-F238E27FC236}">
                    <a16:creationId xmlns:a16="http://schemas.microsoft.com/office/drawing/2014/main" id="{34218BB0-413E-41A5-A651-5807FE176C23}"/>
                  </a:ext>
                </a:extLst>
              </p:cNvPr>
              <p:cNvSpPr/>
              <p:nvPr/>
            </p:nvSpPr>
            <p:spPr>
              <a:xfrm>
                <a:off x="5106960" y="2066400"/>
                <a:ext cx="61200" cy="117000"/>
              </a:xfrm>
              <a:prstGeom prst="line">
                <a:avLst/>
              </a:prstGeom>
              <a:ln>
                <a:solidFill>
                  <a:srgbClr val="C1C1C1"/>
                </a:solidFill>
              </a:ln>
            </p:spPr>
            <p:style>
              <a:lnRef idx="0">
                <a:scrgbClr r="0" g="0" b="0"/>
              </a:lnRef>
              <a:fillRef idx="0">
                <a:scrgbClr r="0" g="0" b="0"/>
              </a:fillRef>
              <a:effectRef idx="0">
                <a:scrgbClr r="0" g="0" b="0"/>
              </a:effectRef>
              <a:fontRef idx="minor"/>
            </p:style>
          </p:sp>
          <p:sp>
            <p:nvSpPr>
              <p:cNvPr id="2058" name="Line 1042">
                <a:extLst>
                  <a:ext uri="{FF2B5EF4-FFF2-40B4-BE49-F238E27FC236}">
                    <a16:creationId xmlns:a16="http://schemas.microsoft.com/office/drawing/2014/main" id="{A7342A3D-1CD0-420F-8777-F58D162520FC}"/>
                  </a:ext>
                </a:extLst>
              </p:cNvPr>
              <p:cNvSpPr/>
              <p:nvPr/>
            </p:nvSpPr>
            <p:spPr>
              <a:xfrm>
                <a:off x="5168160" y="2183400"/>
                <a:ext cx="60840" cy="121320"/>
              </a:xfrm>
              <a:prstGeom prst="line">
                <a:avLst/>
              </a:prstGeom>
              <a:ln>
                <a:solidFill>
                  <a:srgbClr val="B6B6B6"/>
                </a:solidFill>
              </a:ln>
            </p:spPr>
            <p:style>
              <a:lnRef idx="0">
                <a:scrgbClr r="0" g="0" b="0"/>
              </a:lnRef>
              <a:fillRef idx="0">
                <a:scrgbClr r="0" g="0" b="0"/>
              </a:fillRef>
              <a:effectRef idx="0">
                <a:scrgbClr r="0" g="0" b="0"/>
              </a:effectRef>
              <a:fontRef idx="minor"/>
            </p:style>
          </p:sp>
          <p:sp>
            <p:nvSpPr>
              <p:cNvPr id="2059" name="Line 1043">
                <a:extLst>
                  <a:ext uri="{FF2B5EF4-FFF2-40B4-BE49-F238E27FC236}">
                    <a16:creationId xmlns:a16="http://schemas.microsoft.com/office/drawing/2014/main" id="{DA048B0A-350F-4407-86A0-BB424C2422C4}"/>
                  </a:ext>
                </a:extLst>
              </p:cNvPr>
              <p:cNvSpPr/>
              <p:nvPr/>
            </p:nvSpPr>
            <p:spPr>
              <a:xfrm>
                <a:off x="5046840" y="1932120"/>
                <a:ext cx="60120" cy="117000"/>
              </a:xfrm>
              <a:prstGeom prst="line">
                <a:avLst/>
              </a:prstGeom>
              <a:ln>
                <a:solidFill>
                  <a:srgbClr val="CCCCCC"/>
                </a:solidFill>
              </a:ln>
            </p:spPr>
            <p:style>
              <a:lnRef idx="0">
                <a:scrgbClr r="0" g="0" b="0"/>
              </a:lnRef>
              <a:fillRef idx="0">
                <a:scrgbClr r="0" g="0" b="0"/>
              </a:fillRef>
              <a:effectRef idx="0">
                <a:scrgbClr r="0" g="0" b="0"/>
              </a:effectRef>
              <a:fontRef idx="minor"/>
            </p:style>
          </p:sp>
          <p:sp>
            <p:nvSpPr>
              <p:cNvPr id="2060" name="Line 1044">
                <a:extLst>
                  <a:ext uri="{FF2B5EF4-FFF2-40B4-BE49-F238E27FC236}">
                    <a16:creationId xmlns:a16="http://schemas.microsoft.com/office/drawing/2014/main" id="{C41A4E5D-C7C8-4C73-898D-84EABDFA8D11}"/>
                  </a:ext>
                </a:extLst>
              </p:cNvPr>
              <p:cNvSpPr/>
              <p:nvPr/>
            </p:nvSpPr>
            <p:spPr>
              <a:xfrm>
                <a:off x="5106960" y="2049120"/>
                <a:ext cx="61200" cy="134280"/>
              </a:xfrm>
              <a:prstGeom prst="line">
                <a:avLst/>
              </a:prstGeom>
              <a:ln>
                <a:solidFill>
                  <a:srgbClr val="C0C0C0"/>
                </a:solidFill>
              </a:ln>
            </p:spPr>
            <p:style>
              <a:lnRef idx="0">
                <a:scrgbClr r="0" g="0" b="0"/>
              </a:lnRef>
              <a:fillRef idx="0">
                <a:scrgbClr r="0" g="0" b="0"/>
              </a:fillRef>
              <a:effectRef idx="0">
                <a:scrgbClr r="0" g="0" b="0"/>
              </a:effectRef>
              <a:fontRef idx="minor"/>
            </p:style>
          </p:sp>
          <p:sp>
            <p:nvSpPr>
              <p:cNvPr id="2061" name="Line 1045">
                <a:extLst>
                  <a:ext uri="{FF2B5EF4-FFF2-40B4-BE49-F238E27FC236}">
                    <a16:creationId xmlns:a16="http://schemas.microsoft.com/office/drawing/2014/main" id="{65C839A4-4BCF-4A79-8CCE-5D898CFC7391}"/>
                  </a:ext>
                </a:extLst>
              </p:cNvPr>
              <p:cNvSpPr/>
              <p:nvPr/>
            </p:nvSpPr>
            <p:spPr>
              <a:xfrm>
                <a:off x="4986000" y="1785960"/>
                <a:ext cx="60840" cy="118080"/>
              </a:xfrm>
              <a:prstGeom prst="line">
                <a:avLst/>
              </a:prstGeom>
              <a:ln>
                <a:solidFill>
                  <a:srgbClr val="D9D9D9"/>
                </a:solidFill>
              </a:ln>
            </p:spPr>
            <p:style>
              <a:lnRef idx="0">
                <a:scrgbClr r="0" g="0" b="0"/>
              </a:lnRef>
              <a:fillRef idx="0">
                <a:scrgbClr r="0" g="0" b="0"/>
              </a:fillRef>
              <a:effectRef idx="0">
                <a:scrgbClr r="0" g="0" b="0"/>
              </a:effectRef>
              <a:fontRef idx="minor"/>
            </p:style>
          </p:sp>
          <p:sp>
            <p:nvSpPr>
              <p:cNvPr id="2062" name="Line 1046">
                <a:extLst>
                  <a:ext uri="{FF2B5EF4-FFF2-40B4-BE49-F238E27FC236}">
                    <a16:creationId xmlns:a16="http://schemas.microsoft.com/office/drawing/2014/main" id="{816B7709-420A-49C3-937B-1F34A84E3408}"/>
                  </a:ext>
                </a:extLst>
              </p:cNvPr>
              <p:cNvSpPr/>
              <p:nvPr/>
            </p:nvSpPr>
            <p:spPr>
              <a:xfrm>
                <a:off x="5046840" y="1904040"/>
                <a:ext cx="60120" cy="145080"/>
              </a:xfrm>
              <a:prstGeom prst="line">
                <a:avLst/>
              </a:prstGeom>
              <a:ln>
                <a:solidFill>
                  <a:srgbClr val="CCCCCC"/>
                </a:solidFill>
              </a:ln>
            </p:spPr>
            <p:style>
              <a:lnRef idx="0">
                <a:scrgbClr r="0" g="0" b="0"/>
              </a:lnRef>
              <a:fillRef idx="0">
                <a:scrgbClr r="0" g="0" b="0"/>
              </a:fillRef>
              <a:effectRef idx="0">
                <a:scrgbClr r="0" g="0" b="0"/>
              </a:effectRef>
              <a:fontRef idx="minor"/>
            </p:style>
          </p:sp>
          <p:sp>
            <p:nvSpPr>
              <p:cNvPr id="2063" name="Line 1047">
                <a:extLst>
                  <a:ext uri="{FF2B5EF4-FFF2-40B4-BE49-F238E27FC236}">
                    <a16:creationId xmlns:a16="http://schemas.microsoft.com/office/drawing/2014/main" id="{C256E3CB-39A8-4061-94C9-8CF8962C58B1}"/>
                  </a:ext>
                </a:extLst>
              </p:cNvPr>
              <p:cNvSpPr/>
              <p:nvPr/>
            </p:nvSpPr>
            <p:spPr>
              <a:xfrm>
                <a:off x="4926960" y="1627920"/>
                <a:ext cx="59040" cy="118080"/>
              </a:xfrm>
              <a:prstGeom prst="line">
                <a:avLst/>
              </a:prstGeom>
              <a:ln>
                <a:solidFill>
                  <a:srgbClr val="E7E7E7"/>
                </a:solidFill>
              </a:ln>
            </p:spPr>
            <p:style>
              <a:lnRef idx="0">
                <a:scrgbClr r="0" g="0" b="0"/>
              </a:lnRef>
              <a:fillRef idx="0">
                <a:scrgbClr r="0" g="0" b="0"/>
              </a:fillRef>
              <a:effectRef idx="0">
                <a:scrgbClr r="0" g="0" b="0"/>
              </a:effectRef>
              <a:fontRef idx="minor"/>
            </p:style>
          </p:sp>
          <p:sp>
            <p:nvSpPr>
              <p:cNvPr id="2064" name="Line 1048">
                <a:extLst>
                  <a:ext uri="{FF2B5EF4-FFF2-40B4-BE49-F238E27FC236}">
                    <a16:creationId xmlns:a16="http://schemas.microsoft.com/office/drawing/2014/main" id="{FC4CF3C8-5196-4171-9975-D83BAB6F6EA5}"/>
                  </a:ext>
                </a:extLst>
              </p:cNvPr>
              <p:cNvSpPr/>
              <p:nvPr/>
            </p:nvSpPr>
            <p:spPr>
              <a:xfrm>
                <a:off x="4986000" y="1746000"/>
                <a:ext cx="60840" cy="158040"/>
              </a:xfrm>
              <a:prstGeom prst="line">
                <a:avLst/>
              </a:prstGeom>
              <a:ln>
                <a:solidFill>
                  <a:srgbClr val="DADADA"/>
                </a:solidFill>
              </a:ln>
            </p:spPr>
            <p:style>
              <a:lnRef idx="0">
                <a:scrgbClr r="0" g="0" b="0"/>
              </a:lnRef>
              <a:fillRef idx="0">
                <a:scrgbClr r="0" g="0" b="0"/>
              </a:fillRef>
              <a:effectRef idx="0">
                <a:scrgbClr r="0" g="0" b="0"/>
              </a:effectRef>
              <a:fontRef idx="minor"/>
            </p:style>
          </p:sp>
          <p:sp>
            <p:nvSpPr>
              <p:cNvPr id="2065" name="Line 1049">
                <a:extLst>
                  <a:ext uri="{FF2B5EF4-FFF2-40B4-BE49-F238E27FC236}">
                    <a16:creationId xmlns:a16="http://schemas.microsoft.com/office/drawing/2014/main" id="{1760F01E-D85F-4926-99F4-9E851A35E10D}"/>
                  </a:ext>
                </a:extLst>
              </p:cNvPr>
              <p:cNvSpPr/>
              <p:nvPr/>
            </p:nvSpPr>
            <p:spPr>
              <a:xfrm>
                <a:off x="6377040" y="2218320"/>
                <a:ext cx="59040" cy="105120"/>
              </a:xfrm>
              <a:prstGeom prst="line">
                <a:avLst/>
              </a:prstGeom>
              <a:ln>
                <a:solidFill>
                  <a:srgbClr val="CDCDCD"/>
                </a:solidFill>
              </a:ln>
            </p:spPr>
            <p:style>
              <a:lnRef idx="0">
                <a:scrgbClr r="0" g="0" b="0"/>
              </a:lnRef>
              <a:fillRef idx="0">
                <a:scrgbClr r="0" g="0" b="0"/>
              </a:fillRef>
              <a:effectRef idx="0">
                <a:scrgbClr r="0" g="0" b="0"/>
              </a:effectRef>
              <a:fontRef idx="minor"/>
            </p:style>
          </p:sp>
          <p:sp>
            <p:nvSpPr>
              <p:cNvPr id="2066" name="Line 1050">
                <a:extLst>
                  <a:ext uri="{FF2B5EF4-FFF2-40B4-BE49-F238E27FC236}">
                    <a16:creationId xmlns:a16="http://schemas.microsoft.com/office/drawing/2014/main" id="{A86E8057-8317-4389-9D11-9BE0A0AE6BEA}"/>
                  </a:ext>
                </a:extLst>
              </p:cNvPr>
              <p:cNvSpPr/>
              <p:nvPr/>
            </p:nvSpPr>
            <p:spPr>
              <a:xfrm flipH="1" flipV="1">
                <a:off x="6436080" y="2089440"/>
                <a:ext cx="60840" cy="104040"/>
              </a:xfrm>
              <a:prstGeom prst="line">
                <a:avLst/>
              </a:prstGeom>
              <a:ln>
                <a:solidFill>
                  <a:srgbClr val="DBDBDB"/>
                </a:solidFill>
              </a:ln>
            </p:spPr>
            <p:style>
              <a:lnRef idx="0">
                <a:scrgbClr r="0" g="0" b="0"/>
              </a:lnRef>
              <a:fillRef idx="0">
                <a:scrgbClr r="0" g="0" b="0"/>
              </a:fillRef>
              <a:effectRef idx="0">
                <a:scrgbClr r="0" g="0" b="0"/>
              </a:effectRef>
              <a:fontRef idx="minor"/>
            </p:style>
          </p:sp>
          <p:sp>
            <p:nvSpPr>
              <p:cNvPr id="2067" name="Line 1051">
                <a:extLst>
                  <a:ext uri="{FF2B5EF4-FFF2-40B4-BE49-F238E27FC236}">
                    <a16:creationId xmlns:a16="http://schemas.microsoft.com/office/drawing/2014/main" id="{BB2D4852-1247-48B6-8399-9C9FAE1251DC}"/>
                  </a:ext>
                </a:extLst>
              </p:cNvPr>
              <p:cNvSpPr/>
              <p:nvPr/>
            </p:nvSpPr>
            <p:spPr>
              <a:xfrm flipV="1">
                <a:off x="6436080" y="2193480"/>
                <a:ext cx="60840" cy="129960"/>
              </a:xfrm>
              <a:prstGeom prst="line">
                <a:avLst/>
              </a:prstGeom>
              <a:ln>
                <a:solidFill>
                  <a:srgbClr val="CECECE"/>
                </a:solidFill>
              </a:ln>
            </p:spPr>
            <p:style>
              <a:lnRef idx="0">
                <a:scrgbClr r="0" g="0" b="0"/>
              </a:lnRef>
              <a:fillRef idx="0">
                <a:scrgbClr r="0" g="0" b="0"/>
              </a:fillRef>
              <a:effectRef idx="0">
                <a:scrgbClr r="0" g="0" b="0"/>
              </a:effectRef>
              <a:fontRef idx="minor"/>
            </p:style>
          </p:sp>
          <p:sp>
            <p:nvSpPr>
              <p:cNvPr id="2068" name="Line 1052">
                <a:extLst>
                  <a:ext uri="{FF2B5EF4-FFF2-40B4-BE49-F238E27FC236}">
                    <a16:creationId xmlns:a16="http://schemas.microsoft.com/office/drawing/2014/main" id="{D36CE3CD-9F97-4236-8E2F-5B25EF427FAE}"/>
                  </a:ext>
                </a:extLst>
              </p:cNvPr>
              <p:cNvSpPr/>
              <p:nvPr/>
            </p:nvSpPr>
            <p:spPr>
              <a:xfrm>
                <a:off x="6315840" y="2335680"/>
                <a:ext cx="59040" cy="105120"/>
              </a:xfrm>
              <a:prstGeom prst="line">
                <a:avLst/>
              </a:prstGeom>
              <a:ln>
                <a:solidFill>
                  <a:srgbClr val="C0C0C0"/>
                </a:solidFill>
              </a:ln>
            </p:spPr>
            <p:style>
              <a:lnRef idx="0">
                <a:scrgbClr r="0" g="0" b="0"/>
              </a:lnRef>
              <a:fillRef idx="0">
                <a:scrgbClr r="0" g="0" b="0"/>
              </a:fillRef>
              <a:effectRef idx="0">
                <a:scrgbClr r="0" g="0" b="0"/>
              </a:effectRef>
              <a:fontRef idx="minor"/>
            </p:style>
          </p:sp>
          <p:sp>
            <p:nvSpPr>
              <p:cNvPr id="2069" name="Line 1053">
                <a:extLst>
                  <a:ext uri="{FF2B5EF4-FFF2-40B4-BE49-F238E27FC236}">
                    <a16:creationId xmlns:a16="http://schemas.microsoft.com/office/drawing/2014/main" id="{F8D7C153-ADA2-4AF5-AFDB-535163AFF569}"/>
                  </a:ext>
                </a:extLst>
              </p:cNvPr>
              <p:cNvSpPr/>
              <p:nvPr/>
            </p:nvSpPr>
            <p:spPr>
              <a:xfrm flipV="1">
                <a:off x="6374880" y="2323440"/>
                <a:ext cx="61200" cy="117360"/>
              </a:xfrm>
              <a:prstGeom prst="line">
                <a:avLst/>
              </a:prstGeom>
              <a:ln>
                <a:solidFill>
                  <a:srgbClr val="C1C1C1"/>
                </a:solidFill>
              </a:ln>
            </p:spPr>
            <p:style>
              <a:lnRef idx="0">
                <a:scrgbClr r="0" g="0" b="0"/>
              </a:lnRef>
              <a:fillRef idx="0">
                <a:scrgbClr r="0" g="0" b="0"/>
              </a:fillRef>
              <a:effectRef idx="0">
                <a:scrgbClr r="0" g="0" b="0"/>
              </a:effectRef>
              <a:fontRef idx="minor"/>
            </p:style>
          </p:sp>
          <p:sp>
            <p:nvSpPr>
              <p:cNvPr id="2070" name="Line 1054">
                <a:extLst>
                  <a:ext uri="{FF2B5EF4-FFF2-40B4-BE49-F238E27FC236}">
                    <a16:creationId xmlns:a16="http://schemas.microsoft.com/office/drawing/2014/main" id="{851BA62E-5D65-41B9-AA31-0D4CE9246526}"/>
                  </a:ext>
                </a:extLst>
              </p:cNvPr>
              <p:cNvSpPr/>
              <p:nvPr/>
            </p:nvSpPr>
            <p:spPr>
              <a:xfrm>
                <a:off x="6255720" y="2440800"/>
                <a:ext cx="60120" cy="105120"/>
              </a:xfrm>
              <a:prstGeom prst="line">
                <a:avLst/>
              </a:prstGeom>
              <a:ln>
                <a:solidFill>
                  <a:srgbClr val="B5B5B5"/>
                </a:solidFill>
              </a:ln>
            </p:spPr>
            <p:style>
              <a:lnRef idx="0">
                <a:scrgbClr r="0" g="0" b="0"/>
              </a:lnRef>
              <a:fillRef idx="0">
                <a:scrgbClr r="0" g="0" b="0"/>
              </a:fillRef>
              <a:effectRef idx="0">
                <a:scrgbClr r="0" g="0" b="0"/>
              </a:effectRef>
              <a:fontRef idx="minor"/>
            </p:style>
          </p:sp>
          <p:sp>
            <p:nvSpPr>
              <p:cNvPr id="2071" name="Line 1055">
                <a:extLst>
                  <a:ext uri="{FF2B5EF4-FFF2-40B4-BE49-F238E27FC236}">
                    <a16:creationId xmlns:a16="http://schemas.microsoft.com/office/drawing/2014/main" id="{C5BC2BBE-F0E5-4536-8EBA-C36A53356D21}"/>
                  </a:ext>
                </a:extLst>
              </p:cNvPr>
              <p:cNvSpPr/>
              <p:nvPr/>
            </p:nvSpPr>
            <p:spPr>
              <a:xfrm flipV="1">
                <a:off x="6315840" y="2440800"/>
                <a:ext cx="59040" cy="105120"/>
              </a:xfrm>
              <a:prstGeom prst="line">
                <a:avLst/>
              </a:prstGeom>
              <a:ln>
                <a:solidFill>
                  <a:srgbClr val="B5B5B5"/>
                </a:solidFill>
              </a:ln>
            </p:spPr>
            <p:style>
              <a:lnRef idx="0">
                <a:scrgbClr r="0" g="0" b="0"/>
              </a:lnRef>
              <a:fillRef idx="0">
                <a:scrgbClr r="0" g="0" b="0"/>
              </a:fillRef>
              <a:effectRef idx="0">
                <a:scrgbClr r="0" g="0" b="0"/>
              </a:effectRef>
              <a:fontRef idx="minor"/>
            </p:style>
          </p:sp>
          <p:sp>
            <p:nvSpPr>
              <p:cNvPr id="2072" name="Line 1056">
                <a:extLst>
                  <a:ext uri="{FF2B5EF4-FFF2-40B4-BE49-F238E27FC236}">
                    <a16:creationId xmlns:a16="http://schemas.microsoft.com/office/drawing/2014/main" id="{9C0140CC-66D4-4A09-871E-441F8956AE5E}"/>
                  </a:ext>
                </a:extLst>
              </p:cNvPr>
              <p:cNvSpPr/>
              <p:nvPr/>
            </p:nvSpPr>
            <p:spPr>
              <a:xfrm>
                <a:off x="6194880" y="2533680"/>
                <a:ext cx="60840" cy="104040"/>
              </a:xfrm>
              <a:prstGeom prst="line">
                <a:avLst/>
              </a:prstGeom>
              <a:ln>
                <a:solidFill>
                  <a:srgbClr val="ABABAB"/>
                </a:solidFill>
              </a:ln>
            </p:spPr>
            <p:style>
              <a:lnRef idx="0">
                <a:scrgbClr r="0" g="0" b="0"/>
              </a:lnRef>
              <a:fillRef idx="0">
                <a:scrgbClr r="0" g="0" b="0"/>
              </a:fillRef>
              <a:effectRef idx="0">
                <a:scrgbClr r="0" g="0" b="0"/>
              </a:effectRef>
              <a:fontRef idx="minor"/>
            </p:style>
          </p:sp>
          <p:sp>
            <p:nvSpPr>
              <p:cNvPr id="2073" name="Line 1057">
                <a:extLst>
                  <a:ext uri="{FF2B5EF4-FFF2-40B4-BE49-F238E27FC236}">
                    <a16:creationId xmlns:a16="http://schemas.microsoft.com/office/drawing/2014/main" id="{CB84EAA0-2655-4A1A-9ECD-F1716A2A3DA8}"/>
                  </a:ext>
                </a:extLst>
              </p:cNvPr>
              <p:cNvSpPr/>
              <p:nvPr/>
            </p:nvSpPr>
            <p:spPr>
              <a:xfrm flipV="1">
                <a:off x="6255720" y="2545920"/>
                <a:ext cx="60120" cy="91800"/>
              </a:xfrm>
              <a:prstGeom prst="line">
                <a:avLst/>
              </a:prstGeom>
              <a:ln>
                <a:solidFill>
                  <a:srgbClr val="AAAAAA"/>
                </a:solidFill>
              </a:ln>
            </p:spPr>
            <p:style>
              <a:lnRef idx="0">
                <a:scrgbClr r="0" g="0" b="0"/>
              </a:lnRef>
              <a:fillRef idx="0">
                <a:scrgbClr r="0" g="0" b="0"/>
              </a:fillRef>
              <a:effectRef idx="0">
                <a:scrgbClr r="0" g="0" b="0"/>
              </a:effectRef>
              <a:fontRef idx="minor"/>
            </p:style>
          </p:sp>
          <p:sp>
            <p:nvSpPr>
              <p:cNvPr id="2074" name="Line 1058">
                <a:extLst>
                  <a:ext uri="{FF2B5EF4-FFF2-40B4-BE49-F238E27FC236}">
                    <a16:creationId xmlns:a16="http://schemas.microsoft.com/office/drawing/2014/main" id="{6594408F-38BF-4F97-9F34-D95A1F66B16A}"/>
                  </a:ext>
                </a:extLst>
              </p:cNvPr>
              <p:cNvSpPr/>
              <p:nvPr/>
            </p:nvSpPr>
            <p:spPr>
              <a:xfrm>
                <a:off x="6133680" y="2612880"/>
                <a:ext cx="61200" cy="104040"/>
              </a:xfrm>
              <a:prstGeom prst="line">
                <a:avLst/>
              </a:prstGeom>
              <a:ln>
                <a:solidFill>
                  <a:srgbClr val="A2A2A2"/>
                </a:solidFill>
              </a:ln>
            </p:spPr>
            <p:style>
              <a:lnRef idx="0">
                <a:scrgbClr r="0" g="0" b="0"/>
              </a:lnRef>
              <a:fillRef idx="0">
                <a:scrgbClr r="0" g="0" b="0"/>
              </a:fillRef>
              <a:effectRef idx="0">
                <a:scrgbClr r="0" g="0" b="0"/>
              </a:effectRef>
              <a:fontRef idx="minor"/>
            </p:style>
          </p:sp>
          <p:sp>
            <p:nvSpPr>
              <p:cNvPr id="2075" name="Line 1059">
                <a:extLst>
                  <a:ext uri="{FF2B5EF4-FFF2-40B4-BE49-F238E27FC236}">
                    <a16:creationId xmlns:a16="http://schemas.microsoft.com/office/drawing/2014/main" id="{9F840D47-FE50-44AA-A79B-F279F5CDFF47}"/>
                  </a:ext>
                </a:extLst>
              </p:cNvPr>
              <p:cNvSpPr/>
              <p:nvPr/>
            </p:nvSpPr>
            <p:spPr>
              <a:xfrm flipV="1">
                <a:off x="6194880" y="2637720"/>
                <a:ext cx="60840" cy="79200"/>
              </a:xfrm>
              <a:prstGeom prst="line">
                <a:avLst/>
              </a:prstGeom>
              <a:ln>
                <a:solidFill>
                  <a:srgbClr val="A1A1A1"/>
                </a:solidFill>
              </a:ln>
            </p:spPr>
            <p:style>
              <a:lnRef idx="0">
                <a:scrgbClr r="0" g="0" b="0"/>
              </a:lnRef>
              <a:fillRef idx="0">
                <a:scrgbClr r="0" g="0" b="0"/>
              </a:fillRef>
              <a:effectRef idx="0">
                <a:scrgbClr r="0" g="0" b="0"/>
              </a:effectRef>
              <a:fontRef idx="minor"/>
            </p:style>
          </p:sp>
          <p:sp>
            <p:nvSpPr>
              <p:cNvPr id="2076" name="Line 1060">
                <a:extLst>
                  <a:ext uri="{FF2B5EF4-FFF2-40B4-BE49-F238E27FC236}">
                    <a16:creationId xmlns:a16="http://schemas.microsoft.com/office/drawing/2014/main" id="{6A9AC5BF-F52B-4A4F-9550-B71308DF57FB}"/>
                  </a:ext>
                </a:extLst>
              </p:cNvPr>
              <p:cNvSpPr/>
              <p:nvPr/>
            </p:nvSpPr>
            <p:spPr>
              <a:xfrm>
                <a:off x="6073560" y="2679840"/>
                <a:ext cx="60120" cy="105120"/>
              </a:xfrm>
              <a:prstGeom prst="line">
                <a:avLst/>
              </a:prstGeom>
              <a:ln>
                <a:solidFill>
                  <a:srgbClr val="9A9A9A"/>
                </a:solidFill>
              </a:ln>
            </p:spPr>
            <p:style>
              <a:lnRef idx="0">
                <a:scrgbClr r="0" g="0" b="0"/>
              </a:lnRef>
              <a:fillRef idx="0">
                <a:scrgbClr r="0" g="0" b="0"/>
              </a:fillRef>
              <a:effectRef idx="0">
                <a:scrgbClr r="0" g="0" b="0"/>
              </a:effectRef>
              <a:fontRef idx="minor"/>
            </p:style>
          </p:sp>
          <p:sp>
            <p:nvSpPr>
              <p:cNvPr id="2077" name="Line 1061">
                <a:extLst>
                  <a:ext uri="{FF2B5EF4-FFF2-40B4-BE49-F238E27FC236}">
                    <a16:creationId xmlns:a16="http://schemas.microsoft.com/office/drawing/2014/main" id="{D921112B-8972-4F9A-AF62-5D541481D921}"/>
                  </a:ext>
                </a:extLst>
              </p:cNvPr>
              <p:cNvSpPr/>
              <p:nvPr/>
            </p:nvSpPr>
            <p:spPr>
              <a:xfrm flipV="1">
                <a:off x="6133680" y="2716920"/>
                <a:ext cx="61200" cy="68040"/>
              </a:xfrm>
              <a:prstGeom prst="line">
                <a:avLst/>
              </a:prstGeom>
              <a:ln>
                <a:solidFill>
                  <a:srgbClr val="989898"/>
                </a:solidFill>
              </a:ln>
            </p:spPr>
            <p:style>
              <a:lnRef idx="0">
                <a:scrgbClr r="0" g="0" b="0"/>
              </a:lnRef>
              <a:fillRef idx="0">
                <a:scrgbClr r="0" g="0" b="0"/>
              </a:fillRef>
              <a:effectRef idx="0">
                <a:scrgbClr r="0" g="0" b="0"/>
              </a:effectRef>
              <a:fontRef idx="minor"/>
            </p:style>
          </p:sp>
          <p:sp>
            <p:nvSpPr>
              <p:cNvPr id="2078" name="Line 1062">
                <a:extLst>
                  <a:ext uri="{FF2B5EF4-FFF2-40B4-BE49-F238E27FC236}">
                    <a16:creationId xmlns:a16="http://schemas.microsoft.com/office/drawing/2014/main" id="{EF43A0FF-BEA4-46E4-90FA-3021978083EC}"/>
                  </a:ext>
                </a:extLst>
              </p:cNvPr>
              <p:cNvSpPr/>
              <p:nvPr/>
            </p:nvSpPr>
            <p:spPr>
              <a:xfrm>
                <a:off x="6014520" y="2734920"/>
                <a:ext cx="59040" cy="105120"/>
              </a:xfrm>
              <a:prstGeom prst="line">
                <a:avLst/>
              </a:prstGeom>
              <a:ln>
                <a:solidFill>
                  <a:srgbClr val="939393"/>
                </a:solidFill>
              </a:ln>
            </p:spPr>
            <p:style>
              <a:lnRef idx="0">
                <a:scrgbClr r="0" g="0" b="0"/>
              </a:lnRef>
              <a:fillRef idx="0">
                <a:scrgbClr r="0" g="0" b="0"/>
              </a:fillRef>
              <a:effectRef idx="0">
                <a:scrgbClr r="0" g="0" b="0"/>
              </a:effectRef>
              <a:fontRef idx="minor"/>
            </p:style>
          </p:sp>
          <p:sp>
            <p:nvSpPr>
              <p:cNvPr id="2079" name="Line 1063">
                <a:extLst>
                  <a:ext uri="{FF2B5EF4-FFF2-40B4-BE49-F238E27FC236}">
                    <a16:creationId xmlns:a16="http://schemas.microsoft.com/office/drawing/2014/main" id="{F658CAB0-7C9D-4EFD-BF67-A4DED6E00457}"/>
                  </a:ext>
                </a:extLst>
              </p:cNvPr>
              <p:cNvSpPr/>
              <p:nvPr/>
            </p:nvSpPr>
            <p:spPr>
              <a:xfrm flipV="1">
                <a:off x="6073560" y="2784960"/>
                <a:ext cx="60120" cy="55080"/>
              </a:xfrm>
              <a:prstGeom prst="line">
                <a:avLst/>
              </a:prstGeom>
              <a:ln>
                <a:solidFill>
                  <a:srgbClr val="919191"/>
                </a:solidFill>
              </a:ln>
            </p:spPr>
            <p:style>
              <a:lnRef idx="0">
                <a:scrgbClr r="0" g="0" b="0"/>
              </a:lnRef>
              <a:fillRef idx="0">
                <a:scrgbClr r="0" g="0" b="0"/>
              </a:fillRef>
              <a:effectRef idx="0">
                <a:scrgbClr r="0" g="0" b="0"/>
              </a:effectRef>
              <a:fontRef idx="minor"/>
            </p:style>
          </p:sp>
          <p:sp>
            <p:nvSpPr>
              <p:cNvPr id="2080" name="Line 1064">
                <a:extLst>
                  <a:ext uri="{FF2B5EF4-FFF2-40B4-BE49-F238E27FC236}">
                    <a16:creationId xmlns:a16="http://schemas.microsoft.com/office/drawing/2014/main" id="{2B8ED879-7B25-4319-A2EC-DCF48ACB3762}"/>
                  </a:ext>
                </a:extLst>
              </p:cNvPr>
              <p:cNvSpPr/>
              <p:nvPr/>
            </p:nvSpPr>
            <p:spPr>
              <a:xfrm>
                <a:off x="5953680" y="2777040"/>
                <a:ext cx="59040" cy="105120"/>
              </a:xfrm>
              <a:prstGeom prst="line">
                <a:avLst/>
              </a:prstGeom>
              <a:ln>
                <a:solidFill>
                  <a:srgbClr val="8E8E8E"/>
                </a:solidFill>
              </a:ln>
            </p:spPr>
            <p:style>
              <a:lnRef idx="0">
                <a:scrgbClr r="0" g="0" b="0"/>
              </a:lnRef>
              <a:fillRef idx="0">
                <a:scrgbClr r="0" g="0" b="0"/>
              </a:fillRef>
              <a:effectRef idx="0">
                <a:scrgbClr r="0" g="0" b="0"/>
              </a:effectRef>
              <a:fontRef idx="minor"/>
            </p:style>
          </p:sp>
          <p:sp>
            <p:nvSpPr>
              <p:cNvPr id="2081" name="Line 1065">
                <a:extLst>
                  <a:ext uri="{FF2B5EF4-FFF2-40B4-BE49-F238E27FC236}">
                    <a16:creationId xmlns:a16="http://schemas.microsoft.com/office/drawing/2014/main" id="{3417988B-F03D-4D6E-B00D-B8B7CF8EEC18}"/>
                  </a:ext>
                </a:extLst>
              </p:cNvPr>
              <p:cNvSpPr/>
              <p:nvPr/>
            </p:nvSpPr>
            <p:spPr>
              <a:xfrm flipV="1">
                <a:off x="6012720" y="2840040"/>
                <a:ext cx="60840" cy="42120"/>
              </a:xfrm>
              <a:prstGeom prst="line">
                <a:avLst/>
              </a:prstGeom>
              <a:ln>
                <a:solidFill>
                  <a:srgbClr val="8B8B8B"/>
                </a:solidFill>
              </a:ln>
            </p:spPr>
            <p:style>
              <a:lnRef idx="0">
                <a:scrgbClr r="0" g="0" b="0"/>
              </a:lnRef>
              <a:fillRef idx="0">
                <a:scrgbClr r="0" g="0" b="0"/>
              </a:fillRef>
              <a:effectRef idx="0">
                <a:scrgbClr r="0" g="0" b="0"/>
              </a:effectRef>
              <a:fontRef idx="minor"/>
            </p:style>
          </p:sp>
          <p:sp>
            <p:nvSpPr>
              <p:cNvPr id="2082" name="Line 1066">
                <a:extLst>
                  <a:ext uri="{FF2B5EF4-FFF2-40B4-BE49-F238E27FC236}">
                    <a16:creationId xmlns:a16="http://schemas.microsoft.com/office/drawing/2014/main" id="{94EAC62D-6507-4370-B682-BC9487C7F5B4}"/>
                  </a:ext>
                </a:extLst>
              </p:cNvPr>
              <p:cNvSpPr/>
              <p:nvPr/>
            </p:nvSpPr>
            <p:spPr>
              <a:xfrm>
                <a:off x="5892480" y="2806920"/>
                <a:ext cx="61200" cy="104040"/>
              </a:xfrm>
              <a:prstGeom prst="line">
                <a:avLst/>
              </a:prstGeom>
              <a:ln>
                <a:solidFill>
                  <a:srgbClr val="8A8A8A"/>
                </a:solidFill>
              </a:ln>
            </p:spPr>
            <p:style>
              <a:lnRef idx="0">
                <a:scrgbClr r="0" g="0" b="0"/>
              </a:lnRef>
              <a:fillRef idx="0">
                <a:scrgbClr r="0" g="0" b="0"/>
              </a:fillRef>
              <a:effectRef idx="0">
                <a:scrgbClr r="0" g="0" b="0"/>
              </a:effectRef>
              <a:fontRef idx="minor"/>
            </p:style>
          </p:sp>
          <p:sp>
            <p:nvSpPr>
              <p:cNvPr id="2083" name="Line 1067">
                <a:extLst>
                  <a:ext uri="{FF2B5EF4-FFF2-40B4-BE49-F238E27FC236}">
                    <a16:creationId xmlns:a16="http://schemas.microsoft.com/office/drawing/2014/main" id="{0D4C48AD-0146-48E7-B895-54A9146074D7}"/>
                  </a:ext>
                </a:extLst>
              </p:cNvPr>
              <p:cNvSpPr/>
              <p:nvPr/>
            </p:nvSpPr>
            <p:spPr>
              <a:xfrm flipV="1">
                <a:off x="5953680" y="2882160"/>
                <a:ext cx="59040" cy="28800"/>
              </a:xfrm>
              <a:prstGeom prst="line">
                <a:avLst/>
              </a:prstGeom>
              <a:ln>
                <a:solidFill>
                  <a:srgbClr val="868686"/>
                </a:solidFill>
              </a:ln>
            </p:spPr>
            <p:style>
              <a:lnRef idx="0">
                <a:scrgbClr r="0" g="0" b="0"/>
              </a:lnRef>
              <a:fillRef idx="0">
                <a:scrgbClr r="0" g="0" b="0"/>
              </a:fillRef>
              <a:effectRef idx="0">
                <a:scrgbClr r="0" g="0" b="0"/>
              </a:effectRef>
              <a:fontRef idx="minor"/>
            </p:style>
          </p:sp>
          <p:sp>
            <p:nvSpPr>
              <p:cNvPr id="2084" name="Line 1068">
                <a:extLst>
                  <a:ext uri="{FF2B5EF4-FFF2-40B4-BE49-F238E27FC236}">
                    <a16:creationId xmlns:a16="http://schemas.microsoft.com/office/drawing/2014/main" id="{55B8BCA6-6AC4-472B-8A2A-76992080ABF0}"/>
                  </a:ext>
                </a:extLst>
              </p:cNvPr>
              <p:cNvSpPr/>
              <p:nvPr/>
            </p:nvSpPr>
            <p:spPr>
              <a:xfrm>
                <a:off x="5832720" y="2823120"/>
                <a:ext cx="59760" cy="105120"/>
              </a:xfrm>
              <a:prstGeom prst="line">
                <a:avLst/>
              </a:prstGeom>
              <a:ln>
                <a:solidFill>
                  <a:srgbClr val="878787"/>
                </a:solidFill>
              </a:ln>
            </p:spPr>
            <p:style>
              <a:lnRef idx="0">
                <a:scrgbClr r="0" g="0" b="0"/>
              </a:lnRef>
              <a:fillRef idx="0">
                <a:scrgbClr r="0" g="0" b="0"/>
              </a:fillRef>
              <a:effectRef idx="0">
                <a:scrgbClr r="0" g="0" b="0"/>
              </a:effectRef>
              <a:fontRef idx="minor"/>
            </p:style>
          </p:sp>
          <p:sp>
            <p:nvSpPr>
              <p:cNvPr id="2085" name="Line 1069">
                <a:extLst>
                  <a:ext uri="{FF2B5EF4-FFF2-40B4-BE49-F238E27FC236}">
                    <a16:creationId xmlns:a16="http://schemas.microsoft.com/office/drawing/2014/main" id="{AECC3292-9D5D-4FCC-B646-435B2A57AD31}"/>
                  </a:ext>
                </a:extLst>
              </p:cNvPr>
              <p:cNvSpPr/>
              <p:nvPr/>
            </p:nvSpPr>
            <p:spPr>
              <a:xfrm flipV="1">
                <a:off x="5892480" y="2910960"/>
                <a:ext cx="61200" cy="17280"/>
              </a:xfrm>
              <a:prstGeom prst="line">
                <a:avLst/>
              </a:prstGeom>
              <a:ln>
                <a:solidFill>
                  <a:srgbClr val="838383"/>
                </a:solidFill>
              </a:ln>
            </p:spPr>
            <p:style>
              <a:lnRef idx="0">
                <a:scrgbClr r="0" g="0" b="0"/>
              </a:lnRef>
              <a:fillRef idx="0">
                <a:scrgbClr r="0" g="0" b="0"/>
              </a:fillRef>
              <a:effectRef idx="0">
                <a:scrgbClr r="0" g="0" b="0"/>
              </a:effectRef>
              <a:fontRef idx="minor"/>
            </p:style>
          </p:sp>
          <p:sp>
            <p:nvSpPr>
              <p:cNvPr id="2086" name="Line 1070">
                <a:extLst>
                  <a:ext uri="{FF2B5EF4-FFF2-40B4-BE49-F238E27FC236}">
                    <a16:creationId xmlns:a16="http://schemas.microsoft.com/office/drawing/2014/main" id="{23F0238F-B3DA-4E4B-84E7-F01C412F21C1}"/>
                  </a:ext>
                </a:extLst>
              </p:cNvPr>
              <p:cNvSpPr/>
              <p:nvPr/>
            </p:nvSpPr>
            <p:spPr>
              <a:xfrm>
                <a:off x="5771520" y="2828160"/>
                <a:ext cx="61200" cy="105120"/>
              </a:xfrm>
              <a:prstGeom prst="line">
                <a:avLst/>
              </a:prstGeom>
              <a:ln>
                <a:solidFill>
                  <a:srgbClr val="858585"/>
                </a:solidFill>
              </a:ln>
            </p:spPr>
            <p:style>
              <a:lnRef idx="0">
                <a:scrgbClr r="0" g="0" b="0"/>
              </a:lnRef>
              <a:fillRef idx="0">
                <a:scrgbClr r="0" g="0" b="0"/>
              </a:fillRef>
              <a:effectRef idx="0">
                <a:scrgbClr r="0" g="0" b="0"/>
              </a:effectRef>
              <a:fontRef idx="minor"/>
            </p:style>
          </p:sp>
          <p:sp>
            <p:nvSpPr>
              <p:cNvPr id="2087" name="Line 1071">
                <a:extLst>
                  <a:ext uri="{FF2B5EF4-FFF2-40B4-BE49-F238E27FC236}">
                    <a16:creationId xmlns:a16="http://schemas.microsoft.com/office/drawing/2014/main" id="{547F6B05-9923-468A-84E5-39A2019BD4B2}"/>
                  </a:ext>
                </a:extLst>
              </p:cNvPr>
              <p:cNvSpPr/>
              <p:nvPr/>
            </p:nvSpPr>
            <p:spPr>
              <a:xfrm flipV="1">
                <a:off x="5832720" y="2928240"/>
                <a:ext cx="59760" cy="5040"/>
              </a:xfrm>
              <a:prstGeom prst="line">
                <a:avLst/>
              </a:prstGeom>
              <a:ln>
                <a:solidFill>
                  <a:srgbClr val="808080"/>
                </a:solidFill>
              </a:ln>
            </p:spPr>
            <p:style>
              <a:lnRef idx="0">
                <a:scrgbClr r="0" g="0" b="0"/>
              </a:lnRef>
              <a:fillRef idx="0">
                <a:scrgbClr r="0" g="0" b="0"/>
              </a:fillRef>
              <a:effectRef idx="0">
                <a:scrgbClr r="0" g="0" b="0"/>
              </a:effectRef>
              <a:fontRef idx="minor"/>
            </p:style>
          </p:sp>
          <p:sp>
            <p:nvSpPr>
              <p:cNvPr id="2088" name="Line 1072">
                <a:extLst>
                  <a:ext uri="{FF2B5EF4-FFF2-40B4-BE49-F238E27FC236}">
                    <a16:creationId xmlns:a16="http://schemas.microsoft.com/office/drawing/2014/main" id="{1F33BB74-BAE6-4AA8-AB53-2C03E38CC044}"/>
                  </a:ext>
                </a:extLst>
              </p:cNvPr>
              <p:cNvSpPr/>
              <p:nvPr/>
            </p:nvSpPr>
            <p:spPr>
              <a:xfrm>
                <a:off x="5710320" y="2820960"/>
                <a:ext cx="61200" cy="104040"/>
              </a:xfrm>
              <a:prstGeom prst="line">
                <a:avLst/>
              </a:prstGeom>
              <a:ln>
                <a:solidFill>
                  <a:srgbClr val="848484"/>
                </a:solidFill>
              </a:ln>
            </p:spPr>
            <p:style>
              <a:lnRef idx="0">
                <a:scrgbClr r="0" g="0" b="0"/>
              </a:lnRef>
              <a:fillRef idx="0">
                <a:scrgbClr r="0" g="0" b="0"/>
              </a:fillRef>
              <a:effectRef idx="0">
                <a:scrgbClr r="0" g="0" b="0"/>
              </a:effectRef>
              <a:fontRef idx="minor"/>
            </p:style>
          </p:sp>
          <p:sp>
            <p:nvSpPr>
              <p:cNvPr id="2089" name="Line 1073">
                <a:extLst>
                  <a:ext uri="{FF2B5EF4-FFF2-40B4-BE49-F238E27FC236}">
                    <a16:creationId xmlns:a16="http://schemas.microsoft.com/office/drawing/2014/main" id="{E076DB9A-223B-4B87-ADED-8DF2B1BC9529}"/>
                  </a:ext>
                </a:extLst>
              </p:cNvPr>
              <p:cNvSpPr/>
              <p:nvPr/>
            </p:nvSpPr>
            <p:spPr>
              <a:xfrm>
                <a:off x="5771520" y="2925000"/>
                <a:ext cx="61200" cy="8280"/>
              </a:xfrm>
              <a:prstGeom prst="line">
                <a:avLst/>
              </a:prstGeom>
              <a:ln>
                <a:solidFill>
                  <a:srgbClr val="7F7F7F"/>
                </a:solidFill>
              </a:ln>
            </p:spPr>
            <p:style>
              <a:lnRef idx="0">
                <a:scrgbClr r="0" g="0" b="0"/>
              </a:lnRef>
              <a:fillRef idx="0">
                <a:scrgbClr r="0" g="0" b="0"/>
              </a:fillRef>
              <a:effectRef idx="0">
                <a:scrgbClr r="0" g="0" b="0"/>
              </a:effectRef>
              <a:fontRef idx="minor"/>
            </p:style>
          </p:sp>
          <p:sp>
            <p:nvSpPr>
              <p:cNvPr id="2090" name="Line 1074">
                <a:extLst>
                  <a:ext uri="{FF2B5EF4-FFF2-40B4-BE49-F238E27FC236}">
                    <a16:creationId xmlns:a16="http://schemas.microsoft.com/office/drawing/2014/main" id="{E487C377-07BD-476E-8864-568A1EFA8092}"/>
                  </a:ext>
                </a:extLst>
              </p:cNvPr>
              <p:cNvSpPr/>
              <p:nvPr/>
            </p:nvSpPr>
            <p:spPr>
              <a:xfrm>
                <a:off x="5650560" y="2799000"/>
                <a:ext cx="59760" cy="106200"/>
              </a:xfrm>
              <a:prstGeom prst="line">
                <a:avLst/>
              </a:prstGeom>
              <a:ln>
                <a:solidFill>
                  <a:srgbClr val="858585"/>
                </a:solidFill>
              </a:ln>
            </p:spPr>
            <p:style>
              <a:lnRef idx="0">
                <a:scrgbClr r="0" g="0" b="0"/>
              </a:lnRef>
              <a:fillRef idx="0">
                <a:scrgbClr r="0" g="0" b="0"/>
              </a:fillRef>
              <a:effectRef idx="0">
                <a:scrgbClr r="0" g="0" b="0"/>
              </a:effectRef>
              <a:fontRef idx="minor"/>
            </p:style>
          </p:sp>
          <p:sp>
            <p:nvSpPr>
              <p:cNvPr id="2091" name="Line 1075">
                <a:extLst>
                  <a:ext uri="{FF2B5EF4-FFF2-40B4-BE49-F238E27FC236}">
                    <a16:creationId xmlns:a16="http://schemas.microsoft.com/office/drawing/2014/main" id="{828908CC-9A2A-4233-89E4-5C992C11334E}"/>
                  </a:ext>
                </a:extLst>
              </p:cNvPr>
              <p:cNvSpPr/>
              <p:nvPr/>
            </p:nvSpPr>
            <p:spPr>
              <a:xfrm>
                <a:off x="5710320" y="2905200"/>
                <a:ext cx="61200" cy="19800"/>
              </a:xfrm>
              <a:prstGeom prst="line">
                <a:avLst/>
              </a:prstGeom>
              <a:ln>
                <a:solidFill>
                  <a:srgbClr val="7F7F7F"/>
                </a:solidFill>
              </a:ln>
            </p:spPr>
            <p:style>
              <a:lnRef idx="0">
                <a:scrgbClr r="0" g="0" b="0"/>
              </a:lnRef>
              <a:fillRef idx="0">
                <a:scrgbClr r="0" g="0" b="0"/>
              </a:fillRef>
              <a:effectRef idx="0">
                <a:scrgbClr r="0" g="0" b="0"/>
              </a:effectRef>
              <a:fontRef idx="minor"/>
            </p:style>
          </p:sp>
          <p:sp>
            <p:nvSpPr>
              <p:cNvPr id="2092" name="Line 1076">
                <a:extLst>
                  <a:ext uri="{FF2B5EF4-FFF2-40B4-BE49-F238E27FC236}">
                    <a16:creationId xmlns:a16="http://schemas.microsoft.com/office/drawing/2014/main" id="{ED3FEA0A-68B7-40FD-B177-7318418B9DD2}"/>
                  </a:ext>
                </a:extLst>
              </p:cNvPr>
              <p:cNvSpPr/>
              <p:nvPr/>
            </p:nvSpPr>
            <p:spPr>
              <a:xfrm>
                <a:off x="5591520" y="2766960"/>
                <a:ext cx="59040" cy="105120"/>
              </a:xfrm>
              <a:prstGeom prst="line">
                <a:avLst/>
              </a:prstGeom>
              <a:ln>
                <a:solidFill>
                  <a:srgbClr val="878787"/>
                </a:solidFill>
              </a:ln>
            </p:spPr>
            <p:style>
              <a:lnRef idx="0">
                <a:scrgbClr r="0" g="0" b="0"/>
              </a:lnRef>
              <a:fillRef idx="0">
                <a:scrgbClr r="0" g="0" b="0"/>
              </a:fillRef>
              <a:effectRef idx="0">
                <a:scrgbClr r="0" g="0" b="0"/>
              </a:effectRef>
              <a:fontRef idx="minor"/>
            </p:style>
          </p:sp>
          <p:sp>
            <p:nvSpPr>
              <p:cNvPr id="2093" name="Line 1077">
                <a:extLst>
                  <a:ext uri="{FF2B5EF4-FFF2-40B4-BE49-F238E27FC236}">
                    <a16:creationId xmlns:a16="http://schemas.microsoft.com/office/drawing/2014/main" id="{21198B18-8927-4060-A6CF-A259CC835223}"/>
                  </a:ext>
                </a:extLst>
              </p:cNvPr>
              <p:cNvSpPr/>
              <p:nvPr/>
            </p:nvSpPr>
            <p:spPr>
              <a:xfrm>
                <a:off x="5650560" y="2872080"/>
                <a:ext cx="59760" cy="33120"/>
              </a:xfrm>
              <a:prstGeom prst="line">
                <a:avLst/>
              </a:prstGeom>
              <a:ln>
                <a:solidFill>
                  <a:srgbClr val="808080"/>
                </a:solidFill>
              </a:ln>
            </p:spPr>
            <p:style>
              <a:lnRef idx="0">
                <a:scrgbClr r="0" g="0" b="0"/>
              </a:lnRef>
              <a:fillRef idx="0">
                <a:scrgbClr r="0" g="0" b="0"/>
              </a:fillRef>
              <a:effectRef idx="0">
                <a:scrgbClr r="0" g="0" b="0"/>
              </a:effectRef>
              <a:fontRef idx="minor"/>
            </p:style>
          </p:sp>
          <p:sp>
            <p:nvSpPr>
              <p:cNvPr id="2094" name="Line 1078">
                <a:extLst>
                  <a:ext uri="{FF2B5EF4-FFF2-40B4-BE49-F238E27FC236}">
                    <a16:creationId xmlns:a16="http://schemas.microsoft.com/office/drawing/2014/main" id="{2E6DD512-6EA5-4317-9AE8-E2FDAF931353}"/>
                  </a:ext>
                </a:extLst>
              </p:cNvPr>
              <p:cNvSpPr/>
              <p:nvPr/>
            </p:nvSpPr>
            <p:spPr>
              <a:xfrm>
                <a:off x="5530320" y="2720880"/>
                <a:ext cx="61200" cy="105120"/>
              </a:xfrm>
              <a:prstGeom prst="line">
                <a:avLst/>
              </a:prstGeom>
              <a:ln>
                <a:solidFill>
                  <a:srgbClr val="8A8A8A"/>
                </a:solidFill>
              </a:ln>
            </p:spPr>
            <p:style>
              <a:lnRef idx="0">
                <a:scrgbClr r="0" g="0" b="0"/>
              </a:lnRef>
              <a:fillRef idx="0">
                <a:scrgbClr r="0" g="0" b="0"/>
              </a:fillRef>
              <a:effectRef idx="0">
                <a:scrgbClr r="0" g="0" b="0"/>
              </a:effectRef>
              <a:fontRef idx="minor"/>
            </p:style>
          </p:sp>
          <p:sp>
            <p:nvSpPr>
              <p:cNvPr id="2095" name="Line 1079">
                <a:extLst>
                  <a:ext uri="{FF2B5EF4-FFF2-40B4-BE49-F238E27FC236}">
                    <a16:creationId xmlns:a16="http://schemas.microsoft.com/office/drawing/2014/main" id="{C3065887-70EC-4D20-ABDB-945ECECB20B8}"/>
                  </a:ext>
                </a:extLst>
              </p:cNvPr>
              <p:cNvSpPr/>
              <p:nvPr/>
            </p:nvSpPr>
            <p:spPr>
              <a:xfrm>
                <a:off x="5591520" y="2826000"/>
                <a:ext cx="59040" cy="46080"/>
              </a:xfrm>
              <a:prstGeom prst="line">
                <a:avLst/>
              </a:prstGeom>
              <a:ln>
                <a:solidFill>
                  <a:srgbClr val="838383"/>
                </a:solidFill>
              </a:ln>
            </p:spPr>
            <p:style>
              <a:lnRef idx="0">
                <a:scrgbClr r="0" g="0" b="0"/>
              </a:lnRef>
              <a:fillRef idx="0">
                <a:scrgbClr r="0" g="0" b="0"/>
              </a:fillRef>
              <a:effectRef idx="0">
                <a:scrgbClr r="0" g="0" b="0"/>
              </a:effectRef>
              <a:fontRef idx="minor"/>
            </p:style>
          </p:sp>
          <p:sp>
            <p:nvSpPr>
              <p:cNvPr id="2096" name="Line 1080">
                <a:extLst>
                  <a:ext uri="{FF2B5EF4-FFF2-40B4-BE49-F238E27FC236}">
                    <a16:creationId xmlns:a16="http://schemas.microsoft.com/office/drawing/2014/main" id="{CF1E3753-B9A0-4667-84BD-78004A5FE1F0}"/>
                  </a:ext>
                </a:extLst>
              </p:cNvPr>
              <p:cNvSpPr/>
              <p:nvPr/>
            </p:nvSpPr>
            <p:spPr>
              <a:xfrm>
                <a:off x="5469120" y="2661840"/>
                <a:ext cx="61200" cy="105120"/>
              </a:xfrm>
              <a:prstGeom prst="line">
                <a:avLst/>
              </a:prstGeom>
              <a:ln>
                <a:solidFill>
                  <a:srgbClr val="8E8E8E"/>
                </a:solidFill>
              </a:ln>
            </p:spPr>
            <p:style>
              <a:lnRef idx="0">
                <a:scrgbClr r="0" g="0" b="0"/>
              </a:lnRef>
              <a:fillRef idx="0">
                <a:scrgbClr r="0" g="0" b="0"/>
              </a:fillRef>
              <a:effectRef idx="0">
                <a:scrgbClr r="0" g="0" b="0"/>
              </a:effectRef>
              <a:fontRef idx="minor"/>
            </p:style>
          </p:sp>
          <p:sp>
            <p:nvSpPr>
              <p:cNvPr id="2097" name="Line 1081">
                <a:extLst>
                  <a:ext uri="{FF2B5EF4-FFF2-40B4-BE49-F238E27FC236}">
                    <a16:creationId xmlns:a16="http://schemas.microsoft.com/office/drawing/2014/main" id="{65E1016B-88E5-4A11-857B-618876F05F5F}"/>
                  </a:ext>
                </a:extLst>
              </p:cNvPr>
              <p:cNvSpPr/>
              <p:nvPr/>
            </p:nvSpPr>
            <p:spPr>
              <a:xfrm>
                <a:off x="5530320" y="2766960"/>
                <a:ext cx="61200" cy="59040"/>
              </a:xfrm>
              <a:prstGeom prst="line">
                <a:avLst/>
              </a:prstGeom>
              <a:ln>
                <a:solidFill>
                  <a:srgbClr val="868686"/>
                </a:solidFill>
              </a:ln>
            </p:spPr>
            <p:style>
              <a:lnRef idx="0">
                <a:scrgbClr r="0" g="0" b="0"/>
              </a:lnRef>
              <a:fillRef idx="0">
                <a:scrgbClr r="0" g="0" b="0"/>
              </a:fillRef>
              <a:effectRef idx="0">
                <a:scrgbClr r="0" g="0" b="0"/>
              </a:effectRef>
              <a:fontRef idx="minor"/>
            </p:style>
          </p:sp>
          <p:sp>
            <p:nvSpPr>
              <p:cNvPr id="2098" name="Line 1082">
                <a:extLst>
                  <a:ext uri="{FF2B5EF4-FFF2-40B4-BE49-F238E27FC236}">
                    <a16:creationId xmlns:a16="http://schemas.microsoft.com/office/drawing/2014/main" id="{3529D6C4-3174-4EEA-A6BB-DE65AEF00A4D}"/>
                  </a:ext>
                </a:extLst>
              </p:cNvPr>
              <p:cNvSpPr/>
              <p:nvPr/>
            </p:nvSpPr>
            <p:spPr>
              <a:xfrm>
                <a:off x="5409360" y="2592000"/>
                <a:ext cx="59760" cy="104760"/>
              </a:xfrm>
              <a:prstGeom prst="line">
                <a:avLst/>
              </a:prstGeom>
              <a:ln>
                <a:solidFill>
                  <a:srgbClr val="939393"/>
                </a:solidFill>
              </a:ln>
            </p:spPr>
            <p:style>
              <a:lnRef idx="0">
                <a:scrgbClr r="0" g="0" b="0"/>
              </a:lnRef>
              <a:fillRef idx="0">
                <a:scrgbClr r="0" g="0" b="0"/>
              </a:fillRef>
              <a:effectRef idx="0">
                <a:scrgbClr r="0" g="0" b="0"/>
              </a:effectRef>
              <a:fontRef idx="minor"/>
            </p:style>
          </p:sp>
          <p:sp>
            <p:nvSpPr>
              <p:cNvPr id="2099" name="Line 1083">
                <a:extLst>
                  <a:ext uri="{FF2B5EF4-FFF2-40B4-BE49-F238E27FC236}">
                    <a16:creationId xmlns:a16="http://schemas.microsoft.com/office/drawing/2014/main" id="{EADCE2E0-6539-4460-831A-2AB7666904DB}"/>
                  </a:ext>
                </a:extLst>
              </p:cNvPr>
              <p:cNvSpPr/>
              <p:nvPr/>
            </p:nvSpPr>
            <p:spPr>
              <a:xfrm>
                <a:off x="5469120" y="2696760"/>
                <a:ext cx="61200" cy="70200"/>
              </a:xfrm>
              <a:prstGeom prst="line">
                <a:avLst/>
              </a:prstGeom>
              <a:ln>
                <a:solidFill>
                  <a:srgbClr val="8B8B8B"/>
                </a:solidFill>
              </a:ln>
            </p:spPr>
            <p:style>
              <a:lnRef idx="0">
                <a:scrgbClr r="0" g="0" b="0"/>
              </a:lnRef>
              <a:fillRef idx="0">
                <a:scrgbClr r="0" g="0" b="0"/>
              </a:fillRef>
              <a:effectRef idx="0">
                <a:scrgbClr r="0" g="0" b="0"/>
              </a:effectRef>
              <a:fontRef idx="minor"/>
            </p:style>
          </p:sp>
          <p:sp>
            <p:nvSpPr>
              <p:cNvPr id="2100" name="Line 1084">
                <a:extLst>
                  <a:ext uri="{FF2B5EF4-FFF2-40B4-BE49-F238E27FC236}">
                    <a16:creationId xmlns:a16="http://schemas.microsoft.com/office/drawing/2014/main" id="{97DDC371-EEAC-46B5-9BB5-DBBC92279180}"/>
                  </a:ext>
                </a:extLst>
              </p:cNvPr>
              <p:cNvSpPr/>
              <p:nvPr/>
            </p:nvSpPr>
            <p:spPr>
              <a:xfrm>
                <a:off x="5348160" y="2508840"/>
                <a:ext cx="61200" cy="105120"/>
              </a:xfrm>
              <a:prstGeom prst="line">
                <a:avLst/>
              </a:prstGeom>
              <a:ln>
                <a:solidFill>
                  <a:srgbClr val="9A9A9A"/>
                </a:solidFill>
              </a:ln>
            </p:spPr>
            <p:style>
              <a:lnRef idx="0">
                <a:scrgbClr r="0" g="0" b="0"/>
              </a:lnRef>
              <a:fillRef idx="0">
                <a:scrgbClr r="0" g="0" b="0"/>
              </a:fillRef>
              <a:effectRef idx="0">
                <a:scrgbClr r="0" g="0" b="0"/>
              </a:effectRef>
              <a:fontRef idx="minor"/>
            </p:style>
          </p:sp>
          <p:sp>
            <p:nvSpPr>
              <p:cNvPr id="2101" name="Line 1085">
                <a:extLst>
                  <a:ext uri="{FF2B5EF4-FFF2-40B4-BE49-F238E27FC236}">
                    <a16:creationId xmlns:a16="http://schemas.microsoft.com/office/drawing/2014/main" id="{DDCC0018-3D29-4FE3-9A0A-BE050632171B}"/>
                  </a:ext>
                </a:extLst>
              </p:cNvPr>
              <p:cNvSpPr/>
              <p:nvPr/>
            </p:nvSpPr>
            <p:spPr>
              <a:xfrm>
                <a:off x="5409360" y="2613960"/>
                <a:ext cx="59760" cy="82800"/>
              </a:xfrm>
              <a:prstGeom prst="line">
                <a:avLst/>
              </a:prstGeom>
              <a:ln>
                <a:solidFill>
                  <a:srgbClr val="919191"/>
                </a:solidFill>
              </a:ln>
            </p:spPr>
            <p:style>
              <a:lnRef idx="0">
                <a:scrgbClr r="0" g="0" b="0"/>
              </a:lnRef>
              <a:fillRef idx="0">
                <a:scrgbClr r="0" g="0" b="0"/>
              </a:fillRef>
              <a:effectRef idx="0">
                <a:scrgbClr r="0" g="0" b="0"/>
              </a:effectRef>
              <a:fontRef idx="minor"/>
            </p:style>
          </p:sp>
          <p:sp>
            <p:nvSpPr>
              <p:cNvPr id="2102" name="Line 1086">
                <a:extLst>
                  <a:ext uri="{FF2B5EF4-FFF2-40B4-BE49-F238E27FC236}">
                    <a16:creationId xmlns:a16="http://schemas.microsoft.com/office/drawing/2014/main" id="{8A09F354-154A-4E90-B030-1B926ED435AD}"/>
                  </a:ext>
                </a:extLst>
              </p:cNvPr>
              <p:cNvSpPr/>
              <p:nvPr/>
            </p:nvSpPr>
            <p:spPr>
              <a:xfrm>
                <a:off x="5287320" y="2411640"/>
                <a:ext cx="60840" cy="106200"/>
              </a:xfrm>
              <a:prstGeom prst="line">
                <a:avLst/>
              </a:prstGeom>
              <a:ln>
                <a:solidFill>
                  <a:srgbClr val="A2A2A2"/>
                </a:solidFill>
              </a:ln>
            </p:spPr>
            <p:style>
              <a:lnRef idx="0">
                <a:scrgbClr r="0" g="0" b="0"/>
              </a:lnRef>
              <a:fillRef idx="0">
                <a:scrgbClr r="0" g="0" b="0"/>
              </a:fillRef>
              <a:effectRef idx="0">
                <a:scrgbClr r="0" g="0" b="0"/>
              </a:effectRef>
              <a:fontRef idx="minor"/>
            </p:style>
          </p:sp>
          <p:sp>
            <p:nvSpPr>
              <p:cNvPr id="2103" name="Line 1087">
                <a:extLst>
                  <a:ext uri="{FF2B5EF4-FFF2-40B4-BE49-F238E27FC236}">
                    <a16:creationId xmlns:a16="http://schemas.microsoft.com/office/drawing/2014/main" id="{A3F5ED45-5A41-49A7-B3FA-5C1E044E0287}"/>
                  </a:ext>
                </a:extLst>
              </p:cNvPr>
              <p:cNvSpPr/>
              <p:nvPr/>
            </p:nvSpPr>
            <p:spPr>
              <a:xfrm>
                <a:off x="5348160" y="2517840"/>
                <a:ext cx="61200" cy="96120"/>
              </a:xfrm>
              <a:prstGeom prst="line">
                <a:avLst/>
              </a:prstGeom>
              <a:ln>
                <a:solidFill>
                  <a:srgbClr val="989898"/>
                </a:solidFill>
              </a:ln>
            </p:spPr>
            <p:style>
              <a:lnRef idx="0">
                <a:scrgbClr r="0" g="0" b="0"/>
              </a:lnRef>
              <a:fillRef idx="0">
                <a:scrgbClr r="0" g="0" b="0"/>
              </a:fillRef>
              <a:effectRef idx="0">
                <a:scrgbClr r="0" g="0" b="0"/>
              </a:effectRef>
              <a:fontRef idx="minor"/>
            </p:style>
          </p:sp>
          <p:sp>
            <p:nvSpPr>
              <p:cNvPr id="2104" name="Line 1088">
                <a:extLst>
                  <a:ext uri="{FF2B5EF4-FFF2-40B4-BE49-F238E27FC236}">
                    <a16:creationId xmlns:a16="http://schemas.microsoft.com/office/drawing/2014/main" id="{275D0C40-BB53-4993-8DA8-7A507833CA0A}"/>
                  </a:ext>
                </a:extLst>
              </p:cNvPr>
              <p:cNvSpPr/>
              <p:nvPr/>
            </p:nvSpPr>
            <p:spPr>
              <a:xfrm>
                <a:off x="5229000" y="2304720"/>
                <a:ext cx="58320" cy="104760"/>
              </a:xfrm>
              <a:prstGeom prst="line">
                <a:avLst/>
              </a:prstGeom>
              <a:ln>
                <a:solidFill>
                  <a:srgbClr val="ABABAB"/>
                </a:solidFill>
              </a:ln>
            </p:spPr>
            <p:style>
              <a:lnRef idx="0">
                <a:scrgbClr r="0" g="0" b="0"/>
              </a:lnRef>
              <a:fillRef idx="0">
                <a:scrgbClr r="0" g="0" b="0"/>
              </a:fillRef>
              <a:effectRef idx="0">
                <a:scrgbClr r="0" g="0" b="0"/>
              </a:effectRef>
              <a:fontRef idx="minor"/>
            </p:style>
          </p:sp>
          <p:sp>
            <p:nvSpPr>
              <p:cNvPr id="2105" name="Line 1089">
                <a:extLst>
                  <a:ext uri="{FF2B5EF4-FFF2-40B4-BE49-F238E27FC236}">
                    <a16:creationId xmlns:a16="http://schemas.microsoft.com/office/drawing/2014/main" id="{EB44FBE8-4D7A-4754-8210-068FDE4B9C3B}"/>
                  </a:ext>
                </a:extLst>
              </p:cNvPr>
              <p:cNvSpPr/>
              <p:nvPr/>
            </p:nvSpPr>
            <p:spPr>
              <a:xfrm>
                <a:off x="5287320" y="2409480"/>
                <a:ext cx="60840" cy="108360"/>
              </a:xfrm>
              <a:prstGeom prst="line">
                <a:avLst/>
              </a:prstGeom>
              <a:ln>
                <a:solidFill>
                  <a:srgbClr val="A1A1A1"/>
                </a:solidFill>
              </a:ln>
            </p:spPr>
            <p:style>
              <a:lnRef idx="0">
                <a:scrgbClr r="0" g="0" b="0"/>
              </a:lnRef>
              <a:fillRef idx="0">
                <a:scrgbClr r="0" g="0" b="0"/>
              </a:fillRef>
              <a:effectRef idx="0">
                <a:scrgbClr r="0" g="0" b="0"/>
              </a:effectRef>
              <a:fontRef idx="minor"/>
            </p:style>
          </p:sp>
          <p:sp>
            <p:nvSpPr>
              <p:cNvPr id="2106" name="Line 1090">
                <a:extLst>
                  <a:ext uri="{FF2B5EF4-FFF2-40B4-BE49-F238E27FC236}">
                    <a16:creationId xmlns:a16="http://schemas.microsoft.com/office/drawing/2014/main" id="{E931C3D8-A7CD-46A6-8882-E39F27272255}"/>
                  </a:ext>
                </a:extLst>
              </p:cNvPr>
              <p:cNvSpPr/>
              <p:nvPr/>
            </p:nvSpPr>
            <p:spPr>
              <a:xfrm>
                <a:off x="5168160" y="2183400"/>
                <a:ext cx="60840" cy="105120"/>
              </a:xfrm>
              <a:prstGeom prst="line">
                <a:avLst/>
              </a:prstGeom>
              <a:ln>
                <a:solidFill>
                  <a:srgbClr val="B5B5B5"/>
                </a:solidFill>
              </a:ln>
            </p:spPr>
            <p:style>
              <a:lnRef idx="0">
                <a:scrgbClr r="0" g="0" b="0"/>
              </a:lnRef>
              <a:fillRef idx="0">
                <a:scrgbClr r="0" g="0" b="0"/>
              </a:fillRef>
              <a:effectRef idx="0">
                <a:scrgbClr r="0" g="0" b="0"/>
              </a:effectRef>
              <a:fontRef idx="minor"/>
            </p:style>
          </p:sp>
          <p:sp>
            <p:nvSpPr>
              <p:cNvPr id="2107" name="Line 1091">
                <a:extLst>
                  <a:ext uri="{FF2B5EF4-FFF2-40B4-BE49-F238E27FC236}">
                    <a16:creationId xmlns:a16="http://schemas.microsoft.com/office/drawing/2014/main" id="{1BD51F62-18BA-4672-86CB-649CEC005509}"/>
                  </a:ext>
                </a:extLst>
              </p:cNvPr>
              <p:cNvSpPr/>
              <p:nvPr/>
            </p:nvSpPr>
            <p:spPr>
              <a:xfrm>
                <a:off x="5229000" y="2288520"/>
                <a:ext cx="58320" cy="120960"/>
              </a:xfrm>
              <a:prstGeom prst="line">
                <a:avLst/>
              </a:prstGeom>
              <a:ln>
                <a:solidFill>
                  <a:srgbClr val="AAAAAA"/>
                </a:solidFill>
              </a:ln>
            </p:spPr>
            <p:style>
              <a:lnRef idx="0">
                <a:scrgbClr r="0" g="0" b="0"/>
              </a:lnRef>
              <a:fillRef idx="0">
                <a:scrgbClr r="0" g="0" b="0"/>
              </a:fillRef>
              <a:effectRef idx="0">
                <a:scrgbClr r="0" g="0" b="0"/>
              </a:effectRef>
              <a:fontRef idx="minor"/>
            </p:style>
          </p:sp>
          <p:sp>
            <p:nvSpPr>
              <p:cNvPr id="2108" name="Line 1092">
                <a:extLst>
                  <a:ext uri="{FF2B5EF4-FFF2-40B4-BE49-F238E27FC236}">
                    <a16:creationId xmlns:a16="http://schemas.microsoft.com/office/drawing/2014/main" id="{E854BD9E-5047-4E4E-A354-05DC61121A43}"/>
                  </a:ext>
                </a:extLst>
              </p:cNvPr>
              <p:cNvSpPr/>
              <p:nvPr/>
            </p:nvSpPr>
            <p:spPr>
              <a:xfrm>
                <a:off x="5106960" y="2049120"/>
                <a:ext cx="61200" cy="105120"/>
              </a:xfrm>
              <a:prstGeom prst="line">
                <a:avLst/>
              </a:prstGeom>
              <a:ln>
                <a:solidFill>
                  <a:srgbClr val="C0C0C0"/>
                </a:solidFill>
              </a:ln>
            </p:spPr>
            <p:style>
              <a:lnRef idx="0">
                <a:scrgbClr r="0" g="0" b="0"/>
              </a:lnRef>
              <a:fillRef idx="0">
                <a:scrgbClr r="0" g="0" b="0"/>
              </a:fillRef>
              <a:effectRef idx="0">
                <a:scrgbClr r="0" g="0" b="0"/>
              </a:effectRef>
              <a:fontRef idx="minor"/>
            </p:style>
          </p:sp>
          <p:sp>
            <p:nvSpPr>
              <p:cNvPr id="2109" name="Line 1093">
                <a:extLst>
                  <a:ext uri="{FF2B5EF4-FFF2-40B4-BE49-F238E27FC236}">
                    <a16:creationId xmlns:a16="http://schemas.microsoft.com/office/drawing/2014/main" id="{54B4BDBD-854A-45F5-A46B-3F5CB74716A2}"/>
                  </a:ext>
                </a:extLst>
              </p:cNvPr>
              <p:cNvSpPr/>
              <p:nvPr/>
            </p:nvSpPr>
            <p:spPr>
              <a:xfrm>
                <a:off x="5168160" y="2154240"/>
                <a:ext cx="60840" cy="134280"/>
              </a:xfrm>
              <a:prstGeom prst="line">
                <a:avLst/>
              </a:prstGeom>
              <a:ln>
                <a:solidFill>
                  <a:srgbClr val="B5B5B5"/>
                </a:solidFill>
              </a:ln>
            </p:spPr>
            <p:style>
              <a:lnRef idx="0">
                <a:scrgbClr r="0" g="0" b="0"/>
              </a:lnRef>
              <a:fillRef idx="0">
                <a:scrgbClr r="0" g="0" b="0"/>
              </a:fillRef>
              <a:effectRef idx="0">
                <a:scrgbClr r="0" g="0" b="0"/>
              </a:effectRef>
              <a:fontRef idx="minor"/>
            </p:style>
          </p:sp>
          <p:sp>
            <p:nvSpPr>
              <p:cNvPr id="2110" name="Line 1094">
                <a:extLst>
                  <a:ext uri="{FF2B5EF4-FFF2-40B4-BE49-F238E27FC236}">
                    <a16:creationId xmlns:a16="http://schemas.microsoft.com/office/drawing/2014/main" id="{58908164-B47E-4C7E-BF1F-4C89E6041422}"/>
                  </a:ext>
                </a:extLst>
              </p:cNvPr>
              <p:cNvSpPr/>
              <p:nvPr/>
            </p:nvSpPr>
            <p:spPr>
              <a:xfrm>
                <a:off x="5046840" y="1904040"/>
                <a:ext cx="60120" cy="104040"/>
              </a:xfrm>
              <a:prstGeom prst="line">
                <a:avLst/>
              </a:prstGeom>
              <a:ln>
                <a:solidFill>
                  <a:srgbClr val="CDCDCD"/>
                </a:solidFill>
              </a:ln>
            </p:spPr>
            <p:style>
              <a:lnRef idx="0">
                <a:scrgbClr r="0" g="0" b="0"/>
              </a:lnRef>
              <a:fillRef idx="0">
                <a:scrgbClr r="0" g="0" b="0"/>
              </a:fillRef>
              <a:effectRef idx="0">
                <a:scrgbClr r="0" g="0" b="0"/>
              </a:effectRef>
              <a:fontRef idx="minor"/>
            </p:style>
          </p:sp>
          <p:sp>
            <p:nvSpPr>
              <p:cNvPr id="2111" name="Line 1095">
                <a:extLst>
                  <a:ext uri="{FF2B5EF4-FFF2-40B4-BE49-F238E27FC236}">
                    <a16:creationId xmlns:a16="http://schemas.microsoft.com/office/drawing/2014/main" id="{886AB884-6D91-415B-9996-D48831BD3519}"/>
                  </a:ext>
                </a:extLst>
              </p:cNvPr>
              <p:cNvSpPr/>
              <p:nvPr/>
            </p:nvSpPr>
            <p:spPr>
              <a:xfrm>
                <a:off x="5106960" y="2008080"/>
                <a:ext cx="61200" cy="146160"/>
              </a:xfrm>
              <a:prstGeom prst="line">
                <a:avLst/>
              </a:prstGeom>
              <a:ln>
                <a:solidFill>
                  <a:srgbClr val="C1C1C1"/>
                </a:solidFill>
              </a:ln>
            </p:spPr>
            <p:style>
              <a:lnRef idx="0">
                <a:scrgbClr r="0" g="0" b="0"/>
              </a:lnRef>
              <a:fillRef idx="0">
                <a:scrgbClr r="0" g="0" b="0"/>
              </a:fillRef>
              <a:effectRef idx="0">
                <a:scrgbClr r="0" g="0" b="0"/>
              </a:effectRef>
              <a:fontRef idx="minor"/>
            </p:style>
          </p:sp>
          <p:sp>
            <p:nvSpPr>
              <p:cNvPr id="2112" name="Line 1096">
                <a:extLst>
                  <a:ext uri="{FF2B5EF4-FFF2-40B4-BE49-F238E27FC236}">
                    <a16:creationId xmlns:a16="http://schemas.microsoft.com/office/drawing/2014/main" id="{55432F7B-9C32-44B6-8244-98CB260FC1EB}"/>
                  </a:ext>
                </a:extLst>
              </p:cNvPr>
              <p:cNvSpPr/>
              <p:nvPr/>
            </p:nvSpPr>
            <p:spPr>
              <a:xfrm>
                <a:off x="4986000" y="1746000"/>
                <a:ext cx="60840" cy="104040"/>
              </a:xfrm>
              <a:prstGeom prst="line">
                <a:avLst/>
              </a:prstGeom>
              <a:ln>
                <a:solidFill>
                  <a:srgbClr val="DBDBDB"/>
                </a:solidFill>
              </a:ln>
            </p:spPr>
            <p:style>
              <a:lnRef idx="0">
                <a:scrgbClr r="0" g="0" b="0"/>
              </a:lnRef>
              <a:fillRef idx="0">
                <a:scrgbClr r="0" g="0" b="0"/>
              </a:fillRef>
              <a:effectRef idx="0">
                <a:scrgbClr r="0" g="0" b="0"/>
              </a:effectRef>
              <a:fontRef idx="minor"/>
            </p:style>
          </p:sp>
          <p:sp>
            <p:nvSpPr>
              <p:cNvPr id="2113" name="Line 1097">
                <a:extLst>
                  <a:ext uri="{FF2B5EF4-FFF2-40B4-BE49-F238E27FC236}">
                    <a16:creationId xmlns:a16="http://schemas.microsoft.com/office/drawing/2014/main" id="{B870E7FF-6461-43FA-898A-66CC2C9B87A9}"/>
                  </a:ext>
                </a:extLst>
              </p:cNvPr>
              <p:cNvSpPr/>
              <p:nvPr/>
            </p:nvSpPr>
            <p:spPr>
              <a:xfrm>
                <a:off x="5046840" y="1850040"/>
                <a:ext cx="60120" cy="158040"/>
              </a:xfrm>
              <a:prstGeom prst="line">
                <a:avLst/>
              </a:prstGeom>
              <a:ln>
                <a:solidFill>
                  <a:srgbClr val="CECECE"/>
                </a:solidFill>
              </a:ln>
            </p:spPr>
            <p:style>
              <a:lnRef idx="0">
                <a:scrgbClr r="0" g="0" b="0"/>
              </a:lnRef>
              <a:fillRef idx="0">
                <a:scrgbClr r="0" g="0" b="0"/>
              </a:fillRef>
              <a:effectRef idx="0">
                <a:scrgbClr r="0" g="0" b="0"/>
              </a:effectRef>
              <a:fontRef idx="minor"/>
            </p:style>
          </p:sp>
          <p:sp>
            <p:nvSpPr>
              <p:cNvPr id="2114" name="Line 1098">
                <a:extLst>
                  <a:ext uri="{FF2B5EF4-FFF2-40B4-BE49-F238E27FC236}">
                    <a16:creationId xmlns:a16="http://schemas.microsoft.com/office/drawing/2014/main" id="{386BCB52-33F6-480E-BF78-D5384129C645}"/>
                  </a:ext>
                </a:extLst>
              </p:cNvPr>
              <p:cNvSpPr/>
              <p:nvPr/>
            </p:nvSpPr>
            <p:spPr>
              <a:xfrm>
                <a:off x="6436080" y="2323440"/>
                <a:ext cx="60840" cy="92160"/>
              </a:xfrm>
              <a:prstGeom prst="line">
                <a:avLst/>
              </a:prstGeom>
              <a:ln>
                <a:solidFill>
                  <a:srgbClr val="C2C2C2"/>
                </a:solidFill>
              </a:ln>
            </p:spPr>
            <p:style>
              <a:lnRef idx="0">
                <a:scrgbClr r="0" g="0" b="0"/>
              </a:lnRef>
              <a:fillRef idx="0">
                <a:scrgbClr r="0" g="0" b="0"/>
              </a:fillRef>
              <a:effectRef idx="0">
                <a:scrgbClr r="0" g="0" b="0"/>
              </a:effectRef>
              <a:fontRef idx="minor"/>
            </p:style>
          </p:sp>
          <p:sp>
            <p:nvSpPr>
              <p:cNvPr id="2115" name="Line 1099">
                <a:extLst>
                  <a:ext uri="{FF2B5EF4-FFF2-40B4-BE49-F238E27FC236}">
                    <a16:creationId xmlns:a16="http://schemas.microsoft.com/office/drawing/2014/main" id="{052BB695-D5ED-4025-ACBB-C9DEF128E3DD}"/>
                  </a:ext>
                </a:extLst>
              </p:cNvPr>
              <p:cNvSpPr/>
              <p:nvPr/>
            </p:nvSpPr>
            <p:spPr>
              <a:xfrm flipH="1" flipV="1">
                <a:off x="6496920" y="2193480"/>
                <a:ext cx="60120" cy="92160"/>
              </a:xfrm>
              <a:prstGeom prst="line">
                <a:avLst/>
              </a:prstGeom>
              <a:ln>
                <a:solidFill>
                  <a:srgbClr val="D0D0D0"/>
                </a:solidFill>
              </a:ln>
            </p:spPr>
            <p:style>
              <a:lnRef idx="0">
                <a:scrgbClr r="0" g="0" b="0"/>
              </a:lnRef>
              <a:fillRef idx="0">
                <a:scrgbClr r="0" g="0" b="0"/>
              </a:fillRef>
              <a:effectRef idx="0">
                <a:scrgbClr r="0" g="0" b="0"/>
              </a:effectRef>
              <a:fontRef idx="minor"/>
            </p:style>
          </p:sp>
          <p:sp>
            <p:nvSpPr>
              <p:cNvPr id="2116" name="Line 1100">
                <a:extLst>
                  <a:ext uri="{FF2B5EF4-FFF2-40B4-BE49-F238E27FC236}">
                    <a16:creationId xmlns:a16="http://schemas.microsoft.com/office/drawing/2014/main" id="{F5931CD0-5BD0-4358-B195-1C5A751F14CC}"/>
                  </a:ext>
                </a:extLst>
              </p:cNvPr>
              <p:cNvSpPr/>
              <p:nvPr/>
            </p:nvSpPr>
            <p:spPr>
              <a:xfrm flipV="1">
                <a:off x="6496920" y="2285640"/>
                <a:ext cx="60120" cy="129960"/>
              </a:xfrm>
              <a:prstGeom prst="line">
                <a:avLst/>
              </a:prstGeom>
              <a:ln>
                <a:solidFill>
                  <a:srgbClr val="C4C4C4"/>
                </a:solidFill>
              </a:ln>
            </p:spPr>
            <p:style>
              <a:lnRef idx="0">
                <a:scrgbClr r="0" g="0" b="0"/>
              </a:lnRef>
              <a:fillRef idx="0">
                <a:scrgbClr r="0" g="0" b="0"/>
              </a:fillRef>
              <a:effectRef idx="0">
                <a:scrgbClr r="0" g="0" b="0"/>
              </a:effectRef>
              <a:fontRef idx="minor"/>
            </p:style>
          </p:sp>
          <p:sp>
            <p:nvSpPr>
              <p:cNvPr id="2117" name="Line 1101">
                <a:extLst>
                  <a:ext uri="{FF2B5EF4-FFF2-40B4-BE49-F238E27FC236}">
                    <a16:creationId xmlns:a16="http://schemas.microsoft.com/office/drawing/2014/main" id="{65304377-794E-4018-82F7-0D2062A7194F}"/>
                  </a:ext>
                </a:extLst>
              </p:cNvPr>
              <p:cNvSpPr/>
              <p:nvPr/>
            </p:nvSpPr>
            <p:spPr>
              <a:xfrm>
                <a:off x="6374880" y="2440800"/>
                <a:ext cx="61200" cy="92880"/>
              </a:xfrm>
              <a:prstGeom prst="line">
                <a:avLst/>
              </a:prstGeom>
              <a:ln>
                <a:solidFill>
                  <a:srgbClr val="B6B6B6"/>
                </a:solidFill>
              </a:ln>
            </p:spPr>
            <p:style>
              <a:lnRef idx="0">
                <a:scrgbClr r="0" g="0" b="0"/>
              </a:lnRef>
              <a:fillRef idx="0">
                <a:scrgbClr r="0" g="0" b="0"/>
              </a:fillRef>
              <a:effectRef idx="0">
                <a:scrgbClr r="0" g="0" b="0"/>
              </a:effectRef>
              <a:fontRef idx="minor"/>
            </p:style>
          </p:sp>
          <p:sp>
            <p:nvSpPr>
              <p:cNvPr id="2118" name="Line 1102">
                <a:extLst>
                  <a:ext uri="{FF2B5EF4-FFF2-40B4-BE49-F238E27FC236}">
                    <a16:creationId xmlns:a16="http://schemas.microsoft.com/office/drawing/2014/main" id="{1EE4FBAA-5384-437D-9B95-98AC21B8F85A}"/>
                  </a:ext>
                </a:extLst>
              </p:cNvPr>
              <p:cNvSpPr/>
              <p:nvPr/>
            </p:nvSpPr>
            <p:spPr>
              <a:xfrm flipV="1">
                <a:off x="6436080" y="2415600"/>
                <a:ext cx="60840" cy="118080"/>
              </a:xfrm>
              <a:prstGeom prst="line">
                <a:avLst/>
              </a:prstGeom>
              <a:ln>
                <a:solidFill>
                  <a:srgbClr val="B7B7B7"/>
                </a:solidFill>
              </a:ln>
            </p:spPr>
            <p:style>
              <a:lnRef idx="0">
                <a:scrgbClr r="0" g="0" b="0"/>
              </a:lnRef>
              <a:fillRef idx="0">
                <a:scrgbClr r="0" g="0" b="0"/>
              </a:fillRef>
              <a:effectRef idx="0">
                <a:scrgbClr r="0" g="0" b="0"/>
              </a:effectRef>
              <a:fontRef idx="minor"/>
            </p:style>
          </p:sp>
          <p:sp>
            <p:nvSpPr>
              <p:cNvPr id="2119" name="Line 1103">
                <a:extLst>
                  <a:ext uri="{FF2B5EF4-FFF2-40B4-BE49-F238E27FC236}">
                    <a16:creationId xmlns:a16="http://schemas.microsoft.com/office/drawing/2014/main" id="{8E713D57-8C86-48CC-A4B9-883FA1DAD96E}"/>
                  </a:ext>
                </a:extLst>
              </p:cNvPr>
              <p:cNvSpPr/>
              <p:nvPr/>
            </p:nvSpPr>
            <p:spPr>
              <a:xfrm>
                <a:off x="6315840" y="2545920"/>
                <a:ext cx="59040" cy="91800"/>
              </a:xfrm>
              <a:prstGeom prst="line">
                <a:avLst/>
              </a:prstGeom>
              <a:ln>
                <a:solidFill>
                  <a:srgbClr val="AAAAAA"/>
                </a:solidFill>
              </a:ln>
            </p:spPr>
            <p:style>
              <a:lnRef idx="0">
                <a:scrgbClr r="0" g="0" b="0"/>
              </a:lnRef>
              <a:fillRef idx="0">
                <a:scrgbClr r="0" g="0" b="0"/>
              </a:fillRef>
              <a:effectRef idx="0">
                <a:scrgbClr r="0" g="0" b="0"/>
              </a:effectRef>
              <a:fontRef idx="minor"/>
            </p:style>
          </p:sp>
          <p:sp>
            <p:nvSpPr>
              <p:cNvPr id="2120" name="Line 1104">
                <a:extLst>
                  <a:ext uri="{FF2B5EF4-FFF2-40B4-BE49-F238E27FC236}">
                    <a16:creationId xmlns:a16="http://schemas.microsoft.com/office/drawing/2014/main" id="{5921D2C0-F31A-4E01-878C-5AB1CCF5F22B}"/>
                  </a:ext>
                </a:extLst>
              </p:cNvPr>
              <p:cNvSpPr/>
              <p:nvPr/>
            </p:nvSpPr>
            <p:spPr>
              <a:xfrm flipV="1">
                <a:off x="6374880" y="2533680"/>
                <a:ext cx="61200" cy="104040"/>
              </a:xfrm>
              <a:prstGeom prst="line">
                <a:avLst/>
              </a:prstGeom>
              <a:ln>
                <a:solidFill>
                  <a:srgbClr val="ABABAB"/>
                </a:solidFill>
              </a:ln>
            </p:spPr>
            <p:style>
              <a:lnRef idx="0">
                <a:scrgbClr r="0" g="0" b="0"/>
              </a:lnRef>
              <a:fillRef idx="0">
                <a:scrgbClr r="0" g="0" b="0"/>
              </a:fillRef>
              <a:effectRef idx="0">
                <a:scrgbClr r="0" g="0" b="0"/>
              </a:effectRef>
              <a:fontRef idx="minor"/>
            </p:style>
          </p:sp>
          <p:sp>
            <p:nvSpPr>
              <p:cNvPr id="2121" name="Line 1105">
                <a:extLst>
                  <a:ext uri="{FF2B5EF4-FFF2-40B4-BE49-F238E27FC236}">
                    <a16:creationId xmlns:a16="http://schemas.microsoft.com/office/drawing/2014/main" id="{41F231E9-223F-48C2-BEE7-5381DF83C655}"/>
                  </a:ext>
                </a:extLst>
              </p:cNvPr>
              <p:cNvSpPr/>
              <p:nvPr/>
            </p:nvSpPr>
            <p:spPr>
              <a:xfrm>
                <a:off x="6255720" y="2637720"/>
                <a:ext cx="60120" cy="92160"/>
              </a:xfrm>
              <a:prstGeom prst="line">
                <a:avLst/>
              </a:prstGeom>
              <a:ln>
                <a:solidFill>
                  <a:srgbClr val="A0A0A0"/>
                </a:solidFill>
              </a:ln>
            </p:spPr>
            <p:style>
              <a:lnRef idx="0">
                <a:scrgbClr r="0" g="0" b="0"/>
              </a:lnRef>
              <a:fillRef idx="0">
                <a:scrgbClr r="0" g="0" b="0"/>
              </a:fillRef>
              <a:effectRef idx="0">
                <a:scrgbClr r="0" g="0" b="0"/>
              </a:effectRef>
              <a:fontRef idx="minor"/>
            </p:style>
          </p:sp>
          <p:sp>
            <p:nvSpPr>
              <p:cNvPr id="2122" name="Line 1106">
                <a:extLst>
                  <a:ext uri="{FF2B5EF4-FFF2-40B4-BE49-F238E27FC236}">
                    <a16:creationId xmlns:a16="http://schemas.microsoft.com/office/drawing/2014/main" id="{32D09F8B-FBA8-42A2-A105-7763144FF9FB}"/>
                  </a:ext>
                </a:extLst>
              </p:cNvPr>
              <p:cNvSpPr/>
              <p:nvPr/>
            </p:nvSpPr>
            <p:spPr>
              <a:xfrm flipV="1">
                <a:off x="6315840" y="2637720"/>
                <a:ext cx="59040" cy="92160"/>
              </a:xfrm>
              <a:prstGeom prst="line">
                <a:avLst/>
              </a:prstGeom>
              <a:ln>
                <a:solidFill>
                  <a:srgbClr val="A0A0A0"/>
                </a:solidFill>
              </a:ln>
            </p:spPr>
            <p:style>
              <a:lnRef idx="0">
                <a:scrgbClr r="0" g="0" b="0"/>
              </a:lnRef>
              <a:fillRef idx="0">
                <a:scrgbClr r="0" g="0" b="0"/>
              </a:fillRef>
              <a:effectRef idx="0">
                <a:scrgbClr r="0" g="0" b="0"/>
              </a:effectRef>
              <a:fontRef idx="minor"/>
            </p:style>
          </p:sp>
          <p:sp>
            <p:nvSpPr>
              <p:cNvPr id="2123" name="Line 1107">
                <a:extLst>
                  <a:ext uri="{FF2B5EF4-FFF2-40B4-BE49-F238E27FC236}">
                    <a16:creationId xmlns:a16="http://schemas.microsoft.com/office/drawing/2014/main" id="{584514E9-2873-4967-9D15-7BB1FC1E07FA}"/>
                  </a:ext>
                </a:extLst>
              </p:cNvPr>
              <p:cNvSpPr/>
              <p:nvPr/>
            </p:nvSpPr>
            <p:spPr>
              <a:xfrm>
                <a:off x="6194880" y="2716920"/>
                <a:ext cx="60840" cy="93240"/>
              </a:xfrm>
              <a:prstGeom prst="line">
                <a:avLst/>
              </a:prstGeom>
              <a:ln>
                <a:solidFill>
                  <a:srgbClr val="979797"/>
                </a:solidFill>
              </a:ln>
            </p:spPr>
            <p:style>
              <a:lnRef idx="0">
                <a:scrgbClr r="0" g="0" b="0"/>
              </a:lnRef>
              <a:fillRef idx="0">
                <a:scrgbClr r="0" g="0" b="0"/>
              </a:fillRef>
              <a:effectRef idx="0">
                <a:scrgbClr r="0" g="0" b="0"/>
              </a:effectRef>
              <a:fontRef idx="minor"/>
            </p:style>
          </p:sp>
          <p:sp>
            <p:nvSpPr>
              <p:cNvPr id="2124" name="Line 1108">
                <a:extLst>
                  <a:ext uri="{FF2B5EF4-FFF2-40B4-BE49-F238E27FC236}">
                    <a16:creationId xmlns:a16="http://schemas.microsoft.com/office/drawing/2014/main" id="{9EC89CD6-FFD3-4610-9526-D668F4FB52FF}"/>
                  </a:ext>
                </a:extLst>
              </p:cNvPr>
              <p:cNvSpPr/>
              <p:nvPr/>
            </p:nvSpPr>
            <p:spPr>
              <a:xfrm flipV="1">
                <a:off x="6255720" y="2729880"/>
                <a:ext cx="60120" cy="80280"/>
              </a:xfrm>
              <a:prstGeom prst="line">
                <a:avLst/>
              </a:prstGeom>
              <a:ln>
                <a:solidFill>
                  <a:srgbClr val="969696"/>
                </a:solidFill>
              </a:ln>
            </p:spPr>
            <p:style>
              <a:lnRef idx="0">
                <a:scrgbClr r="0" g="0" b="0"/>
              </a:lnRef>
              <a:fillRef idx="0">
                <a:scrgbClr r="0" g="0" b="0"/>
              </a:fillRef>
              <a:effectRef idx="0">
                <a:scrgbClr r="0" g="0" b="0"/>
              </a:effectRef>
              <a:fontRef idx="minor"/>
            </p:style>
          </p:sp>
          <p:sp>
            <p:nvSpPr>
              <p:cNvPr id="2125" name="Line 1109">
                <a:extLst>
                  <a:ext uri="{FF2B5EF4-FFF2-40B4-BE49-F238E27FC236}">
                    <a16:creationId xmlns:a16="http://schemas.microsoft.com/office/drawing/2014/main" id="{B92CE786-F085-4136-8D81-F199DF6D1724}"/>
                  </a:ext>
                </a:extLst>
              </p:cNvPr>
              <p:cNvSpPr/>
              <p:nvPr/>
            </p:nvSpPr>
            <p:spPr>
              <a:xfrm>
                <a:off x="6133680" y="2784960"/>
                <a:ext cx="61200" cy="92160"/>
              </a:xfrm>
              <a:prstGeom prst="line">
                <a:avLst/>
              </a:prstGeom>
              <a:ln>
                <a:solidFill>
                  <a:srgbClr val="8F8F8F"/>
                </a:solidFill>
              </a:ln>
            </p:spPr>
            <p:style>
              <a:lnRef idx="0">
                <a:scrgbClr r="0" g="0" b="0"/>
              </a:lnRef>
              <a:fillRef idx="0">
                <a:scrgbClr r="0" g="0" b="0"/>
              </a:fillRef>
              <a:effectRef idx="0">
                <a:scrgbClr r="0" g="0" b="0"/>
              </a:effectRef>
              <a:fontRef idx="minor"/>
            </p:style>
          </p:sp>
          <p:sp>
            <p:nvSpPr>
              <p:cNvPr id="2126" name="Line 1110">
                <a:extLst>
                  <a:ext uri="{FF2B5EF4-FFF2-40B4-BE49-F238E27FC236}">
                    <a16:creationId xmlns:a16="http://schemas.microsoft.com/office/drawing/2014/main" id="{930FED31-F3C0-410F-9EC8-FB0CBECE1BFB}"/>
                  </a:ext>
                </a:extLst>
              </p:cNvPr>
              <p:cNvSpPr/>
              <p:nvPr/>
            </p:nvSpPr>
            <p:spPr>
              <a:xfrm flipV="1">
                <a:off x="6194880" y="2810160"/>
                <a:ext cx="60840" cy="66960"/>
              </a:xfrm>
              <a:prstGeom prst="line">
                <a:avLst/>
              </a:prstGeom>
              <a:ln>
                <a:solidFill>
                  <a:srgbClr val="8E8E8E"/>
                </a:solidFill>
              </a:ln>
            </p:spPr>
            <p:style>
              <a:lnRef idx="0">
                <a:scrgbClr r="0" g="0" b="0"/>
              </a:lnRef>
              <a:fillRef idx="0">
                <a:scrgbClr r="0" g="0" b="0"/>
              </a:fillRef>
              <a:effectRef idx="0">
                <a:scrgbClr r="0" g="0" b="0"/>
              </a:effectRef>
              <a:fontRef idx="minor"/>
            </p:style>
          </p:sp>
          <p:sp>
            <p:nvSpPr>
              <p:cNvPr id="2127" name="Line 1111">
                <a:extLst>
                  <a:ext uri="{FF2B5EF4-FFF2-40B4-BE49-F238E27FC236}">
                    <a16:creationId xmlns:a16="http://schemas.microsoft.com/office/drawing/2014/main" id="{03B4F451-F28F-4F83-9362-A65BC24DA05C}"/>
                  </a:ext>
                </a:extLst>
              </p:cNvPr>
              <p:cNvSpPr/>
              <p:nvPr/>
            </p:nvSpPr>
            <p:spPr>
              <a:xfrm>
                <a:off x="6073560" y="2840040"/>
                <a:ext cx="60120" cy="92160"/>
              </a:xfrm>
              <a:prstGeom prst="line">
                <a:avLst/>
              </a:prstGeom>
              <a:ln>
                <a:solidFill>
                  <a:srgbClr val="898989"/>
                </a:solidFill>
              </a:ln>
            </p:spPr>
            <p:style>
              <a:lnRef idx="0">
                <a:scrgbClr r="0" g="0" b="0"/>
              </a:lnRef>
              <a:fillRef idx="0">
                <a:scrgbClr r="0" g="0" b="0"/>
              </a:fillRef>
              <a:effectRef idx="0">
                <a:scrgbClr r="0" g="0" b="0"/>
              </a:effectRef>
              <a:fontRef idx="minor"/>
            </p:style>
          </p:sp>
          <p:sp>
            <p:nvSpPr>
              <p:cNvPr id="2128" name="Line 1112">
                <a:extLst>
                  <a:ext uri="{FF2B5EF4-FFF2-40B4-BE49-F238E27FC236}">
                    <a16:creationId xmlns:a16="http://schemas.microsoft.com/office/drawing/2014/main" id="{C61C2D66-FA62-4EE0-A78F-BF5863D60C29}"/>
                  </a:ext>
                </a:extLst>
              </p:cNvPr>
              <p:cNvSpPr/>
              <p:nvPr/>
            </p:nvSpPr>
            <p:spPr>
              <a:xfrm flipV="1">
                <a:off x="6133680" y="2877120"/>
                <a:ext cx="61200" cy="55080"/>
              </a:xfrm>
              <a:prstGeom prst="line">
                <a:avLst/>
              </a:prstGeom>
              <a:ln>
                <a:solidFill>
                  <a:srgbClr val="878787"/>
                </a:solidFill>
              </a:ln>
            </p:spPr>
            <p:style>
              <a:lnRef idx="0">
                <a:scrgbClr r="0" g="0" b="0"/>
              </a:lnRef>
              <a:fillRef idx="0">
                <a:scrgbClr r="0" g="0" b="0"/>
              </a:fillRef>
              <a:effectRef idx="0">
                <a:scrgbClr r="0" g="0" b="0"/>
              </a:effectRef>
              <a:fontRef idx="minor"/>
            </p:style>
          </p:sp>
          <p:sp>
            <p:nvSpPr>
              <p:cNvPr id="2129" name="Line 1113">
                <a:extLst>
                  <a:ext uri="{FF2B5EF4-FFF2-40B4-BE49-F238E27FC236}">
                    <a16:creationId xmlns:a16="http://schemas.microsoft.com/office/drawing/2014/main" id="{50A20D91-DBDB-4E82-890F-7383FDF718A4}"/>
                  </a:ext>
                </a:extLst>
              </p:cNvPr>
              <p:cNvSpPr/>
              <p:nvPr/>
            </p:nvSpPr>
            <p:spPr>
              <a:xfrm>
                <a:off x="6012720" y="2882160"/>
                <a:ext cx="60840" cy="92160"/>
              </a:xfrm>
              <a:prstGeom prst="line">
                <a:avLst/>
              </a:prstGeom>
              <a:ln>
                <a:solidFill>
                  <a:srgbClr val="838383"/>
                </a:solidFill>
              </a:ln>
            </p:spPr>
            <p:style>
              <a:lnRef idx="0">
                <a:scrgbClr r="0" g="0" b="0"/>
              </a:lnRef>
              <a:fillRef idx="0">
                <a:scrgbClr r="0" g="0" b="0"/>
              </a:fillRef>
              <a:effectRef idx="0">
                <a:scrgbClr r="0" g="0" b="0"/>
              </a:effectRef>
              <a:fontRef idx="minor"/>
            </p:style>
          </p:sp>
          <p:sp>
            <p:nvSpPr>
              <p:cNvPr id="2130" name="Line 1114">
                <a:extLst>
                  <a:ext uri="{FF2B5EF4-FFF2-40B4-BE49-F238E27FC236}">
                    <a16:creationId xmlns:a16="http://schemas.microsoft.com/office/drawing/2014/main" id="{5A25A364-FFDF-493F-9F36-419F2C189F60}"/>
                  </a:ext>
                </a:extLst>
              </p:cNvPr>
              <p:cNvSpPr/>
              <p:nvPr/>
            </p:nvSpPr>
            <p:spPr>
              <a:xfrm flipV="1">
                <a:off x="6073560" y="2932200"/>
                <a:ext cx="60120" cy="42120"/>
              </a:xfrm>
              <a:prstGeom prst="line">
                <a:avLst/>
              </a:prstGeom>
              <a:ln>
                <a:solidFill>
                  <a:srgbClr val="818181"/>
                </a:solidFill>
              </a:ln>
            </p:spPr>
            <p:style>
              <a:lnRef idx="0">
                <a:scrgbClr r="0" g="0" b="0"/>
              </a:lnRef>
              <a:fillRef idx="0">
                <a:scrgbClr r="0" g="0" b="0"/>
              </a:fillRef>
              <a:effectRef idx="0">
                <a:scrgbClr r="0" g="0" b="0"/>
              </a:effectRef>
              <a:fontRef idx="minor"/>
            </p:style>
          </p:sp>
          <p:sp>
            <p:nvSpPr>
              <p:cNvPr id="2131" name="Line 1115">
                <a:extLst>
                  <a:ext uri="{FF2B5EF4-FFF2-40B4-BE49-F238E27FC236}">
                    <a16:creationId xmlns:a16="http://schemas.microsoft.com/office/drawing/2014/main" id="{951261B2-565B-499D-98EA-00093DCD4604}"/>
                  </a:ext>
                </a:extLst>
              </p:cNvPr>
              <p:cNvSpPr/>
              <p:nvPr/>
            </p:nvSpPr>
            <p:spPr>
              <a:xfrm>
                <a:off x="5953680" y="2910960"/>
                <a:ext cx="59040" cy="92160"/>
              </a:xfrm>
              <a:prstGeom prst="line">
                <a:avLst/>
              </a:prstGeom>
              <a:ln>
                <a:solidFill>
                  <a:srgbClr val="7F7F7F"/>
                </a:solidFill>
              </a:ln>
            </p:spPr>
            <p:style>
              <a:lnRef idx="0">
                <a:scrgbClr r="0" g="0" b="0"/>
              </a:lnRef>
              <a:fillRef idx="0">
                <a:scrgbClr r="0" g="0" b="0"/>
              </a:fillRef>
              <a:effectRef idx="0">
                <a:scrgbClr r="0" g="0" b="0"/>
              </a:effectRef>
              <a:fontRef idx="minor"/>
            </p:style>
          </p:sp>
          <p:sp>
            <p:nvSpPr>
              <p:cNvPr id="2132" name="Line 1116">
                <a:extLst>
                  <a:ext uri="{FF2B5EF4-FFF2-40B4-BE49-F238E27FC236}">
                    <a16:creationId xmlns:a16="http://schemas.microsoft.com/office/drawing/2014/main" id="{4738DC9A-E790-4CE1-8821-739A71A418BA}"/>
                  </a:ext>
                </a:extLst>
              </p:cNvPr>
              <p:cNvSpPr/>
              <p:nvPr/>
            </p:nvSpPr>
            <p:spPr>
              <a:xfrm flipV="1">
                <a:off x="6012720" y="2974320"/>
                <a:ext cx="60840" cy="28800"/>
              </a:xfrm>
              <a:prstGeom prst="line">
                <a:avLst/>
              </a:prstGeom>
              <a:ln>
                <a:solidFill>
                  <a:srgbClr val="7C7C7C"/>
                </a:solidFill>
              </a:ln>
            </p:spPr>
            <p:style>
              <a:lnRef idx="0">
                <a:scrgbClr r="0" g="0" b="0"/>
              </a:lnRef>
              <a:fillRef idx="0">
                <a:scrgbClr r="0" g="0" b="0"/>
              </a:fillRef>
              <a:effectRef idx="0">
                <a:scrgbClr r="0" g="0" b="0"/>
              </a:effectRef>
              <a:fontRef idx="minor"/>
            </p:style>
          </p:sp>
          <p:sp>
            <p:nvSpPr>
              <p:cNvPr id="2133" name="Line 1117">
                <a:extLst>
                  <a:ext uri="{FF2B5EF4-FFF2-40B4-BE49-F238E27FC236}">
                    <a16:creationId xmlns:a16="http://schemas.microsoft.com/office/drawing/2014/main" id="{5CBCCCC8-42A8-4295-827F-8B2EEAE54849}"/>
                  </a:ext>
                </a:extLst>
              </p:cNvPr>
              <p:cNvSpPr/>
              <p:nvPr/>
            </p:nvSpPr>
            <p:spPr>
              <a:xfrm>
                <a:off x="5892480" y="2928240"/>
                <a:ext cx="61200" cy="92880"/>
              </a:xfrm>
              <a:prstGeom prst="line">
                <a:avLst/>
              </a:prstGeom>
              <a:ln>
                <a:solidFill>
                  <a:srgbClr val="7C7C7C"/>
                </a:solidFill>
              </a:ln>
            </p:spPr>
            <p:style>
              <a:lnRef idx="0">
                <a:scrgbClr r="0" g="0" b="0"/>
              </a:lnRef>
              <a:fillRef idx="0">
                <a:scrgbClr r="0" g="0" b="0"/>
              </a:fillRef>
              <a:effectRef idx="0">
                <a:scrgbClr r="0" g="0" b="0"/>
              </a:effectRef>
              <a:fontRef idx="minor"/>
            </p:style>
          </p:sp>
          <p:sp>
            <p:nvSpPr>
              <p:cNvPr id="2134" name="Line 1118">
                <a:extLst>
                  <a:ext uri="{FF2B5EF4-FFF2-40B4-BE49-F238E27FC236}">
                    <a16:creationId xmlns:a16="http://schemas.microsoft.com/office/drawing/2014/main" id="{BF3311D9-F99A-4AB5-8DC4-313A0A101DB9}"/>
                  </a:ext>
                </a:extLst>
              </p:cNvPr>
              <p:cNvSpPr/>
              <p:nvPr/>
            </p:nvSpPr>
            <p:spPr>
              <a:xfrm flipV="1">
                <a:off x="5953680" y="3003120"/>
                <a:ext cx="59040" cy="18000"/>
              </a:xfrm>
              <a:prstGeom prst="line">
                <a:avLst/>
              </a:prstGeom>
              <a:ln>
                <a:solidFill>
                  <a:srgbClr val="787878"/>
                </a:solidFill>
              </a:ln>
            </p:spPr>
            <p:style>
              <a:lnRef idx="0">
                <a:scrgbClr r="0" g="0" b="0"/>
              </a:lnRef>
              <a:fillRef idx="0">
                <a:scrgbClr r="0" g="0" b="0"/>
              </a:fillRef>
              <a:effectRef idx="0">
                <a:scrgbClr r="0" g="0" b="0"/>
              </a:effectRef>
              <a:fontRef idx="minor"/>
            </p:style>
          </p:sp>
          <p:sp>
            <p:nvSpPr>
              <p:cNvPr id="2135" name="Line 1119">
                <a:extLst>
                  <a:ext uri="{FF2B5EF4-FFF2-40B4-BE49-F238E27FC236}">
                    <a16:creationId xmlns:a16="http://schemas.microsoft.com/office/drawing/2014/main" id="{45906C61-86CE-43E3-9449-AC52EBECBE70}"/>
                  </a:ext>
                </a:extLst>
              </p:cNvPr>
              <p:cNvSpPr/>
              <p:nvPr/>
            </p:nvSpPr>
            <p:spPr>
              <a:xfrm>
                <a:off x="5832720" y="2933280"/>
                <a:ext cx="59760" cy="91800"/>
              </a:xfrm>
              <a:prstGeom prst="line">
                <a:avLst/>
              </a:prstGeom>
              <a:ln>
                <a:solidFill>
                  <a:srgbClr val="7A7A7A"/>
                </a:solidFill>
              </a:ln>
            </p:spPr>
            <p:style>
              <a:lnRef idx="0">
                <a:scrgbClr r="0" g="0" b="0"/>
              </a:lnRef>
              <a:fillRef idx="0">
                <a:scrgbClr r="0" g="0" b="0"/>
              </a:fillRef>
              <a:effectRef idx="0">
                <a:scrgbClr r="0" g="0" b="0"/>
              </a:effectRef>
              <a:fontRef idx="minor"/>
            </p:style>
          </p:sp>
          <p:sp>
            <p:nvSpPr>
              <p:cNvPr id="2136" name="Line 1120">
                <a:extLst>
                  <a:ext uri="{FF2B5EF4-FFF2-40B4-BE49-F238E27FC236}">
                    <a16:creationId xmlns:a16="http://schemas.microsoft.com/office/drawing/2014/main" id="{8CB6A21C-3AD2-48A0-AC02-4C0B21C3D897}"/>
                  </a:ext>
                </a:extLst>
              </p:cNvPr>
              <p:cNvSpPr/>
              <p:nvPr/>
            </p:nvSpPr>
            <p:spPr>
              <a:xfrm flipV="1">
                <a:off x="5892480" y="3021120"/>
                <a:ext cx="61200" cy="3960"/>
              </a:xfrm>
              <a:prstGeom prst="line">
                <a:avLst/>
              </a:prstGeom>
              <a:ln>
                <a:solidFill>
                  <a:srgbClr val="767676"/>
                </a:solidFill>
              </a:ln>
            </p:spPr>
            <p:style>
              <a:lnRef idx="0">
                <a:scrgbClr r="0" g="0" b="0"/>
              </a:lnRef>
              <a:fillRef idx="0">
                <a:scrgbClr r="0" g="0" b="0"/>
              </a:fillRef>
              <a:effectRef idx="0">
                <a:scrgbClr r="0" g="0" b="0"/>
              </a:effectRef>
              <a:fontRef idx="minor"/>
            </p:style>
          </p:sp>
          <p:sp>
            <p:nvSpPr>
              <p:cNvPr id="2137" name="Line 1121">
                <a:extLst>
                  <a:ext uri="{FF2B5EF4-FFF2-40B4-BE49-F238E27FC236}">
                    <a16:creationId xmlns:a16="http://schemas.microsoft.com/office/drawing/2014/main" id="{64F4842A-6745-4FFE-895A-731BEC43D1CC}"/>
                  </a:ext>
                </a:extLst>
              </p:cNvPr>
              <p:cNvSpPr/>
              <p:nvPr/>
            </p:nvSpPr>
            <p:spPr>
              <a:xfrm>
                <a:off x="5771520" y="2925000"/>
                <a:ext cx="61200" cy="92160"/>
              </a:xfrm>
              <a:prstGeom prst="line">
                <a:avLst/>
              </a:prstGeom>
              <a:ln>
                <a:solidFill>
                  <a:srgbClr val="7A7A7A"/>
                </a:solidFill>
              </a:ln>
            </p:spPr>
            <p:style>
              <a:lnRef idx="0">
                <a:scrgbClr r="0" g="0" b="0"/>
              </a:lnRef>
              <a:fillRef idx="0">
                <a:scrgbClr r="0" g="0" b="0"/>
              </a:fillRef>
              <a:effectRef idx="0">
                <a:scrgbClr r="0" g="0" b="0"/>
              </a:effectRef>
              <a:fontRef idx="minor"/>
            </p:style>
          </p:sp>
          <p:sp>
            <p:nvSpPr>
              <p:cNvPr id="2138" name="Line 1122">
                <a:extLst>
                  <a:ext uri="{FF2B5EF4-FFF2-40B4-BE49-F238E27FC236}">
                    <a16:creationId xmlns:a16="http://schemas.microsoft.com/office/drawing/2014/main" id="{3B9BC905-DE8D-4DC6-B157-8B9BA02E95A7}"/>
                  </a:ext>
                </a:extLst>
              </p:cNvPr>
              <p:cNvSpPr/>
              <p:nvPr/>
            </p:nvSpPr>
            <p:spPr>
              <a:xfrm>
                <a:off x="5832720" y="3017160"/>
                <a:ext cx="59760" cy="7920"/>
              </a:xfrm>
              <a:prstGeom prst="line">
                <a:avLst/>
              </a:prstGeom>
              <a:ln>
                <a:solidFill>
                  <a:srgbClr val="757575"/>
                </a:solidFill>
              </a:ln>
            </p:spPr>
            <p:style>
              <a:lnRef idx="0">
                <a:scrgbClr r="0" g="0" b="0"/>
              </a:lnRef>
              <a:fillRef idx="0">
                <a:scrgbClr r="0" g="0" b="0"/>
              </a:fillRef>
              <a:effectRef idx="0">
                <a:scrgbClr r="0" g="0" b="0"/>
              </a:effectRef>
              <a:fontRef idx="minor"/>
            </p:style>
          </p:sp>
          <p:sp>
            <p:nvSpPr>
              <p:cNvPr id="2139" name="Line 1123">
                <a:extLst>
                  <a:ext uri="{FF2B5EF4-FFF2-40B4-BE49-F238E27FC236}">
                    <a16:creationId xmlns:a16="http://schemas.microsoft.com/office/drawing/2014/main" id="{8E09C18C-5A93-4736-B163-F9DD25B82BCD}"/>
                  </a:ext>
                </a:extLst>
              </p:cNvPr>
              <p:cNvSpPr/>
              <p:nvPr/>
            </p:nvSpPr>
            <p:spPr>
              <a:xfrm>
                <a:off x="5710320" y="2905200"/>
                <a:ext cx="61200" cy="92160"/>
              </a:xfrm>
              <a:prstGeom prst="line">
                <a:avLst/>
              </a:prstGeom>
              <a:ln>
                <a:solidFill>
                  <a:srgbClr val="7A7A7A"/>
                </a:solidFill>
              </a:ln>
            </p:spPr>
            <p:style>
              <a:lnRef idx="0">
                <a:scrgbClr r="0" g="0" b="0"/>
              </a:lnRef>
              <a:fillRef idx="0">
                <a:scrgbClr r="0" g="0" b="0"/>
              </a:fillRef>
              <a:effectRef idx="0">
                <a:scrgbClr r="0" g="0" b="0"/>
              </a:effectRef>
              <a:fontRef idx="minor"/>
            </p:style>
          </p:sp>
          <p:sp>
            <p:nvSpPr>
              <p:cNvPr id="2140" name="Line 1124">
                <a:extLst>
                  <a:ext uri="{FF2B5EF4-FFF2-40B4-BE49-F238E27FC236}">
                    <a16:creationId xmlns:a16="http://schemas.microsoft.com/office/drawing/2014/main" id="{217D25FC-FEDF-46A3-9FC4-38D6AD326437}"/>
                  </a:ext>
                </a:extLst>
              </p:cNvPr>
              <p:cNvSpPr/>
              <p:nvPr/>
            </p:nvSpPr>
            <p:spPr>
              <a:xfrm>
                <a:off x="5771520" y="2997360"/>
                <a:ext cx="61200" cy="19800"/>
              </a:xfrm>
              <a:prstGeom prst="line">
                <a:avLst/>
              </a:prstGeom>
              <a:ln>
                <a:solidFill>
                  <a:srgbClr val="757575"/>
                </a:solidFill>
              </a:ln>
            </p:spPr>
            <p:style>
              <a:lnRef idx="0">
                <a:scrgbClr r="0" g="0" b="0"/>
              </a:lnRef>
              <a:fillRef idx="0">
                <a:scrgbClr r="0" g="0" b="0"/>
              </a:fillRef>
              <a:effectRef idx="0">
                <a:scrgbClr r="0" g="0" b="0"/>
              </a:effectRef>
              <a:fontRef idx="minor"/>
            </p:style>
          </p:sp>
          <p:sp>
            <p:nvSpPr>
              <p:cNvPr id="2141" name="Line 1125">
                <a:extLst>
                  <a:ext uri="{FF2B5EF4-FFF2-40B4-BE49-F238E27FC236}">
                    <a16:creationId xmlns:a16="http://schemas.microsoft.com/office/drawing/2014/main" id="{B64D7BA5-CD1F-4467-8CA9-3823C3F57316}"/>
                  </a:ext>
                </a:extLst>
              </p:cNvPr>
              <p:cNvSpPr/>
              <p:nvPr/>
            </p:nvSpPr>
            <p:spPr>
              <a:xfrm>
                <a:off x="5650560" y="2872080"/>
                <a:ext cx="59760" cy="92160"/>
              </a:xfrm>
              <a:prstGeom prst="line">
                <a:avLst/>
              </a:prstGeom>
              <a:ln>
                <a:solidFill>
                  <a:srgbClr val="7C7C7C"/>
                </a:solidFill>
              </a:ln>
            </p:spPr>
            <p:style>
              <a:lnRef idx="0">
                <a:scrgbClr r="0" g="0" b="0"/>
              </a:lnRef>
              <a:fillRef idx="0">
                <a:scrgbClr r="0" g="0" b="0"/>
              </a:fillRef>
              <a:effectRef idx="0">
                <a:scrgbClr r="0" g="0" b="0"/>
              </a:effectRef>
              <a:fontRef idx="minor"/>
            </p:style>
          </p:sp>
          <p:sp>
            <p:nvSpPr>
              <p:cNvPr id="2142" name="Line 1126">
                <a:extLst>
                  <a:ext uri="{FF2B5EF4-FFF2-40B4-BE49-F238E27FC236}">
                    <a16:creationId xmlns:a16="http://schemas.microsoft.com/office/drawing/2014/main" id="{CF963E19-C1C4-4D67-A9B0-28193BA6F6AC}"/>
                  </a:ext>
                </a:extLst>
              </p:cNvPr>
              <p:cNvSpPr/>
              <p:nvPr/>
            </p:nvSpPr>
            <p:spPr>
              <a:xfrm>
                <a:off x="5710320" y="2964240"/>
                <a:ext cx="61200" cy="33120"/>
              </a:xfrm>
              <a:prstGeom prst="line">
                <a:avLst/>
              </a:prstGeom>
              <a:ln>
                <a:solidFill>
                  <a:srgbClr val="767676"/>
                </a:solidFill>
              </a:ln>
            </p:spPr>
            <p:style>
              <a:lnRef idx="0">
                <a:scrgbClr r="0" g="0" b="0"/>
              </a:lnRef>
              <a:fillRef idx="0">
                <a:scrgbClr r="0" g="0" b="0"/>
              </a:fillRef>
              <a:effectRef idx="0">
                <a:scrgbClr r="0" g="0" b="0"/>
              </a:effectRef>
              <a:fontRef idx="minor"/>
            </p:style>
          </p:sp>
        </p:grpSp>
        <p:grpSp>
          <p:nvGrpSpPr>
            <p:cNvPr id="928" name="Group 1127">
              <a:extLst>
                <a:ext uri="{FF2B5EF4-FFF2-40B4-BE49-F238E27FC236}">
                  <a16:creationId xmlns:a16="http://schemas.microsoft.com/office/drawing/2014/main" id="{614228B8-780C-4E73-BD05-38F6E7E683C4}"/>
                </a:ext>
              </a:extLst>
            </p:cNvPr>
            <p:cNvGrpSpPr/>
            <p:nvPr/>
          </p:nvGrpSpPr>
          <p:grpSpPr>
            <a:xfrm>
              <a:off x="5046840" y="1850040"/>
              <a:ext cx="1751400" cy="1418400"/>
              <a:chOff x="5046840" y="1850040"/>
              <a:chExt cx="1751400" cy="1418400"/>
            </a:xfrm>
          </p:grpSpPr>
          <p:sp>
            <p:nvSpPr>
              <p:cNvPr id="1743" name="Line 1128">
                <a:extLst>
                  <a:ext uri="{FF2B5EF4-FFF2-40B4-BE49-F238E27FC236}">
                    <a16:creationId xmlns:a16="http://schemas.microsoft.com/office/drawing/2014/main" id="{95C3AEC5-4994-46DE-AEF2-D1A6CAD2937F}"/>
                  </a:ext>
                </a:extLst>
              </p:cNvPr>
              <p:cNvSpPr/>
              <p:nvPr/>
            </p:nvSpPr>
            <p:spPr>
              <a:xfrm>
                <a:off x="5591520" y="2826000"/>
                <a:ext cx="59040" cy="92160"/>
              </a:xfrm>
              <a:prstGeom prst="line">
                <a:avLst/>
              </a:prstGeom>
              <a:ln>
                <a:solidFill>
                  <a:srgbClr val="7F7F7F"/>
                </a:solidFill>
              </a:ln>
            </p:spPr>
            <p:style>
              <a:lnRef idx="0">
                <a:scrgbClr r="0" g="0" b="0"/>
              </a:lnRef>
              <a:fillRef idx="0">
                <a:scrgbClr r="0" g="0" b="0"/>
              </a:fillRef>
              <a:effectRef idx="0">
                <a:scrgbClr r="0" g="0" b="0"/>
              </a:effectRef>
              <a:fontRef idx="minor"/>
            </p:style>
          </p:sp>
          <p:sp>
            <p:nvSpPr>
              <p:cNvPr id="1744" name="Line 1129">
                <a:extLst>
                  <a:ext uri="{FF2B5EF4-FFF2-40B4-BE49-F238E27FC236}">
                    <a16:creationId xmlns:a16="http://schemas.microsoft.com/office/drawing/2014/main" id="{F4482BD0-4491-422C-900B-490F64E03415}"/>
                  </a:ext>
                </a:extLst>
              </p:cNvPr>
              <p:cNvSpPr/>
              <p:nvPr/>
            </p:nvSpPr>
            <p:spPr>
              <a:xfrm>
                <a:off x="5650560" y="2918160"/>
                <a:ext cx="59760" cy="46080"/>
              </a:xfrm>
              <a:prstGeom prst="line">
                <a:avLst/>
              </a:prstGeom>
              <a:ln>
                <a:solidFill>
                  <a:srgbClr val="787878"/>
                </a:solidFill>
              </a:ln>
            </p:spPr>
            <p:style>
              <a:lnRef idx="0">
                <a:scrgbClr r="0" g="0" b="0"/>
              </a:lnRef>
              <a:fillRef idx="0">
                <a:scrgbClr r="0" g="0" b="0"/>
              </a:fillRef>
              <a:effectRef idx="0">
                <a:scrgbClr r="0" g="0" b="0"/>
              </a:effectRef>
              <a:fontRef idx="minor"/>
            </p:style>
          </p:sp>
          <p:sp>
            <p:nvSpPr>
              <p:cNvPr id="1745" name="Line 1130">
                <a:extLst>
                  <a:ext uri="{FF2B5EF4-FFF2-40B4-BE49-F238E27FC236}">
                    <a16:creationId xmlns:a16="http://schemas.microsoft.com/office/drawing/2014/main" id="{BF815DF1-9CC9-4BB8-AE78-815B03B0EDD6}"/>
                  </a:ext>
                </a:extLst>
              </p:cNvPr>
              <p:cNvSpPr/>
              <p:nvPr/>
            </p:nvSpPr>
            <p:spPr>
              <a:xfrm>
                <a:off x="5530320" y="2766960"/>
                <a:ext cx="61200" cy="93240"/>
              </a:xfrm>
              <a:prstGeom prst="line">
                <a:avLst/>
              </a:prstGeom>
              <a:ln>
                <a:solidFill>
                  <a:srgbClr val="838383"/>
                </a:solidFill>
              </a:ln>
            </p:spPr>
            <p:style>
              <a:lnRef idx="0">
                <a:scrgbClr r="0" g="0" b="0"/>
              </a:lnRef>
              <a:fillRef idx="0">
                <a:scrgbClr r="0" g="0" b="0"/>
              </a:fillRef>
              <a:effectRef idx="0">
                <a:scrgbClr r="0" g="0" b="0"/>
              </a:effectRef>
              <a:fontRef idx="minor"/>
            </p:style>
          </p:sp>
          <p:sp>
            <p:nvSpPr>
              <p:cNvPr id="1746" name="Line 1131">
                <a:extLst>
                  <a:ext uri="{FF2B5EF4-FFF2-40B4-BE49-F238E27FC236}">
                    <a16:creationId xmlns:a16="http://schemas.microsoft.com/office/drawing/2014/main" id="{65963ABD-6DD3-4CBF-82C2-979A92C2D2F4}"/>
                  </a:ext>
                </a:extLst>
              </p:cNvPr>
              <p:cNvSpPr/>
              <p:nvPr/>
            </p:nvSpPr>
            <p:spPr>
              <a:xfrm>
                <a:off x="5591520" y="2860200"/>
                <a:ext cx="59040" cy="57960"/>
              </a:xfrm>
              <a:prstGeom prst="line">
                <a:avLst/>
              </a:prstGeom>
              <a:ln>
                <a:solidFill>
                  <a:srgbClr val="7C7C7C"/>
                </a:solidFill>
              </a:ln>
            </p:spPr>
            <p:style>
              <a:lnRef idx="0">
                <a:scrgbClr r="0" g="0" b="0"/>
              </a:lnRef>
              <a:fillRef idx="0">
                <a:scrgbClr r="0" g="0" b="0"/>
              </a:fillRef>
              <a:effectRef idx="0">
                <a:scrgbClr r="0" g="0" b="0"/>
              </a:effectRef>
              <a:fontRef idx="minor"/>
            </p:style>
          </p:sp>
          <p:sp>
            <p:nvSpPr>
              <p:cNvPr id="1747" name="Line 1132">
                <a:extLst>
                  <a:ext uri="{FF2B5EF4-FFF2-40B4-BE49-F238E27FC236}">
                    <a16:creationId xmlns:a16="http://schemas.microsoft.com/office/drawing/2014/main" id="{D1BFA31A-C418-4703-B9BB-3918E749E828}"/>
                  </a:ext>
                </a:extLst>
              </p:cNvPr>
              <p:cNvSpPr/>
              <p:nvPr/>
            </p:nvSpPr>
            <p:spPr>
              <a:xfrm>
                <a:off x="5469120" y="2696760"/>
                <a:ext cx="61200" cy="92160"/>
              </a:xfrm>
              <a:prstGeom prst="line">
                <a:avLst/>
              </a:prstGeom>
              <a:ln>
                <a:solidFill>
                  <a:srgbClr val="898989"/>
                </a:solidFill>
              </a:ln>
            </p:spPr>
            <p:style>
              <a:lnRef idx="0">
                <a:scrgbClr r="0" g="0" b="0"/>
              </a:lnRef>
              <a:fillRef idx="0">
                <a:scrgbClr r="0" g="0" b="0"/>
              </a:fillRef>
              <a:effectRef idx="0">
                <a:scrgbClr r="0" g="0" b="0"/>
              </a:effectRef>
              <a:fontRef idx="minor"/>
            </p:style>
          </p:sp>
          <p:sp>
            <p:nvSpPr>
              <p:cNvPr id="1748" name="Line 1133">
                <a:extLst>
                  <a:ext uri="{FF2B5EF4-FFF2-40B4-BE49-F238E27FC236}">
                    <a16:creationId xmlns:a16="http://schemas.microsoft.com/office/drawing/2014/main" id="{E83E244D-7581-4EB6-A1A4-E17C7F9DFFE8}"/>
                  </a:ext>
                </a:extLst>
              </p:cNvPr>
              <p:cNvSpPr/>
              <p:nvPr/>
            </p:nvSpPr>
            <p:spPr>
              <a:xfrm>
                <a:off x="5530320" y="2788920"/>
                <a:ext cx="61200" cy="71280"/>
              </a:xfrm>
              <a:prstGeom prst="line">
                <a:avLst/>
              </a:prstGeom>
              <a:ln>
                <a:solidFill>
                  <a:srgbClr val="818181"/>
                </a:solidFill>
              </a:ln>
            </p:spPr>
            <p:style>
              <a:lnRef idx="0">
                <a:scrgbClr r="0" g="0" b="0"/>
              </a:lnRef>
              <a:fillRef idx="0">
                <a:scrgbClr r="0" g="0" b="0"/>
              </a:fillRef>
              <a:effectRef idx="0">
                <a:scrgbClr r="0" g="0" b="0"/>
              </a:effectRef>
              <a:fontRef idx="minor"/>
            </p:style>
          </p:sp>
          <p:sp>
            <p:nvSpPr>
              <p:cNvPr id="1749" name="Line 1134">
                <a:extLst>
                  <a:ext uri="{FF2B5EF4-FFF2-40B4-BE49-F238E27FC236}">
                    <a16:creationId xmlns:a16="http://schemas.microsoft.com/office/drawing/2014/main" id="{85B8C2A5-70E1-450C-8D9F-DD3CB695FBF6}"/>
                  </a:ext>
                </a:extLst>
              </p:cNvPr>
              <p:cNvSpPr/>
              <p:nvPr/>
            </p:nvSpPr>
            <p:spPr>
              <a:xfrm>
                <a:off x="5409360" y="2613960"/>
                <a:ext cx="59760" cy="91800"/>
              </a:xfrm>
              <a:prstGeom prst="line">
                <a:avLst/>
              </a:prstGeom>
              <a:ln>
                <a:solidFill>
                  <a:srgbClr val="8F8F8F"/>
                </a:solidFill>
              </a:ln>
            </p:spPr>
            <p:style>
              <a:lnRef idx="0">
                <a:scrgbClr r="0" g="0" b="0"/>
              </a:lnRef>
              <a:fillRef idx="0">
                <a:scrgbClr r="0" g="0" b="0"/>
              </a:fillRef>
              <a:effectRef idx="0">
                <a:scrgbClr r="0" g="0" b="0"/>
              </a:effectRef>
              <a:fontRef idx="minor"/>
            </p:style>
          </p:sp>
          <p:sp>
            <p:nvSpPr>
              <p:cNvPr id="1750" name="Line 1135">
                <a:extLst>
                  <a:ext uri="{FF2B5EF4-FFF2-40B4-BE49-F238E27FC236}">
                    <a16:creationId xmlns:a16="http://schemas.microsoft.com/office/drawing/2014/main" id="{3CE159B1-0A3B-4D51-B935-BA3B133A3BEC}"/>
                  </a:ext>
                </a:extLst>
              </p:cNvPr>
              <p:cNvSpPr/>
              <p:nvPr/>
            </p:nvSpPr>
            <p:spPr>
              <a:xfrm>
                <a:off x="5469120" y="2705760"/>
                <a:ext cx="61200" cy="83160"/>
              </a:xfrm>
              <a:prstGeom prst="line">
                <a:avLst/>
              </a:prstGeom>
              <a:ln>
                <a:solidFill>
                  <a:srgbClr val="878787"/>
                </a:solidFill>
              </a:ln>
            </p:spPr>
            <p:style>
              <a:lnRef idx="0">
                <a:scrgbClr r="0" g="0" b="0"/>
              </a:lnRef>
              <a:fillRef idx="0">
                <a:scrgbClr r="0" g="0" b="0"/>
              </a:fillRef>
              <a:effectRef idx="0">
                <a:scrgbClr r="0" g="0" b="0"/>
              </a:effectRef>
              <a:fontRef idx="minor"/>
            </p:style>
          </p:sp>
          <p:sp>
            <p:nvSpPr>
              <p:cNvPr id="1751" name="Line 1136">
                <a:extLst>
                  <a:ext uri="{FF2B5EF4-FFF2-40B4-BE49-F238E27FC236}">
                    <a16:creationId xmlns:a16="http://schemas.microsoft.com/office/drawing/2014/main" id="{1693F78F-4358-4827-B25B-26BD7352DBAB}"/>
                  </a:ext>
                </a:extLst>
              </p:cNvPr>
              <p:cNvSpPr/>
              <p:nvPr/>
            </p:nvSpPr>
            <p:spPr>
              <a:xfrm>
                <a:off x="5348160" y="2517840"/>
                <a:ext cx="61200" cy="92160"/>
              </a:xfrm>
              <a:prstGeom prst="line">
                <a:avLst/>
              </a:prstGeom>
              <a:ln>
                <a:solidFill>
                  <a:srgbClr val="979797"/>
                </a:solidFill>
              </a:ln>
            </p:spPr>
            <p:style>
              <a:lnRef idx="0">
                <a:scrgbClr r="0" g="0" b="0"/>
              </a:lnRef>
              <a:fillRef idx="0">
                <a:scrgbClr r="0" g="0" b="0"/>
              </a:fillRef>
              <a:effectRef idx="0">
                <a:scrgbClr r="0" g="0" b="0"/>
              </a:effectRef>
              <a:fontRef idx="minor"/>
            </p:style>
          </p:sp>
          <p:sp>
            <p:nvSpPr>
              <p:cNvPr id="1752" name="Line 1137">
                <a:extLst>
                  <a:ext uri="{FF2B5EF4-FFF2-40B4-BE49-F238E27FC236}">
                    <a16:creationId xmlns:a16="http://schemas.microsoft.com/office/drawing/2014/main" id="{20627A6C-49CD-4260-B7FC-F688D856577B}"/>
                  </a:ext>
                </a:extLst>
              </p:cNvPr>
              <p:cNvSpPr/>
              <p:nvPr/>
            </p:nvSpPr>
            <p:spPr>
              <a:xfrm>
                <a:off x="5409360" y="2610000"/>
                <a:ext cx="59760" cy="95760"/>
              </a:xfrm>
              <a:prstGeom prst="line">
                <a:avLst/>
              </a:prstGeom>
              <a:ln>
                <a:solidFill>
                  <a:srgbClr val="8E8E8E"/>
                </a:solidFill>
              </a:ln>
            </p:spPr>
            <p:style>
              <a:lnRef idx="0">
                <a:scrgbClr r="0" g="0" b="0"/>
              </a:lnRef>
              <a:fillRef idx="0">
                <a:scrgbClr r="0" g="0" b="0"/>
              </a:fillRef>
              <a:effectRef idx="0">
                <a:scrgbClr r="0" g="0" b="0"/>
              </a:effectRef>
              <a:fontRef idx="minor"/>
            </p:style>
          </p:sp>
          <p:sp>
            <p:nvSpPr>
              <p:cNvPr id="1753" name="Line 1138">
                <a:extLst>
                  <a:ext uri="{FF2B5EF4-FFF2-40B4-BE49-F238E27FC236}">
                    <a16:creationId xmlns:a16="http://schemas.microsoft.com/office/drawing/2014/main" id="{2EC25815-454C-41F2-9AE9-080CF8BA0E0E}"/>
                  </a:ext>
                </a:extLst>
              </p:cNvPr>
              <p:cNvSpPr/>
              <p:nvPr/>
            </p:nvSpPr>
            <p:spPr>
              <a:xfrm>
                <a:off x="5287320" y="2409480"/>
                <a:ext cx="60840" cy="92160"/>
              </a:xfrm>
              <a:prstGeom prst="line">
                <a:avLst/>
              </a:prstGeom>
              <a:ln>
                <a:solidFill>
                  <a:srgbClr val="A0A0A0"/>
                </a:solidFill>
              </a:ln>
            </p:spPr>
            <p:style>
              <a:lnRef idx="0">
                <a:scrgbClr r="0" g="0" b="0"/>
              </a:lnRef>
              <a:fillRef idx="0">
                <a:scrgbClr r="0" g="0" b="0"/>
              </a:fillRef>
              <a:effectRef idx="0">
                <a:scrgbClr r="0" g="0" b="0"/>
              </a:effectRef>
              <a:fontRef idx="minor"/>
            </p:style>
          </p:sp>
          <p:sp>
            <p:nvSpPr>
              <p:cNvPr id="1754" name="Line 1139">
                <a:extLst>
                  <a:ext uri="{FF2B5EF4-FFF2-40B4-BE49-F238E27FC236}">
                    <a16:creationId xmlns:a16="http://schemas.microsoft.com/office/drawing/2014/main" id="{D5E255A9-F1B3-4FE5-BCE6-F73C30C9173C}"/>
                  </a:ext>
                </a:extLst>
              </p:cNvPr>
              <p:cNvSpPr/>
              <p:nvPr/>
            </p:nvSpPr>
            <p:spPr>
              <a:xfrm>
                <a:off x="5348160" y="2501640"/>
                <a:ext cx="61200" cy="108360"/>
              </a:xfrm>
              <a:prstGeom prst="line">
                <a:avLst/>
              </a:prstGeom>
              <a:ln>
                <a:solidFill>
                  <a:srgbClr val="969696"/>
                </a:solidFill>
              </a:ln>
            </p:spPr>
            <p:style>
              <a:lnRef idx="0">
                <a:scrgbClr r="0" g="0" b="0"/>
              </a:lnRef>
              <a:fillRef idx="0">
                <a:scrgbClr r="0" g="0" b="0"/>
              </a:fillRef>
              <a:effectRef idx="0">
                <a:scrgbClr r="0" g="0" b="0"/>
              </a:effectRef>
              <a:fontRef idx="minor"/>
            </p:style>
          </p:sp>
          <p:sp>
            <p:nvSpPr>
              <p:cNvPr id="1755" name="Line 1140">
                <a:extLst>
                  <a:ext uri="{FF2B5EF4-FFF2-40B4-BE49-F238E27FC236}">
                    <a16:creationId xmlns:a16="http://schemas.microsoft.com/office/drawing/2014/main" id="{AA891341-3EED-464E-A301-BED5872ACFAF}"/>
                  </a:ext>
                </a:extLst>
              </p:cNvPr>
              <p:cNvSpPr/>
              <p:nvPr/>
            </p:nvSpPr>
            <p:spPr>
              <a:xfrm>
                <a:off x="5229000" y="2288520"/>
                <a:ext cx="58320" cy="92160"/>
              </a:xfrm>
              <a:prstGeom prst="line">
                <a:avLst/>
              </a:prstGeom>
              <a:ln>
                <a:solidFill>
                  <a:srgbClr val="AAAAAA"/>
                </a:solidFill>
              </a:ln>
            </p:spPr>
            <p:style>
              <a:lnRef idx="0">
                <a:scrgbClr r="0" g="0" b="0"/>
              </a:lnRef>
              <a:fillRef idx="0">
                <a:scrgbClr r="0" g="0" b="0"/>
              </a:fillRef>
              <a:effectRef idx="0">
                <a:scrgbClr r="0" g="0" b="0"/>
              </a:effectRef>
              <a:fontRef idx="minor"/>
            </p:style>
          </p:sp>
          <p:sp>
            <p:nvSpPr>
              <p:cNvPr id="1756" name="Line 1141">
                <a:extLst>
                  <a:ext uri="{FF2B5EF4-FFF2-40B4-BE49-F238E27FC236}">
                    <a16:creationId xmlns:a16="http://schemas.microsoft.com/office/drawing/2014/main" id="{5AFF6810-78C1-4D18-B3F0-08B32C0270F3}"/>
                  </a:ext>
                </a:extLst>
              </p:cNvPr>
              <p:cNvSpPr/>
              <p:nvPr/>
            </p:nvSpPr>
            <p:spPr>
              <a:xfrm>
                <a:off x="5287320" y="2380680"/>
                <a:ext cx="60840" cy="120960"/>
              </a:xfrm>
              <a:prstGeom prst="line">
                <a:avLst/>
              </a:prstGeom>
              <a:ln>
                <a:solidFill>
                  <a:srgbClr val="A0A0A0"/>
                </a:solidFill>
              </a:ln>
            </p:spPr>
            <p:style>
              <a:lnRef idx="0">
                <a:scrgbClr r="0" g="0" b="0"/>
              </a:lnRef>
              <a:fillRef idx="0">
                <a:scrgbClr r="0" g="0" b="0"/>
              </a:fillRef>
              <a:effectRef idx="0">
                <a:scrgbClr r="0" g="0" b="0"/>
              </a:effectRef>
              <a:fontRef idx="minor"/>
            </p:style>
          </p:sp>
          <p:sp>
            <p:nvSpPr>
              <p:cNvPr id="1757" name="Line 1142">
                <a:extLst>
                  <a:ext uri="{FF2B5EF4-FFF2-40B4-BE49-F238E27FC236}">
                    <a16:creationId xmlns:a16="http://schemas.microsoft.com/office/drawing/2014/main" id="{8495F12C-CB6F-4E5A-A4E2-18238653B28E}"/>
                  </a:ext>
                </a:extLst>
              </p:cNvPr>
              <p:cNvSpPr/>
              <p:nvPr/>
            </p:nvSpPr>
            <p:spPr>
              <a:xfrm>
                <a:off x="5168160" y="2154240"/>
                <a:ext cx="60840" cy="93240"/>
              </a:xfrm>
              <a:prstGeom prst="line">
                <a:avLst/>
              </a:prstGeom>
              <a:ln>
                <a:solidFill>
                  <a:srgbClr val="B6B6B6"/>
                </a:solidFill>
              </a:ln>
            </p:spPr>
            <p:style>
              <a:lnRef idx="0">
                <a:scrgbClr r="0" g="0" b="0"/>
              </a:lnRef>
              <a:fillRef idx="0">
                <a:scrgbClr r="0" g="0" b="0"/>
              </a:fillRef>
              <a:effectRef idx="0">
                <a:scrgbClr r="0" g="0" b="0"/>
              </a:effectRef>
              <a:fontRef idx="minor"/>
            </p:style>
          </p:sp>
          <p:sp>
            <p:nvSpPr>
              <p:cNvPr id="1758" name="Line 1143">
                <a:extLst>
                  <a:ext uri="{FF2B5EF4-FFF2-40B4-BE49-F238E27FC236}">
                    <a16:creationId xmlns:a16="http://schemas.microsoft.com/office/drawing/2014/main" id="{2D81E25E-E05D-4317-8634-ED9B78652CE7}"/>
                  </a:ext>
                </a:extLst>
              </p:cNvPr>
              <p:cNvSpPr/>
              <p:nvPr/>
            </p:nvSpPr>
            <p:spPr>
              <a:xfrm>
                <a:off x="5229000" y="2247480"/>
                <a:ext cx="58320" cy="133200"/>
              </a:xfrm>
              <a:prstGeom prst="line">
                <a:avLst/>
              </a:prstGeom>
              <a:ln>
                <a:solidFill>
                  <a:srgbClr val="ABABAB"/>
                </a:solidFill>
              </a:ln>
            </p:spPr>
            <p:style>
              <a:lnRef idx="0">
                <a:scrgbClr r="0" g="0" b="0"/>
              </a:lnRef>
              <a:fillRef idx="0">
                <a:scrgbClr r="0" g="0" b="0"/>
              </a:fillRef>
              <a:effectRef idx="0">
                <a:scrgbClr r="0" g="0" b="0"/>
              </a:effectRef>
              <a:fontRef idx="minor"/>
            </p:style>
          </p:sp>
          <p:sp>
            <p:nvSpPr>
              <p:cNvPr id="1759" name="Line 1144">
                <a:extLst>
                  <a:ext uri="{FF2B5EF4-FFF2-40B4-BE49-F238E27FC236}">
                    <a16:creationId xmlns:a16="http://schemas.microsoft.com/office/drawing/2014/main" id="{AACBC1A8-005E-4DF3-9DC4-7E2A7CF44410}"/>
                  </a:ext>
                </a:extLst>
              </p:cNvPr>
              <p:cNvSpPr/>
              <p:nvPr/>
            </p:nvSpPr>
            <p:spPr>
              <a:xfrm>
                <a:off x="5106960" y="2008080"/>
                <a:ext cx="61200" cy="92160"/>
              </a:xfrm>
              <a:prstGeom prst="line">
                <a:avLst/>
              </a:prstGeom>
              <a:ln>
                <a:solidFill>
                  <a:srgbClr val="C2C2C2"/>
                </a:solidFill>
              </a:ln>
            </p:spPr>
            <p:style>
              <a:lnRef idx="0">
                <a:scrgbClr r="0" g="0" b="0"/>
              </a:lnRef>
              <a:fillRef idx="0">
                <a:scrgbClr r="0" g="0" b="0"/>
              </a:fillRef>
              <a:effectRef idx="0">
                <a:scrgbClr r="0" g="0" b="0"/>
              </a:effectRef>
              <a:fontRef idx="minor"/>
            </p:style>
          </p:sp>
          <p:sp>
            <p:nvSpPr>
              <p:cNvPr id="1760" name="Line 1145">
                <a:extLst>
                  <a:ext uri="{FF2B5EF4-FFF2-40B4-BE49-F238E27FC236}">
                    <a16:creationId xmlns:a16="http://schemas.microsoft.com/office/drawing/2014/main" id="{D25A869E-B77A-469A-BDAA-4F620D946932}"/>
                  </a:ext>
                </a:extLst>
              </p:cNvPr>
              <p:cNvSpPr/>
              <p:nvPr/>
            </p:nvSpPr>
            <p:spPr>
              <a:xfrm>
                <a:off x="5168160" y="2100240"/>
                <a:ext cx="60840" cy="147240"/>
              </a:xfrm>
              <a:prstGeom prst="line">
                <a:avLst/>
              </a:prstGeom>
              <a:ln>
                <a:solidFill>
                  <a:srgbClr val="B7B7B7"/>
                </a:solidFill>
              </a:ln>
            </p:spPr>
            <p:style>
              <a:lnRef idx="0">
                <a:scrgbClr r="0" g="0" b="0"/>
              </a:lnRef>
              <a:fillRef idx="0">
                <a:scrgbClr r="0" g="0" b="0"/>
              </a:fillRef>
              <a:effectRef idx="0">
                <a:scrgbClr r="0" g="0" b="0"/>
              </a:effectRef>
              <a:fontRef idx="minor"/>
            </p:style>
          </p:sp>
          <p:sp>
            <p:nvSpPr>
              <p:cNvPr id="1761" name="Line 1146">
                <a:extLst>
                  <a:ext uri="{FF2B5EF4-FFF2-40B4-BE49-F238E27FC236}">
                    <a16:creationId xmlns:a16="http://schemas.microsoft.com/office/drawing/2014/main" id="{65F12FE1-1C53-4D2B-922C-D8862B9F3694}"/>
                  </a:ext>
                </a:extLst>
              </p:cNvPr>
              <p:cNvSpPr/>
              <p:nvPr/>
            </p:nvSpPr>
            <p:spPr>
              <a:xfrm>
                <a:off x="5046840" y="1850040"/>
                <a:ext cx="60120" cy="92160"/>
              </a:xfrm>
              <a:prstGeom prst="line">
                <a:avLst/>
              </a:prstGeom>
              <a:ln>
                <a:solidFill>
                  <a:srgbClr val="D0D0D0"/>
                </a:solidFill>
              </a:ln>
            </p:spPr>
            <p:style>
              <a:lnRef idx="0">
                <a:scrgbClr r="0" g="0" b="0"/>
              </a:lnRef>
              <a:fillRef idx="0">
                <a:scrgbClr r="0" g="0" b="0"/>
              </a:fillRef>
              <a:effectRef idx="0">
                <a:scrgbClr r="0" g="0" b="0"/>
              </a:effectRef>
              <a:fontRef idx="minor"/>
            </p:style>
          </p:sp>
          <p:sp>
            <p:nvSpPr>
              <p:cNvPr id="1762" name="Line 1147">
                <a:extLst>
                  <a:ext uri="{FF2B5EF4-FFF2-40B4-BE49-F238E27FC236}">
                    <a16:creationId xmlns:a16="http://schemas.microsoft.com/office/drawing/2014/main" id="{DFB8FC38-5699-45DC-AFF3-4F06A4CDA68C}"/>
                  </a:ext>
                </a:extLst>
              </p:cNvPr>
              <p:cNvSpPr/>
              <p:nvPr/>
            </p:nvSpPr>
            <p:spPr>
              <a:xfrm>
                <a:off x="5106960" y="1942200"/>
                <a:ext cx="61200" cy="158040"/>
              </a:xfrm>
              <a:prstGeom prst="line">
                <a:avLst/>
              </a:prstGeom>
              <a:ln>
                <a:solidFill>
                  <a:srgbClr val="C4C4C4"/>
                </a:solidFill>
              </a:ln>
            </p:spPr>
            <p:style>
              <a:lnRef idx="0">
                <a:scrgbClr r="0" g="0" b="0"/>
              </a:lnRef>
              <a:fillRef idx="0">
                <a:scrgbClr r="0" g="0" b="0"/>
              </a:fillRef>
              <a:effectRef idx="0">
                <a:scrgbClr r="0" g="0" b="0"/>
              </a:effectRef>
              <a:fontRef idx="minor"/>
            </p:style>
          </p:sp>
          <p:sp>
            <p:nvSpPr>
              <p:cNvPr id="1763" name="Line 1148">
                <a:extLst>
                  <a:ext uri="{FF2B5EF4-FFF2-40B4-BE49-F238E27FC236}">
                    <a16:creationId xmlns:a16="http://schemas.microsoft.com/office/drawing/2014/main" id="{1C79AFA9-FEFB-43A6-8E4C-64D7D5EC64F3}"/>
                  </a:ext>
                </a:extLst>
              </p:cNvPr>
              <p:cNvSpPr/>
              <p:nvPr/>
            </p:nvSpPr>
            <p:spPr>
              <a:xfrm>
                <a:off x="6496920" y="2415600"/>
                <a:ext cx="60120" cy="79200"/>
              </a:xfrm>
              <a:prstGeom prst="line">
                <a:avLst/>
              </a:prstGeom>
              <a:ln>
                <a:solidFill>
                  <a:srgbClr val="B9B9B9"/>
                </a:solidFill>
              </a:ln>
            </p:spPr>
            <p:style>
              <a:lnRef idx="0">
                <a:scrgbClr r="0" g="0" b="0"/>
              </a:lnRef>
              <a:fillRef idx="0">
                <a:scrgbClr r="0" g="0" b="0"/>
              </a:fillRef>
              <a:effectRef idx="0">
                <a:scrgbClr r="0" g="0" b="0"/>
              </a:effectRef>
              <a:fontRef idx="minor"/>
            </p:style>
          </p:sp>
          <p:sp>
            <p:nvSpPr>
              <p:cNvPr id="1764" name="Line 1149">
                <a:extLst>
                  <a:ext uri="{FF2B5EF4-FFF2-40B4-BE49-F238E27FC236}">
                    <a16:creationId xmlns:a16="http://schemas.microsoft.com/office/drawing/2014/main" id="{66521F16-A518-4A1D-83DB-60D39E6C9921}"/>
                  </a:ext>
                </a:extLst>
              </p:cNvPr>
              <p:cNvSpPr/>
              <p:nvPr/>
            </p:nvSpPr>
            <p:spPr>
              <a:xfrm flipH="1" flipV="1">
                <a:off x="6557040" y="2285640"/>
                <a:ext cx="61200" cy="78840"/>
              </a:xfrm>
              <a:prstGeom prst="line">
                <a:avLst/>
              </a:prstGeom>
              <a:ln>
                <a:solidFill>
                  <a:srgbClr val="C6C6C6"/>
                </a:solidFill>
              </a:ln>
            </p:spPr>
            <p:style>
              <a:lnRef idx="0">
                <a:scrgbClr r="0" g="0" b="0"/>
              </a:lnRef>
              <a:fillRef idx="0">
                <a:scrgbClr r="0" g="0" b="0"/>
              </a:fillRef>
              <a:effectRef idx="0">
                <a:scrgbClr r="0" g="0" b="0"/>
              </a:effectRef>
              <a:fontRef idx="minor"/>
            </p:style>
          </p:sp>
          <p:sp>
            <p:nvSpPr>
              <p:cNvPr id="1765" name="Line 1150">
                <a:extLst>
                  <a:ext uri="{FF2B5EF4-FFF2-40B4-BE49-F238E27FC236}">
                    <a16:creationId xmlns:a16="http://schemas.microsoft.com/office/drawing/2014/main" id="{FCBCD385-0C1E-4617-AA31-1A868A740362}"/>
                  </a:ext>
                </a:extLst>
              </p:cNvPr>
              <p:cNvSpPr/>
              <p:nvPr/>
            </p:nvSpPr>
            <p:spPr>
              <a:xfrm flipV="1">
                <a:off x="6557040" y="2364480"/>
                <a:ext cx="61200" cy="130320"/>
              </a:xfrm>
              <a:prstGeom prst="line">
                <a:avLst/>
              </a:prstGeom>
              <a:ln>
                <a:solidFill>
                  <a:srgbClr val="BBBBBB"/>
                </a:solidFill>
              </a:ln>
            </p:spPr>
            <p:style>
              <a:lnRef idx="0">
                <a:scrgbClr r="0" g="0" b="0"/>
              </a:lnRef>
              <a:fillRef idx="0">
                <a:scrgbClr r="0" g="0" b="0"/>
              </a:fillRef>
              <a:effectRef idx="0">
                <a:scrgbClr r="0" g="0" b="0"/>
              </a:effectRef>
              <a:fontRef idx="minor"/>
            </p:style>
          </p:sp>
          <p:sp>
            <p:nvSpPr>
              <p:cNvPr id="1766" name="Line 1151">
                <a:extLst>
                  <a:ext uri="{FF2B5EF4-FFF2-40B4-BE49-F238E27FC236}">
                    <a16:creationId xmlns:a16="http://schemas.microsoft.com/office/drawing/2014/main" id="{1B0FA909-67E1-4C99-890C-F7AF61E8FD36}"/>
                  </a:ext>
                </a:extLst>
              </p:cNvPr>
              <p:cNvSpPr/>
              <p:nvPr/>
            </p:nvSpPr>
            <p:spPr>
              <a:xfrm>
                <a:off x="6436080" y="2533680"/>
                <a:ext cx="60840" cy="79200"/>
              </a:xfrm>
              <a:prstGeom prst="line">
                <a:avLst/>
              </a:prstGeom>
              <a:ln>
                <a:solidFill>
                  <a:srgbClr val="ACACAC"/>
                </a:solidFill>
              </a:ln>
            </p:spPr>
            <p:style>
              <a:lnRef idx="0">
                <a:scrgbClr r="0" g="0" b="0"/>
              </a:lnRef>
              <a:fillRef idx="0">
                <a:scrgbClr r="0" g="0" b="0"/>
              </a:fillRef>
              <a:effectRef idx="0">
                <a:scrgbClr r="0" g="0" b="0"/>
              </a:effectRef>
              <a:fontRef idx="minor"/>
            </p:style>
          </p:sp>
          <p:sp>
            <p:nvSpPr>
              <p:cNvPr id="1767" name="Line 1152">
                <a:extLst>
                  <a:ext uri="{FF2B5EF4-FFF2-40B4-BE49-F238E27FC236}">
                    <a16:creationId xmlns:a16="http://schemas.microsoft.com/office/drawing/2014/main" id="{BA73C139-B215-4651-A904-B5BE710226AD}"/>
                  </a:ext>
                </a:extLst>
              </p:cNvPr>
              <p:cNvSpPr/>
              <p:nvPr/>
            </p:nvSpPr>
            <p:spPr>
              <a:xfrm flipV="1">
                <a:off x="6496920" y="2494800"/>
                <a:ext cx="60120" cy="118080"/>
              </a:xfrm>
              <a:prstGeom prst="line">
                <a:avLst/>
              </a:prstGeom>
              <a:ln>
                <a:solidFill>
                  <a:srgbClr val="AEAEAE"/>
                </a:solidFill>
              </a:ln>
            </p:spPr>
            <p:style>
              <a:lnRef idx="0">
                <a:scrgbClr r="0" g="0" b="0"/>
              </a:lnRef>
              <a:fillRef idx="0">
                <a:scrgbClr r="0" g="0" b="0"/>
              </a:fillRef>
              <a:effectRef idx="0">
                <a:scrgbClr r="0" g="0" b="0"/>
              </a:effectRef>
              <a:fontRef idx="minor"/>
            </p:style>
          </p:sp>
          <p:sp>
            <p:nvSpPr>
              <p:cNvPr id="1768" name="Line 1153">
                <a:extLst>
                  <a:ext uri="{FF2B5EF4-FFF2-40B4-BE49-F238E27FC236}">
                    <a16:creationId xmlns:a16="http://schemas.microsoft.com/office/drawing/2014/main" id="{7CC46218-DC03-484D-9565-58B74E8CCF13}"/>
                  </a:ext>
                </a:extLst>
              </p:cNvPr>
              <p:cNvSpPr/>
              <p:nvPr/>
            </p:nvSpPr>
            <p:spPr>
              <a:xfrm>
                <a:off x="6374880" y="2637720"/>
                <a:ext cx="61200" cy="79200"/>
              </a:xfrm>
              <a:prstGeom prst="line">
                <a:avLst/>
              </a:prstGeom>
              <a:ln>
                <a:solidFill>
                  <a:srgbClr val="A1A1A1"/>
                </a:solidFill>
              </a:ln>
            </p:spPr>
            <p:style>
              <a:lnRef idx="0">
                <a:scrgbClr r="0" g="0" b="0"/>
              </a:lnRef>
              <a:fillRef idx="0">
                <a:scrgbClr r="0" g="0" b="0"/>
              </a:fillRef>
              <a:effectRef idx="0">
                <a:scrgbClr r="0" g="0" b="0"/>
              </a:effectRef>
              <a:fontRef idx="minor"/>
            </p:style>
          </p:sp>
          <p:sp>
            <p:nvSpPr>
              <p:cNvPr id="1769" name="Line 1154">
                <a:extLst>
                  <a:ext uri="{FF2B5EF4-FFF2-40B4-BE49-F238E27FC236}">
                    <a16:creationId xmlns:a16="http://schemas.microsoft.com/office/drawing/2014/main" id="{3B45B5A2-3C39-4755-8890-47D499997A94}"/>
                  </a:ext>
                </a:extLst>
              </p:cNvPr>
              <p:cNvSpPr/>
              <p:nvPr/>
            </p:nvSpPr>
            <p:spPr>
              <a:xfrm flipV="1">
                <a:off x="6436080" y="2612880"/>
                <a:ext cx="60840" cy="104040"/>
              </a:xfrm>
              <a:prstGeom prst="line">
                <a:avLst/>
              </a:prstGeom>
              <a:ln>
                <a:solidFill>
                  <a:srgbClr val="A2A2A2"/>
                </a:solidFill>
              </a:ln>
            </p:spPr>
            <p:style>
              <a:lnRef idx="0">
                <a:scrgbClr r="0" g="0" b="0"/>
              </a:lnRef>
              <a:fillRef idx="0">
                <a:scrgbClr r="0" g="0" b="0"/>
              </a:fillRef>
              <a:effectRef idx="0">
                <a:scrgbClr r="0" g="0" b="0"/>
              </a:effectRef>
              <a:fontRef idx="minor"/>
            </p:style>
          </p:sp>
          <p:sp>
            <p:nvSpPr>
              <p:cNvPr id="1770" name="Line 1155">
                <a:extLst>
                  <a:ext uri="{FF2B5EF4-FFF2-40B4-BE49-F238E27FC236}">
                    <a16:creationId xmlns:a16="http://schemas.microsoft.com/office/drawing/2014/main" id="{CA64F686-0EAE-4357-AC0B-AE7BBFA89A63}"/>
                  </a:ext>
                </a:extLst>
              </p:cNvPr>
              <p:cNvSpPr/>
              <p:nvPr/>
            </p:nvSpPr>
            <p:spPr>
              <a:xfrm>
                <a:off x="6315840" y="2729880"/>
                <a:ext cx="59040" cy="80280"/>
              </a:xfrm>
              <a:prstGeom prst="line">
                <a:avLst/>
              </a:prstGeom>
              <a:ln>
                <a:solidFill>
                  <a:srgbClr val="969696"/>
                </a:solidFill>
              </a:ln>
            </p:spPr>
            <p:style>
              <a:lnRef idx="0">
                <a:scrgbClr r="0" g="0" b="0"/>
              </a:lnRef>
              <a:fillRef idx="0">
                <a:scrgbClr r="0" g="0" b="0"/>
              </a:fillRef>
              <a:effectRef idx="0">
                <a:scrgbClr r="0" g="0" b="0"/>
              </a:effectRef>
              <a:fontRef idx="minor"/>
            </p:style>
          </p:sp>
          <p:sp>
            <p:nvSpPr>
              <p:cNvPr id="1771" name="Line 1156">
                <a:extLst>
                  <a:ext uri="{FF2B5EF4-FFF2-40B4-BE49-F238E27FC236}">
                    <a16:creationId xmlns:a16="http://schemas.microsoft.com/office/drawing/2014/main" id="{A188E3CE-CC9F-4CB0-A12C-D6C4EA08A513}"/>
                  </a:ext>
                </a:extLst>
              </p:cNvPr>
              <p:cNvSpPr/>
              <p:nvPr/>
            </p:nvSpPr>
            <p:spPr>
              <a:xfrm flipV="1">
                <a:off x="6374880" y="2716920"/>
                <a:ext cx="61200" cy="93240"/>
              </a:xfrm>
              <a:prstGeom prst="line">
                <a:avLst/>
              </a:prstGeom>
              <a:ln>
                <a:solidFill>
                  <a:srgbClr val="979797"/>
                </a:solidFill>
              </a:ln>
            </p:spPr>
            <p:style>
              <a:lnRef idx="0">
                <a:scrgbClr r="0" g="0" b="0"/>
              </a:lnRef>
              <a:fillRef idx="0">
                <a:scrgbClr r="0" g="0" b="0"/>
              </a:fillRef>
              <a:effectRef idx="0">
                <a:scrgbClr r="0" g="0" b="0"/>
              </a:effectRef>
              <a:fontRef idx="minor"/>
            </p:style>
          </p:sp>
          <p:sp>
            <p:nvSpPr>
              <p:cNvPr id="1772" name="Line 1157">
                <a:extLst>
                  <a:ext uri="{FF2B5EF4-FFF2-40B4-BE49-F238E27FC236}">
                    <a16:creationId xmlns:a16="http://schemas.microsoft.com/office/drawing/2014/main" id="{93467467-95E5-43AE-8C00-4BDC916AFAF9}"/>
                  </a:ext>
                </a:extLst>
              </p:cNvPr>
              <p:cNvSpPr/>
              <p:nvPr/>
            </p:nvSpPr>
            <p:spPr>
              <a:xfrm>
                <a:off x="6255720" y="2810160"/>
                <a:ext cx="59040" cy="79920"/>
              </a:xfrm>
              <a:prstGeom prst="line">
                <a:avLst/>
              </a:prstGeom>
              <a:ln>
                <a:solidFill>
                  <a:srgbClr val="8D8D8D"/>
                </a:solidFill>
              </a:ln>
            </p:spPr>
            <p:style>
              <a:lnRef idx="0">
                <a:scrgbClr r="0" g="0" b="0"/>
              </a:lnRef>
              <a:fillRef idx="0">
                <a:scrgbClr r="0" g="0" b="0"/>
              </a:fillRef>
              <a:effectRef idx="0">
                <a:scrgbClr r="0" g="0" b="0"/>
              </a:effectRef>
              <a:fontRef idx="minor"/>
            </p:style>
          </p:sp>
          <p:sp>
            <p:nvSpPr>
              <p:cNvPr id="1773" name="Line 1158">
                <a:extLst>
                  <a:ext uri="{FF2B5EF4-FFF2-40B4-BE49-F238E27FC236}">
                    <a16:creationId xmlns:a16="http://schemas.microsoft.com/office/drawing/2014/main" id="{81D2CE0B-D242-4DEA-AC04-C4270E16DDE8}"/>
                  </a:ext>
                </a:extLst>
              </p:cNvPr>
              <p:cNvSpPr/>
              <p:nvPr/>
            </p:nvSpPr>
            <p:spPr>
              <a:xfrm flipV="1">
                <a:off x="6314760" y="2810160"/>
                <a:ext cx="60120" cy="79920"/>
              </a:xfrm>
              <a:prstGeom prst="line">
                <a:avLst/>
              </a:prstGeom>
              <a:ln>
                <a:solidFill>
                  <a:srgbClr val="8D8D8D"/>
                </a:solidFill>
              </a:ln>
            </p:spPr>
            <p:style>
              <a:lnRef idx="0">
                <a:scrgbClr r="0" g="0" b="0"/>
              </a:lnRef>
              <a:fillRef idx="0">
                <a:scrgbClr r="0" g="0" b="0"/>
              </a:fillRef>
              <a:effectRef idx="0">
                <a:scrgbClr r="0" g="0" b="0"/>
              </a:effectRef>
              <a:fontRef idx="minor"/>
            </p:style>
          </p:sp>
          <p:sp>
            <p:nvSpPr>
              <p:cNvPr id="1774" name="Line 1159">
                <a:extLst>
                  <a:ext uri="{FF2B5EF4-FFF2-40B4-BE49-F238E27FC236}">
                    <a16:creationId xmlns:a16="http://schemas.microsoft.com/office/drawing/2014/main" id="{34605248-9AA2-4FC0-93E0-FD761692451A}"/>
                  </a:ext>
                </a:extLst>
              </p:cNvPr>
              <p:cNvSpPr/>
              <p:nvPr/>
            </p:nvSpPr>
            <p:spPr>
              <a:xfrm>
                <a:off x="6194880" y="2877120"/>
                <a:ext cx="60840" cy="79920"/>
              </a:xfrm>
              <a:prstGeom prst="line">
                <a:avLst/>
              </a:prstGeom>
              <a:ln>
                <a:solidFill>
                  <a:srgbClr val="868686"/>
                </a:solidFill>
              </a:ln>
            </p:spPr>
            <p:style>
              <a:lnRef idx="0">
                <a:scrgbClr r="0" g="0" b="0"/>
              </a:lnRef>
              <a:fillRef idx="0">
                <a:scrgbClr r="0" g="0" b="0"/>
              </a:fillRef>
              <a:effectRef idx="0">
                <a:scrgbClr r="0" g="0" b="0"/>
              </a:effectRef>
              <a:fontRef idx="minor"/>
            </p:style>
          </p:sp>
          <p:sp>
            <p:nvSpPr>
              <p:cNvPr id="1775" name="Line 1160">
                <a:extLst>
                  <a:ext uri="{FF2B5EF4-FFF2-40B4-BE49-F238E27FC236}">
                    <a16:creationId xmlns:a16="http://schemas.microsoft.com/office/drawing/2014/main" id="{999A5BC2-1B1B-40FA-A7A6-B26E8F803118}"/>
                  </a:ext>
                </a:extLst>
              </p:cNvPr>
              <p:cNvSpPr/>
              <p:nvPr/>
            </p:nvSpPr>
            <p:spPr>
              <a:xfrm flipV="1">
                <a:off x="6255720" y="2890080"/>
                <a:ext cx="59040" cy="66960"/>
              </a:xfrm>
              <a:prstGeom prst="line">
                <a:avLst/>
              </a:prstGeom>
              <a:ln>
                <a:solidFill>
                  <a:srgbClr val="858585"/>
                </a:solidFill>
              </a:ln>
            </p:spPr>
            <p:style>
              <a:lnRef idx="0">
                <a:scrgbClr r="0" g="0" b="0"/>
              </a:lnRef>
              <a:fillRef idx="0">
                <a:scrgbClr r="0" g="0" b="0"/>
              </a:fillRef>
              <a:effectRef idx="0">
                <a:scrgbClr r="0" g="0" b="0"/>
              </a:effectRef>
              <a:fontRef idx="minor"/>
            </p:style>
          </p:sp>
          <p:sp>
            <p:nvSpPr>
              <p:cNvPr id="1776" name="Line 1161">
                <a:extLst>
                  <a:ext uri="{FF2B5EF4-FFF2-40B4-BE49-F238E27FC236}">
                    <a16:creationId xmlns:a16="http://schemas.microsoft.com/office/drawing/2014/main" id="{A9020DE0-2EAF-433C-A8B3-E2FA885144BC}"/>
                  </a:ext>
                </a:extLst>
              </p:cNvPr>
              <p:cNvSpPr/>
              <p:nvPr/>
            </p:nvSpPr>
            <p:spPr>
              <a:xfrm>
                <a:off x="6133680" y="2932200"/>
                <a:ext cx="61200" cy="79920"/>
              </a:xfrm>
              <a:prstGeom prst="line">
                <a:avLst/>
              </a:prstGeom>
              <a:ln>
                <a:solidFill>
                  <a:srgbClr val="7F7F7F"/>
                </a:solidFill>
              </a:ln>
            </p:spPr>
            <p:style>
              <a:lnRef idx="0">
                <a:scrgbClr r="0" g="0" b="0"/>
              </a:lnRef>
              <a:fillRef idx="0">
                <a:scrgbClr r="0" g="0" b="0"/>
              </a:fillRef>
              <a:effectRef idx="0">
                <a:scrgbClr r="0" g="0" b="0"/>
              </a:effectRef>
              <a:fontRef idx="minor"/>
            </p:style>
          </p:sp>
          <p:sp>
            <p:nvSpPr>
              <p:cNvPr id="1777" name="Line 1162">
                <a:extLst>
                  <a:ext uri="{FF2B5EF4-FFF2-40B4-BE49-F238E27FC236}">
                    <a16:creationId xmlns:a16="http://schemas.microsoft.com/office/drawing/2014/main" id="{A5257DBF-F0F7-4C61-AC65-4A2869E72651}"/>
                  </a:ext>
                </a:extLst>
              </p:cNvPr>
              <p:cNvSpPr/>
              <p:nvPr/>
            </p:nvSpPr>
            <p:spPr>
              <a:xfrm flipV="1">
                <a:off x="6194880" y="2957040"/>
                <a:ext cx="60840" cy="55080"/>
              </a:xfrm>
              <a:prstGeom prst="line">
                <a:avLst/>
              </a:prstGeom>
              <a:ln>
                <a:solidFill>
                  <a:srgbClr val="7E7E7E"/>
                </a:solidFill>
              </a:ln>
            </p:spPr>
            <p:style>
              <a:lnRef idx="0">
                <a:scrgbClr r="0" g="0" b="0"/>
              </a:lnRef>
              <a:fillRef idx="0">
                <a:scrgbClr r="0" g="0" b="0"/>
              </a:fillRef>
              <a:effectRef idx="0">
                <a:scrgbClr r="0" g="0" b="0"/>
              </a:effectRef>
              <a:fontRef idx="minor"/>
            </p:style>
          </p:sp>
          <p:sp>
            <p:nvSpPr>
              <p:cNvPr id="1778" name="Line 1163">
                <a:extLst>
                  <a:ext uri="{FF2B5EF4-FFF2-40B4-BE49-F238E27FC236}">
                    <a16:creationId xmlns:a16="http://schemas.microsoft.com/office/drawing/2014/main" id="{F60A173E-435C-4C11-9CB9-AADA7377FF05}"/>
                  </a:ext>
                </a:extLst>
              </p:cNvPr>
              <p:cNvSpPr/>
              <p:nvPr/>
            </p:nvSpPr>
            <p:spPr>
              <a:xfrm>
                <a:off x="6073560" y="2974320"/>
                <a:ext cx="60120" cy="79920"/>
              </a:xfrm>
              <a:prstGeom prst="line">
                <a:avLst/>
              </a:prstGeom>
              <a:ln>
                <a:solidFill>
                  <a:srgbClr val="7A7A7A"/>
                </a:solidFill>
              </a:ln>
            </p:spPr>
            <p:style>
              <a:lnRef idx="0">
                <a:scrgbClr r="0" g="0" b="0"/>
              </a:lnRef>
              <a:fillRef idx="0">
                <a:scrgbClr r="0" g="0" b="0"/>
              </a:fillRef>
              <a:effectRef idx="0">
                <a:scrgbClr r="0" g="0" b="0"/>
              </a:effectRef>
              <a:fontRef idx="minor"/>
            </p:style>
          </p:sp>
          <p:sp>
            <p:nvSpPr>
              <p:cNvPr id="1779" name="Line 1164">
                <a:extLst>
                  <a:ext uri="{FF2B5EF4-FFF2-40B4-BE49-F238E27FC236}">
                    <a16:creationId xmlns:a16="http://schemas.microsoft.com/office/drawing/2014/main" id="{7BB8FA36-337C-428F-A845-BB6844F5D880}"/>
                  </a:ext>
                </a:extLst>
              </p:cNvPr>
              <p:cNvSpPr/>
              <p:nvPr/>
            </p:nvSpPr>
            <p:spPr>
              <a:xfrm flipV="1">
                <a:off x="6133680" y="3012120"/>
                <a:ext cx="61200" cy="42120"/>
              </a:xfrm>
              <a:prstGeom prst="line">
                <a:avLst/>
              </a:prstGeom>
              <a:ln>
                <a:solidFill>
                  <a:srgbClr val="787878"/>
                </a:solidFill>
              </a:ln>
            </p:spPr>
            <p:style>
              <a:lnRef idx="0">
                <a:scrgbClr r="0" g="0" b="0"/>
              </a:lnRef>
              <a:fillRef idx="0">
                <a:scrgbClr r="0" g="0" b="0"/>
              </a:fillRef>
              <a:effectRef idx="0">
                <a:scrgbClr r="0" g="0" b="0"/>
              </a:effectRef>
              <a:fontRef idx="minor"/>
            </p:style>
          </p:sp>
          <p:sp>
            <p:nvSpPr>
              <p:cNvPr id="1780" name="Line 1165">
                <a:extLst>
                  <a:ext uri="{FF2B5EF4-FFF2-40B4-BE49-F238E27FC236}">
                    <a16:creationId xmlns:a16="http://schemas.microsoft.com/office/drawing/2014/main" id="{E2B930E5-153E-4BDE-84D1-0C46106A202A}"/>
                  </a:ext>
                </a:extLst>
              </p:cNvPr>
              <p:cNvSpPr/>
              <p:nvPr/>
            </p:nvSpPr>
            <p:spPr>
              <a:xfrm>
                <a:off x="6012720" y="3003120"/>
                <a:ext cx="60840" cy="80280"/>
              </a:xfrm>
              <a:prstGeom prst="line">
                <a:avLst/>
              </a:prstGeom>
              <a:ln>
                <a:solidFill>
                  <a:srgbClr val="757575"/>
                </a:solidFill>
              </a:ln>
            </p:spPr>
            <p:style>
              <a:lnRef idx="0">
                <a:scrgbClr r="0" g="0" b="0"/>
              </a:lnRef>
              <a:fillRef idx="0">
                <a:scrgbClr r="0" g="0" b="0"/>
              </a:fillRef>
              <a:effectRef idx="0">
                <a:scrgbClr r="0" g="0" b="0"/>
              </a:effectRef>
              <a:fontRef idx="minor"/>
            </p:style>
          </p:sp>
          <p:sp>
            <p:nvSpPr>
              <p:cNvPr id="1781" name="Line 1166">
                <a:extLst>
                  <a:ext uri="{FF2B5EF4-FFF2-40B4-BE49-F238E27FC236}">
                    <a16:creationId xmlns:a16="http://schemas.microsoft.com/office/drawing/2014/main" id="{C9ED3D76-7C0C-442F-8432-B36BB3A317BE}"/>
                  </a:ext>
                </a:extLst>
              </p:cNvPr>
              <p:cNvSpPr/>
              <p:nvPr/>
            </p:nvSpPr>
            <p:spPr>
              <a:xfrm flipV="1">
                <a:off x="6073560" y="3054240"/>
                <a:ext cx="60120" cy="29160"/>
              </a:xfrm>
              <a:prstGeom prst="line">
                <a:avLst/>
              </a:prstGeom>
              <a:ln>
                <a:solidFill>
                  <a:srgbClr val="737373"/>
                </a:solidFill>
              </a:ln>
            </p:spPr>
            <p:style>
              <a:lnRef idx="0">
                <a:scrgbClr r="0" g="0" b="0"/>
              </a:lnRef>
              <a:fillRef idx="0">
                <a:scrgbClr r="0" g="0" b="0"/>
              </a:fillRef>
              <a:effectRef idx="0">
                <a:scrgbClr r="0" g="0" b="0"/>
              </a:effectRef>
              <a:fontRef idx="minor"/>
            </p:style>
          </p:sp>
          <p:sp>
            <p:nvSpPr>
              <p:cNvPr id="1782" name="Line 1167">
                <a:extLst>
                  <a:ext uri="{FF2B5EF4-FFF2-40B4-BE49-F238E27FC236}">
                    <a16:creationId xmlns:a16="http://schemas.microsoft.com/office/drawing/2014/main" id="{77F240FE-C9A1-4EC3-BEC2-310DA7BD9F43}"/>
                  </a:ext>
                </a:extLst>
              </p:cNvPr>
              <p:cNvSpPr/>
              <p:nvPr/>
            </p:nvSpPr>
            <p:spPr>
              <a:xfrm>
                <a:off x="5953680" y="3021120"/>
                <a:ext cx="59040" cy="79200"/>
              </a:xfrm>
              <a:prstGeom prst="line">
                <a:avLst/>
              </a:prstGeom>
              <a:ln>
                <a:solidFill>
                  <a:srgbClr val="727272"/>
                </a:solidFill>
              </a:ln>
            </p:spPr>
            <p:style>
              <a:lnRef idx="0">
                <a:scrgbClr r="0" g="0" b="0"/>
              </a:lnRef>
              <a:fillRef idx="0">
                <a:scrgbClr r="0" g="0" b="0"/>
              </a:fillRef>
              <a:effectRef idx="0">
                <a:scrgbClr r="0" g="0" b="0"/>
              </a:effectRef>
              <a:fontRef idx="minor"/>
            </p:style>
          </p:sp>
          <p:sp>
            <p:nvSpPr>
              <p:cNvPr id="1783" name="Line 1168">
                <a:extLst>
                  <a:ext uri="{FF2B5EF4-FFF2-40B4-BE49-F238E27FC236}">
                    <a16:creationId xmlns:a16="http://schemas.microsoft.com/office/drawing/2014/main" id="{70526DA9-64E2-4790-A5C4-88DEA7E5FF3A}"/>
                  </a:ext>
                </a:extLst>
              </p:cNvPr>
              <p:cNvSpPr/>
              <p:nvPr/>
            </p:nvSpPr>
            <p:spPr>
              <a:xfrm flipV="1">
                <a:off x="6012720" y="3083400"/>
                <a:ext cx="60840" cy="16920"/>
              </a:xfrm>
              <a:prstGeom prst="line">
                <a:avLst/>
              </a:prstGeom>
              <a:ln>
                <a:solidFill>
                  <a:srgbClr val="6F6F6F"/>
                </a:solidFill>
              </a:ln>
            </p:spPr>
            <p:style>
              <a:lnRef idx="0">
                <a:scrgbClr r="0" g="0" b="0"/>
              </a:lnRef>
              <a:fillRef idx="0">
                <a:scrgbClr r="0" g="0" b="0"/>
              </a:fillRef>
              <a:effectRef idx="0">
                <a:scrgbClr r="0" g="0" b="0"/>
              </a:effectRef>
              <a:fontRef idx="minor"/>
            </p:style>
          </p:sp>
          <p:sp>
            <p:nvSpPr>
              <p:cNvPr id="1784" name="Line 1169">
                <a:extLst>
                  <a:ext uri="{FF2B5EF4-FFF2-40B4-BE49-F238E27FC236}">
                    <a16:creationId xmlns:a16="http://schemas.microsoft.com/office/drawing/2014/main" id="{80EB3954-D5E6-4EBC-BF39-D63325489611}"/>
                  </a:ext>
                </a:extLst>
              </p:cNvPr>
              <p:cNvSpPr/>
              <p:nvPr/>
            </p:nvSpPr>
            <p:spPr>
              <a:xfrm>
                <a:off x="5892480" y="3025080"/>
                <a:ext cx="59040" cy="80280"/>
              </a:xfrm>
              <a:prstGeom prst="line">
                <a:avLst/>
              </a:prstGeom>
              <a:ln>
                <a:solidFill>
                  <a:srgbClr val="717171"/>
                </a:solidFill>
              </a:ln>
            </p:spPr>
            <p:style>
              <a:lnRef idx="0">
                <a:scrgbClr r="0" g="0" b="0"/>
              </a:lnRef>
              <a:fillRef idx="0">
                <a:scrgbClr r="0" g="0" b="0"/>
              </a:fillRef>
              <a:effectRef idx="0">
                <a:scrgbClr r="0" g="0" b="0"/>
              </a:effectRef>
              <a:fontRef idx="minor"/>
            </p:style>
          </p:sp>
          <p:sp>
            <p:nvSpPr>
              <p:cNvPr id="1785" name="Line 1170">
                <a:extLst>
                  <a:ext uri="{FF2B5EF4-FFF2-40B4-BE49-F238E27FC236}">
                    <a16:creationId xmlns:a16="http://schemas.microsoft.com/office/drawing/2014/main" id="{E3842546-4055-4A69-9F77-E63B5D8B8620}"/>
                  </a:ext>
                </a:extLst>
              </p:cNvPr>
              <p:cNvSpPr/>
              <p:nvPr/>
            </p:nvSpPr>
            <p:spPr>
              <a:xfrm flipV="1">
                <a:off x="5951520" y="3100320"/>
                <a:ext cx="61200" cy="5040"/>
              </a:xfrm>
              <a:prstGeom prst="line">
                <a:avLst/>
              </a:prstGeom>
              <a:ln>
                <a:solidFill>
                  <a:srgbClr val="6D6D6D"/>
                </a:solidFill>
              </a:ln>
            </p:spPr>
            <p:style>
              <a:lnRef idx="0">
                <a:scrgbClr r="0" g="0" b="0"/>
              </a:lnRef>
              <a:fillRef idx="0">
                <a:scrgbClr r="0" g="0" b="0"/>
              </a:fillRef>
              <a:effectRef idx="0">
                <a:scrgbClr r="0" g="0" b="0"/>
              </a:effectRef>
              <a:fontRef idx="minor"/>
            </p:style>
          </p:sp>
          <p:sp>
            <p:nvSpPr>
              <p:cNvPr id="1786" name="Line 1171">
                <a:extLst>
                  <a:ext uri="{FF2B5EF4-FFF2-40B4-BE49-F238E27FC236}">
                    <a16:creationId xmlns:a16="http://schemas.microsoft.com/office/drawing/2014/main" id="{3DBCBF6A-F90B-462B-ADF9-AB2B5BABBE1F}"/>
                  </a:ext>
                </a:extLst>
              </p:cNvPr>
              <p:cNvSpPr/>
              <p:nvPr/>
            </p:nvSpPr>
            <p:spPr>
              <a:xfrm>
                <a:off x="5832720" y="3017160"/>
                <a:ext cx="59760" cy="79200"/>
              </a:xfrm>
              <a:prstGeom prst="line">
                <a:avLst/>
              </a:prstGeom>
              <a:ln>
                <a:solidFill>
                  <a:srgbClr val="707070"/>
                </a:solidFill>
              </a:ln>
            </p:spPr>
            <p:style>
              <a:lnRef idx="0">
                <a:scrgbClr r="0" g="0" b="0"/>
              </a:lnRef>
              <a:fillRef idx="0">
                <a:scrgbClr r="0" g="0" b="0"/>
              </a:fillRef>
              <a:effectRef idx="0">
                <a:scrgbClr r="0" g="0" b="0"/>
              </a:effectRef>
              <a:fontRef idx="minor"/>
            </p:style>
          </p:sp>
          <p:sp>
            <p:nvSpPr>
              <p:cNvPr id="1787" name="Line 1172">
                <a:extLst>
                  <a:ext uri="{FF2B5EF4-FFF2-40B4-BE49-F238E27FC236}">
                    <a16:creationId xmlns:a16="http://schemas.microsoft.com/office/drawing/2014/main" id="{784066CB-7DDE-4E85-A8DD-8CFF3A158F37}"/>
                  </a:ext>
                </a:extLst>
              </p:cNvPr>
              <p:cNvSpPr/>
              <p:nvPr/>
            </p:nvSpPr>
            <p:spPr>
              <a:xfrm>
                <a:off x="5892480" y="3096360"/>
                <a:ext cx="59040" cy="9000"/>
              </a:xfrm>
              <a:prstGeom prst="line">
                <a:avLst/>
              </a:prstGeom>
              <a:ln>
                <a:solidFill>
                  <a:srgbClr val="6C6C6C"/>
                </a:solidFill>
              </a:ln>
            </p:spPr>
            <p:style>
              <a:lnRef idx="0">
                <a:scrgbClr r="0" g="0" b="0"/>
              </a:lnRef>
              <a:fillRef idx="0">
                <a:scrgbClr r="0" g="0" b="0"/>
              </a:fillRef>
              <a:effectRef idx="0">
                <a:scrgbClr r="0" g="0" b="0"/>
              </a:effectRef>
              <a:fontRef idx="minor"/>
            </p:style>
          </p:sp>
          <p:sp>
            <p:nvSpPr>
              <p:cNvPr id="1788" name="Line 1173">
                <a:extLst>
                  <a:ext uri="{FF2B5EF4-FFF2-40B4-BE49-F238E27FC236}">
                    <a16:creationId xmlns:a16="http://schemas.microsoft.com/office/drawing/2014/main" id="{4E645AAB-E3AB-4B25-966A-DE3B98425F45}"/>
                  </a:ext>
                </a:extLst>
              </p:cNvPr>
              <p:cNvSpPr/>
              <p:nvPr/>
            </p:nvSpPr>
            <p:spPr>
              <a:xfrm>
                <a:off x="5771520" y="2997360"/>
                <a:ext cx="61200" cy="78840"/>
              </a:xfrm>
              <a:prstGeom prst="line">
                <a:avLst/>
              </a:prstGeom>
              <a:ln>
                <a:solidFill>
                  <a:srgbClr val="717171"/>
                </a:solidFill>
              </a:ln>
            </p:spPr>
            <p:style>
              <a:lnRef idx="0">
                <a:scrgbClr r="0" g="0" b="0"/>
              </a:lnRef>
              <a:fillRef idx="0">
                <a:scrgbClr r="0" g="0" b="0"/>
              </a:fillRef>
              <a:effectRef idx="0">
                <a:scrgbClr r="0" g="0" b="0"/>
              </a:effectRef>
              <a:fontRef idx="minor"/>
            </p:style>
          </p:sp>
          <p:sp>
            <p:nvSpPr>
              <p:cNvPr id="1789" name="Line 1174">
                <a:extLst>
                  <a:ext uri="{FF2B5EF4-FFF2-40B4-BE49-F238E27FC236}">
                    <a16:creationId xmlns:a16="http://schemas.microsoft.com/office/drawing/2014/main" id="{0FD18416-F3ED-4C65-9A72-2D34839F2295}"/>
                  </a:ext>
                </a:extLst>
              </p:cNvPr>
              <p:cNvSpPr/>
              <p:nvPr/>
            </p:nvSpPr>
            <p:spPr>
              <a:xfrm>
                <a:off x="5832720" y="3076200"/>
                <a:ext cx="59760" cy="20160"/>
              </a:xfrm>
              <a:prstGeom prst="line">
                <a:avLst/>
              </a:prstGeom>
              <a:ln>
                <a:solidFill>
                  <a:srgbClr val="6C6C6C"/>
                </a:solidFill>
              </a:ln>
            </p:spPr>
            <p:style>
              <a:lnRef idx="0">
                <a:scrgbClr r="0" g="0" b="0"/>
              </a:lnRef>
              <a:fillRef idx="0">
                <a:scrgbClr r="0" g="0" b="0"/>
              </a:fillRef>
              <a:effectRef idx="0">
                <a:scrgbClr r="0" g="0" b="0"/>
              </a:effectRef>
              <a:fontRef idx="minor"/>
            </p:style>
          </p:sp>
          <p:sp>
            <p:nvSpPr>
              <p:cNvPr id="1790" name="Line 1175">
                <a:extLst>
                  <a:ext uri="{FF2B5EF4-FFF2-40B4-BE49-F238E27FC236}">
                    <a16:creationId xmlns:a16="http://schemas.microsoft.com/office/drawing/2014/main" id="{EBEAEC57-67AB-45E2-813F-251DAB88C12E}"/>
                  </a:ext>
                </a:extLst>
              </p:cNvPr>
              <p:cNvSpPr/>
              <p:nvPr/>
            </p:nvSpPr>
            <p:spPr>
              <a:xfrm>
                <a:off x="5710320" y="2964240"/>
                <a:ext cx="61200" cy="79200"/>
              </a:xfrm>
              <a:prstGeom prst="line">
                <a:avLst/>
              </a:prstGeom>
              <a:ln>
                <a:solidFill>
                  <a:srgbClr val="727272"/>
                </a:solidFill>
              </a:ln>
            </p:spPr>
            <p:style>
              <a:lnRef idx="0">
                <a:scrgbClr r="0" g="0" b="0"/>
              </a:lnRef>
              <a:fillRef idx="0">
                <a:scrgbClr r="0" g="0" b="0"/>
              </a:fillRef>
              <a:effectRef idx="0">
                <a:scrgbClr r="0" g="0" b="0"/>
              </a:effectRef>
              <a:fontRef idx="minor"/>
            </p:style>
          </p:sp>
          <p:sp>
            <p:nvSpPr>
              <p:cNvPr id="1791" name="Line 1176">
                <a:extLst>
                  <a:ext uri="{FF2B5EF4-FFF2-40B4-BE49-F238E27FC236}">
                    <a16:creationId xmlns:a16="http://schemas.microsoft.com/office/drawing/2014/main" id="{6D9670AE-207B-462F-BA43-9F781257711D}"/>
                  </a:ext>
                </a:extLst>
              </p:cNvPr>
              <p:cNvSpPr/>
              <p:nvPr/>
            </p:nvSpPr>
            <p:spPr>
              <a:xfrm>
                <a:off x="5771520" y="3043440"/>
                <a:ext cx="61200" cy="32760"/>
              </a:xfrm>
              <a:prstGeom prst="line">
                <a:avLst/>
              </a:prstGeom>
              <a:ln>
                <a:solidFill>
                  <a:srgbClr val="6D6D6D"/>
                </a:solidFill>
              </a:ln>
            </p:spPr>
            <p:style>
              <a:lnRef idx="0">
                <a:scrgbClr r="0" g="0" b="0"/>
              </a:lnRef>
              <a:fillRef idx="0">
                <a:scrgbClr r="0" g="0" b="0"/>
              </a:fillRef>
              <a:effectRef idx="0">
                <a:scrgbClr r="0" g="0" b="0"/>
              </a:effectRef>
              <a:fontRef idx="minor"/>
            </p:style>
          </p:sp>
          <p:sp>
            <p:nvSpPr>
              <p:cNvPr id="1792" name="Line 1177">
                <a:extLst>
                  <a:ext uri="{FF2B5EF4-FFF2-40B4-BE49-F238E27FC236}">
                    <a16:creationId xmlns:a16="http://schemas.microsoft.com/office/drawing/2014/main" id="{11A7752F-5FA0-4AE9-B95C-A043DF89C8AB}"/>
                  </a:ext>
                </a:extLst>
              </p:cNvPr>
              <p:cNvSpPr/>
              <p:nvPr/>
            </p:nvSpPr>
            <p:spPr>
              <a:xfrm>
                <a:off x="5650560" y="2918160"/>
                <a:ext cx="59760" cy="79920"/>
              </a:xfrm>
              <a:prstGeom prst="line">
                <a:avLst/>
              </a:prstGeom>
              <a:ln>
                <a:solidFill>
                  <a:srgbClr val="757575"/>
                </a:solidFill>
              </a:ln>
            </p:spPr>
            <p:style>
              <a:lnRef idx="0">
                <a:scrgbClr r="0" g="0" b="0"/>
              </a:lnRef>
              <a:fillRef idx="0">
                <a:scrgbClr r="0" g="0" b="0"/>
              </a:fillRef>
              <a:effectRef idx="0">
                <a:scrgbClr r="0" g="0" b="0"/>
              </a:effectRef>
              <a:fontRef idx="minor"/>
            </p:style>
          </p:sp>
          <p:sp>
            <p:nvSpPr>
              <p:cNvPr id="1793" name="Line 1178">
                <a:extLst>
                  <a:ext uri="{FF2B5EF4-FFF2-40B4-BE49-F238E27FC236}">
                    <a16:creationId xmlns:a16="http://schemas.microsoft.com/office/drawing/2014/main" id="{FF8EDB5F-3DF9-451B-9CEC-1A5D7E536882}"/>
                  </a:ext>
                </a:extLst>
              </p:cNvPr>
              <p:cNvSpPr/>
              <p:nvPr/>
            </p:nvSpPr>
            <p:spPr>
              <a:xfrm>
                <a:off x="5710320" y="2998080"/>
                <a:ext cx="61200" cy="45360"/>
              </a:xfrm>
              <a:prstGeom prst="line">
                <a:avLst/>
              </a:prstGeom>
              <a:ln>
                <a:solidFill>
                  <a:srgbClr val="6F6F6F"/>
                </a:solidFill>
              </a:ln>
            </p:spPr>
            <p:style>
              <a:lnRef idx="0">
                <a:scrgbClr r="0" g="0" b="0"/>
              </a:lnRef>
              <a:fillRef idx="0">
                <a:scrgbClr r="0" g="0" b="0"/>
              </a:fillRef>
              <a:effectRef idx="0">
                <a:scrgbClr r="0" g="0" b="0"/>
              </a:effectRef>
              <a:fontRef idx="minor"/>
            </p:style>
          </p:sp>
          <p:sp>
            <p:nvSpPr>
              <p:cNvPr id="1794" name="Line 1179">
                <a:extLst>
                  <a:ext uri="{FF2B5EF4-FFF2-40B4-BE49-F238E27FC236}">
                    <a16:creationId xmlns:a16="http://schemas.microsoft.com/office/drawing/2014/main" id="{7868E63C-0BD7-416B-8D32-814FF61BD86A}"/>
                  </a:ext>
                </a:extLst>
              </p:cNvPr>
              <p:cNvSpPr/>
              <p:nvPr/>
            </p:nvSpPr>
            <p:spPr>
              <a:xfrm>
                <a:off x="5591520" y="2860200"/>
                <a:ext cx="59040" cy="78840"/>
              </a:xfrm>
              <a:prstGeom prst="line">
                <a:avLst/>
              </a:prstGeom>
              <a:ln>
                <a:solidFill>
                  <a:srgbClr val="7A7A7A"/>
                </a:solidFill>
              </a:ln>
            </p:spPr>
            <p:style>
              <a:lnRef idx="0">
                <a:scrgbClr r="0" g="0" b="0"/>
              </a:lnRef>
              <a:fillRef idx="0">
                <a:scrgbClr r="0" g="0" b="0"/>
              </a:fillRef>
              <a:effectRef idx="0">
                <a:scrgbClr r="0" g="0" b="0"/>
              </a:effectRef>
              <a:fontRef idx="minor"/>
            </p:style>
          </p:sp>
          <p:sp>
            <p:nvSpPr>
              <p:cNvPr id="1795" name="Line 1180">
                <a:extLst>
                  <a:ext uri="{FF2B5EF4-FFF2-40B4-BE49-F238E27FC236}">
                    <a16:creationId xmlns:a16="http://schemas.microsoft.com/office/drawing/2014/main" id="{D02BCC1B-07AF-413A-834B-4F629ABAE595}"/>
                  </a:ext>
                </a:extLst>
              </p:cNvPr>
              <p:cNvSpPr/>
              <p:nvPr/>
            </p:nvSpPr>
            <p:spPr>
              <a:xfrm>
                <a:off x="5650560" y="2939040"/>
                <a:ext cx="59760" cy="59040"/>
              </a:xfrm>
              <a:prstGeom prst="line">
                <a:avLst/>
              </a:prstGeom>
              <a:ln>
                <a:solidFill>
                  <a:srgbClr val="737373"/>
                </a:solidFill>
              </a:ln>
            </p:spPr>
            <p:style>
              <a:lnRef idx="0">
                <a:scrgbClr r="0" g="0" b="0"/>
              </a:lnRef>
              <a:fillRef idx="0">
                <a:scrgbClr r="0" g="0" b="0"/>
              </a:fillRef>
              <a:effectRef idx="0">
                <a:scrgbClr r="0" g="0" b="0"/>
              </a:effectRef>
              <a:fontRef idx="minor"/>
            </p:style>
          </p:sp>
          <p:sp>
            <p:nvSpPr>
              <p:cNvPr id="1796" name="Line 1181">
                <a:extLst>
                  <a:ext uri="{FF2B5EF4-FFF2-40B4-BE49-F238E27FC236}">
                    <a16:creationId xmlns:a16="http://schemas.microsoft.com/office/drawing/2014/main" id="{2D137C45-CE2C-49DF-8DE2-6A4318209EC7}"/>
                  </a:ext>
                </a:extLst>
              </p:cNvPr>
              <p:cNvSpPr/>
              <p:nvPr/>
            </p:nvSpPr>
            <p:spPr>
              <a:xfrm>
                <a:off x="5530320" y="2788920"/>
                <a:ext cx="59040" cy="80280"/>
              </a:xfrm>
              <a:prstGeom prst="line">
                <a:avLst/>
              </a:prstGeom>
              <a:ln>
                <a:solidFill>
                  <a:srgbClr val="7F7F7F"/>
                </a:solidFill>
              </a:ln>
            </p:spPr>
            <p:style>
              <a:lnRef idx="0">
                <a:scrgbClr r="0" g="0" b="0"/>
              </a:lnRef>
              <a:fillRef idx="0">
                <a:scrgbClr r="0" g="0" b="0"/>
              </a:fillRef>
              <a:effectRef idx="0">
                <a:scrgbClr r="0" g="0" b="0"/>
              </a:effectRef>
              <a:fontRef idx="minor"/>
            </p:style>
          </p:sp>
          <p:sp>
            <p:nvSpPr>
              <p:cNvPr id="1797" name="Line 1182">
                <a:extLst>
                  <a:ext uri="{FF2B5EF4-FFF2-40B4-BE49-F238E27FC236}">
                    <a16:creationId xmlns:a16="http://schemas.microsoft.com/office/drawing/2014/main" id="{7B4A3114-D457-46DD-A8B3-DCD35EC93B55}"/>
                  </a:ext>
                </a:extLst>
              </p:cNvPr>
              <p:cNvSpPr/>
              <p:nvPr/>
            </p:nvSpPr>
            <p:spPr>
              <a:xfrm>
                <a:off x="5589360" y="2869200"/>
                <a:ext cx="61200" cy="69840"/>
              </a:xfrm>
              <a:prstGeom prst="line">
                <a:avLst/>
              </a:prstGeom>
              <a:ln>
                <a:solidFill>
                  <a:srgbClr val="787878"/>
                </a:solidFill>
              </a:ln>
            </p:spPr>
            <p:style>
              <a:lnRef idx="0">
                <a:scrgbClr r="0" g="0" b="0"/>
              </a:lnRef>
              <a:fillRef idx="0">
                <a:scrgbClr r="0" g="0" b="0"/>
              </a:fillRef>
              <a:effectRef idx="0">
                <a:scrgbClr r="0" g="0" b="0"/>
              </a:effectRef>
              <a:fontRef idx="minor"/>
            </p:style>
          </p:sp>
          <p:sp>
            <p:nvSpPr>
              <p:cNvPr id="1798" name="Line 1183">
                <a:extLst>
                  <a:ext uri="{FF2B5EF4-FFF2-40B4-BE49-F238E27FC236}">
                    <a16:creationId xmlns:a16="http://schemas.microsoft.com/office/drawing/2014/main" id="{128E517B-2C69-4263-9A77-6B859613184C}"/>
                  </a:ext>
                </a:extLst>
              </p:cNvPr>
              <p:cNvSpPr/>
              <p:nvPr/>
            </p:nvSpPr>
            <p:spPr>
              <a:xfrm>
                <a:off x="5469120" y="2705760"/>
                <a:ext cx="61200" cy="79200"/>
              </a:xfrm>
              <a:prstGeom prst="line">
                <a:avLst/>
              </a:prstGeom>
              <a:ln>
                <a:solidFill>
                  <a:srgbClr val="868686"/>
                </a:solidFill>
              </a:ln>
            </p:spPr>
            <p:style>
              <a:lnRef idx="0">
                <a:scrgbClr r="0" g="0" b="0"/>
              </a:lnRef>
              <a:fillRef idx="0">
                <a:scrgbClr r="0" g="0" b="0"/>
              </a:fillRef>
              <a:effectRef idx="0">
                <a:scrgbClr r="0" g="0" b="0"/>
              </a:effectRef>
              <a:fontRef idx="minor"/>
            </p:style>
          </p:sp>
          <p:sp>
            <p:nvSpPr>
              <p:cNvPr id="1799" name="Line 1184">
                <a:extLst>
                  <a:ext uri="{FF2B5EF4-FFF2-40B4-BE49-F238E27FC236}">
                    <a16:creationId xmlns:a16="http://schemas.microsoft.com/office/drawing/2014/main" id="{EE8744F3-3210-48C0-9C5C-77B7AA892119}"/>
                  </a:ext>
                </a:extLst>
              </p:cNvPr>
              <p:cNvSpPr/>
              <p:nvPr/>
            </p:nvSpPr>
            <p:spPr>
              <a:xfrm>
                <a:off x="5530320" y="2784960"/>
                <a:ext cx="59040" cy="84240"/>
              </a:xfrm>
              <a:prstGeom prst="line">
                <a:avLst/>
              </a:prstGeom>
              <a:ln>
                <a:solidFill>
                  <a:srgbClr val="7E7E7E"/>
                </a:solidFill>
              </a:ln>
            </p:spPr>
            <p:style>
              <a:lnRef idx="0">
                <a:scrgbClr r="0" g="0" b="0"/>
              </a:lnRef>
              <a:fillRef idx="0">
                <a:scrgbClr r="0" g="0" b="0"/>
              </a:fillRef>
              <a:effectRef idx="0">
                <a:scrgbClr r="0" g="0" b="0"/>
              </a:effectRef>
              <a:fontRef idx="minor"/>
            </p:style>
          </p:sp>
          <p:sp>
            <p:nvSpPr>
              <p:cNvPr id="1800" name="Line 1185">
                <a:extLst>
                  <a:ext uri="{FF2B5EF4-FFF2-40B4-BE49-F238E27FC236}">
                    <a16:creationId xmlns:a16="http://schemas.microsoft.com/office/drawing/2014/main" id="{FE2CAE9E-FE5E-447F-B6BE-CD786F6A23F3}"/>
                  </a:ext>
                </a:extLst>
              </p:cNvPr>
              <p:cNvSpPr/>
              <p:nvPr/>
            </p:nvSpPr>
            <p:spPr>
              <a:xfrm>
                <a:off x="5409360" y="2610000"/>
                <a:ext cx="59760" cy="78840"/>
              </a:xfrm>
              <a:prstGeom prst="line">
                <a:avLst/>
              </a:prstGeom>
              <a:ln>
                <a:solidFill>
                  <a:srgbClr val="8D8D8D"/>
                </a:solidFill>
              </a:ln>
            </p:spPr>
            <p:style>
              <a:lnRef idx="0">
                <a:scrgbClr r="0" g="0" b="0"/>
              </a:lnRef>
              <a:fillRef idx="0">
                <a:scrgbClr r="0" g="0" b="0"/>
              </a:fillRef>
              <a:effectRef idx="0">
                <a:scrgbClr r="0" g="0" b="0"/>
              </a:effectRef>
              <a:fontRef idx="minor"/>
            </p:style>
          </p:sp>
          <p:sp>
            <p:nvSpPr>
              <p:cNvPr id="1801" name="Line 1186">
                <a:extLst>
                  <a:ext uri="{FF2B5EF4-FFF2-40B4-BE49-F238E27FC236}">
                    <a16:creationId xmlns:a16="http://schemas.microsoft.com/office/drawing/2014/main" id="{113C9F84-CE63-4FA1-B51D-D6157EB5B61C}"/>
                  </a:ext>
                </a:extLst>
              </p:cNvPr>
              <p:cNvSpPr/>
              <p:nvPr/>
            </p:nvSpPr>
            <p:spPr>
              <a:xfrm>
                <a:off x="5469120" y="2688840"/>
                <a:ext cx="61200" cy="96120"/>
              </a:xfrm>
              <a:prstGeom prst="line">
                <a:avLst/>
              </a:prstGeom>
              <a:ln>
                <a:solidFill>
                  <a:srgbClr val="858585"/>
                </a:solidFill>
              </a:ln>
            </p:spPr>
            <p:style>
              <a:lnRef idx="0">
                <a:scrgbClr r="0" g="0" b="0"/>
              </a:lnRef>
              <a:fillRef idx="0">
                <a:scrgbClr r="0" g="0" b="0"/>
              </a:fillRef>
              <a:effectRef idx="0">
                <a:scrgbClr r="0" g="0" b="0"/>
              </a:effectRef>
              <a:fontRef idx="minor"/>
            </p:style>
          </p:sp>
          <p:sp>
            <p:nvSpPr>
              <p:cNvPr id="1802" name="Line 1187">
                <a:extLst>
                  <a:ext uri="{FF2B5EF4-FFF2-40B4-BE49-F238E27FC236}">
                    <a16:creationId xmlns:a16="http://schemas.microsoft.com/office/drawing/2014/main" id="{A9A74E84-1D98-4195-848C-FBB9299DE60C}"/>
                  </a:ext>
                </a:extLst>
              </p:cNvPr>
              <p:cNvSpPr/>
              <p:nvPr/>
            </p:nvSpPr>
            <p:spPr>
              <a:xfrm>
                <a:off x="5348160" y="2501640"/>
                <a:ext cx="61200" cy="79200"/>
              </a:xfrm>
              <a:prstGeom prst="line">
                <a:avLst/>
              </a:prstGeom>
              <a:ln>
                <a:solidFill>
                  <a:srgbClr val="969696"/>
                </a:solidFill>
              </a:ln>
            </p:spPr>
            <p:style>
              <a:lnRef idx="0">
                <a:scrgbClr r="0" g="0" b="0"/>
              </a:lnRef>
              <a:fillRef idx="0">
                <a:scrgbClr r="0" g="0" b="0"/>
              </a:fillRef>
              <a:effectRef idx="0">
                <a:scrgbClr r="0" g="0" b="0"/>
              </a:effectRef>
              <a:fontRef idx="minor"/>
            </p:style>
          </p:sp>
          <p:sp>
            <p:nvSpPr>
              <p:cNvPr id="1803" name="Line 1188">
                <a:extLst>
                  <a:ext uri="{FF2B5EF4-FFF2-40B4-BE49-F238E27FC236}">
                    <a16:creationId xmlns:a16="http://schemas.microsoft.com/office/drawing/2014/main" id="{ECA23BEB-25C9-45D6-88F1-DEB35B31EEDE}"/>
                  </a:ext>
                </a:extLst>
              </p:cNvPr>
              <p:cNvSpPr/>
              <p:nvPr/>
            </p:nvSpPr>
            <p:spPr>
              <a:xfrm>
                <a:off x="5409360" y="2580840"/>
                <a:ext cx="59760" cy="108000"/>
              </a:xfrm>
              <a:prstGeom prst="line">
                <a:avLst/>
              </a:prstGeom>
              <a:ln>
                <a:solidFill>
                  <a:srgbClr val="8D8D8D"/>
                </a:solidFill>
              </a:ln>
            </p:spPr>
            <p:style>
              <a:lnRef idx="0">
                <a:scrgbClr r="0" g="0" b="0"/>
              </a:lnRef>
              <a:fillRef idx="0">
                <a:scrgbClr r="0" g="0" b="0"/>
              </a:fillRef>
              <a:effectRef idx="0">
                <a:scrgbClr r="0" g="0" b="0"/>
              </a:effectRef>
              <a:fontRef idx="minor"/>
            </p:style>
          </p:sp>
          <p:sp>
            <p:nvSpPr>
              <p:cNvPr id="1804" name="Line 1189">
                <a:extLst>
                  <a:ext uri="{FF2B5EF4-FFF2-40B4-BE49-F238E27FC236}">
                    <a16:creationId xmlns:a16="http://schemas.microsoft.com/office/drawing/2014/main" id="{472E1DE6-F668-4566-8DC3-E09B1E873CEB}"/>
                  </a:ext>
                </a:extLst>
              </p:cNvPr>
              <p:cNvSpPr/>
              <p:nvPr/>
            </p:nvSpPr>
            <p:spPr>
              <a:xfrm>
                <a:off x="5287320" y="2380680"/>
                <a:ext cx="60840" cy="79920"/>
              </a:xfrm>
              <a:prstGeom prst="line">
                <a:avLst/>
              </a:prstGeom>
              <a:ln>
                <a:solidFill>
                  <a:srgbClr val="A1A1A1"/>
                </a:solidFill>
              </a:ln>
            </p:spPr>
            <p:style>
              <a:lnRef idx="0">
                <a:scrgbClr r="0" g="0" b="0"/>
              </a:lnRef>
              <a:fillRef idx="0">
                <a:scrgbClr r="0" g="0" b="0"/>
              </a:fillRef>
              <a:effectRef idx="0">
                <a:scrgbClr r="0" g="0" b="0"/>
              </a:effectRef>
              <a:fontRef idx="minor"/>
            </p:style>
          </p:sp>
          <p:sp>
            <p:nvSpPr>
              <p:cNvPr id="1805" name="Line 1190">
                <a:extLst>
                  <a:ext uri="{FF2B5EF4-FFF2-40B4-BE49-F238E27FC236}">
                    <a16:creationId xmlns:a16="http://schemas.microsoft.com/office/drawing/2014/main" id="{98143F27-0B46-43E8-B36D-C3F883D7FD7B}"/>
                  </a:ext>
                </a:extLst>
              </p:cNvPr>
              <p:cNvSpPr/>
              <p:nvPr/>
            </p:nvSpPr>
            <p:spPr>
              <a:xfrm>
                <a:off x="5348160" y="2460600"/>
                <a:ext cx="61200" cy="120240"/>
              </a:xfrm>
              <a:prstGeom prst="line">
                <a:avLst/>
              </a:prstGeom>
              <a:ln>
                <a:solidFill>
                  <a:srgbClr val="979797"/>
                </a:solidFill>
              </a:ln>
            </p:spPr>
            <p:style>
              <a:lnRef idx="0">
                <a:scrgbClr r="0" g="0" b="0"/>
              </a:lnRef>
              <a:fillRef idx="0">
                <a:scrgbClr r="0" g="0" b="0"/>
              </a:fillRef>
              <a:effectRef idx="0">
                <a:scrgbClr r="0" g="0" b="0"/>
              </a:effectRef>
              <a:fontRef idx="minor"/>
            </p:style>
          </p:sp>
          <p:sp>
            <p:nvSpPr>
              <p:cNvPr id="1806" name="Line 1191">
                <a:extLst>
                  <a:ext uri="{FF2B5EF4-FFF2-40B4-BE49-F238E27FC236}">
                    <a16:creationId xmlns:a16="http://schemas.microsoft.com/office/drawing/2014/main" id="{26EE4B4E-75EB-4EFA-A466-9B5105893F2C}"/>
                  </a:ext>
                </a:extLst>
              </p:cNvPr>
              <p:cNvSpPr/>
              <p:nvPr/>
            </p:nvSpPr>
            <p:spPr>
              <a:xfrm>
                <a:off x="5229000" y="2247480"/>
                <a:ext cx="58320" cy="79200"/>
              </a:xfrm>
              <a:prstGeom prst="line">
                <a:avLst/>
              </a:prstGeom>
              <a:ln>
                <a:solidFill>
                  <a:srgbClr val="ACACAC"/>
                </a:solidFill>
              </a:ln>
            </p:spPr>
            <p:style>
              <a:lnRef idx="0">
                <a:scrgbClr r="0" g="0" b="0"/>
              </a:lnRef>
              <a:fillRef idx="0">
                <a:scrgbClr r="0" g="0" b="0"/>
              </a:fillRef>
              <a:effectRef idx="0">
                <a:scrgbClr r="0" g="0" b="0"/>
              </a:effectRef>
              <a:fontRef idx="minor"/>
            </p:style>
          </p:sp>
          <p:sp>
            <p:nvSpPr>
              <p:cNvPr id="1807" name="Line 1192">
                <a:extLst>
                  <a:ext uri="{FF2B5EF4-FFF2-40B4-BE49-F238E27FC236}">
                    <a16:creationId xmlns:a16="http://schemas.microsoft.com/office/drawing/2014/main" id="{8B5FFD63-8DBC-4944-B343-19225DF83028}"/>
                  </a:ext>
                </a:extLst>
              </p:cNvPr>
              <p:cNvSpPr/>
              <p:nvPr/>
            </p:nvSpPr>
            <p:spPr>
              <a:xfrm>
                <a:off x="5287320" y="2326680"/>
                <a:ext cx="60840" cy="133920"/>
              </a:xfrm>
              <a:prstGeom prst="line">
                <a:avLst/>
              </a:prstGeom>
              <a:ln>
                <a:solidFill>
                  <a:srgbClr val="A2A2A2"/>
                </a:solidFill>
              </a:ln>
            </p:spPr>
            <p:style>
              <a:lnRef idx="0">
                <a:scrgbClr r="0" g="0" b="0"/>
              </a:lnRef>
              <a:fillRef idx="0">
                <a:scrgbClr r="0" g="0" b="0"/>
              </a:fillRef>
              <a:effectRef idx="0">
                <a:scrgbClr r="0" g="0" b="0"/>
              </a:effectRef>
              <a:fontRef idx="minor"/>
            </p:style>
          </p:sp>
          <p:sp>
            <p:nvSpPr>
              <p:cNvPr id="1808" name="Line 1193">
                <a:extLst>
                  <a:ext uri="{FF2B5EF4-FFF2-40B4-BE49-F238E27FC236}">
                    <a16:creationId xmlns:a16="http://schemas.microsoft.com/office/drawing/2014/main" id="{F6731AFB-E161-4285-AC95-458D660E6D6A}"/>
                  </a:ext>
                </a:extLst>
              </p:cNvPr>
              <p:cNvSpPr/>
              <p:nvPr/>
            </p:nvSpPr>
            <p:spPr>
              <a:xfrm>
                <a:off x="5168160" y="2100240"/>
                <a:ext cx="59040" cy="81000"/>
              </a:xfrm>
              <a:prstGeom prst="line">
                <a:avLst/>
              </a:prstGeom>
              <a:ln>
                <a:solidFill>
                  <a:srgbClr val="B9B9B9"/>
                </a:solidFill>
              </a:ln>
            </p:spPr>
            <p:style>
              <a:lnRef idx="0">
                <a:scrgbClr r="0" g="0" b="0"/>
              </a:lnRef>
              <a:fillRef idx="0">
                <a:scrgbClr r="0" g="0" b="0"/>
              </a:fillRef>
              <a:effectRef idx="0">
                <a:scrgbClr r="0" g="0" b="0"/>
              </a:effectRef>
              <a:fontRef idx="minor"/>
            </p:style>
          </p:sp>
          <p:sp>
            <p:nvSpPr>
              <p:cNvPr id="1809" name="Line 1194">
                <a:extLst>
                  <a:ext uri="{FF2B5EF4-FFF2-40B4-BE49-F238E27FC236}">
                    <a16:creationId xmlns:a16="http://schemas.microsoft.com/office/drawing/2014/main" id="{651720CB-F9A1-49D2-ABCE-5BF0B7D65E91}"/>
                  </a:ext>
                </a:extLst>
              </p:cNvPr>
              <p:cNvSpPr/>
              <p:nvPr/>
            </p:nvSpPr>
            <p:spPr>
              <a:xfrm>
                <a:off x="5227200" y="2181240"/>
                <a:ext cx="60120" cy="145440"/>
              </a:xfrm>
              <a:prstGeom prst="line">
                <a:avLst/>
              </a:prstGeom>
              <a:ln>
                <a:solidFill>
                  <a:srgbClr val="AEAEAE"/>
                </a:solidFill>
              </a:ln>
            </p:spPr>
            <p:style>
              <a:lnRef idx="0">
                <a:scrgbClr r="0" g="0" b="0"/>
              </a:lnRef>
              <a:fillRef idx="0">
                <a:scrgbClr r="0" g="0" b="0"/>
              </a:fillRef>
              <a:effectRef idx="0">
                <a:scrgbClr r="0" g="0" b="0"/>
              </a:effectRef>
              <a:fontRef idx="minor"/>
            </p:style>
          </p:sp>
          <p:sp>
            <p:nvSpPr>
              <p:cNvPr id="1810" name="Line 1195">
                <a:extLst>
                  <a:ext uri="{FF2B5EF4-FFF2-40B4-BE49-F238E27FC236}">
                    <a16:creationId xmlns:a16="http://schemas.microsoft.com/office/drawing/2014/main" id="{D38778D0-C3B4-4A46-8A3D-4C142D421603}"/>
                  </a:ext>
                </a:extLst>
              </p:cNvPr>
              <p:cNvSpPr/>
              <p:nvPr/>
            </p:nvSpPr>
            <p:spPr>
              <a:xfrm>
                <a:off x="5106960" y="1942200"/>
                <a:ext cx="61200" cy="79920"/>
              </a:xfrm>
              <a:prstGeom prst="line">
                <a:avLst/>
              </a:prstGeom>
              <a:ln>
                <a:solidFill>
                  <a:srgbClr val="C6C6C6"/>
                </a:solidFill>
              </a:ln>
            </p:spPr>
            <p:style>
              <a:lnRef idx="0">
                <a:scrgbClr r="0" g="0" b="0"/>
              </a:lnRef>
              <a:fillRef idx="0">
                <a:scrgbClr r="0" g="0" b="0"/>
              </a:fillRef>
              <a:effectRef idx="0">
                <a:scrgbClr r="0" g="0" b="0"/>
              </a:effectRef>
              <a:fontRef idx="minor"/>
            </p:style>
          </p:sp>
          <p:sp>
            <p:nvSpPr>
              <p:cNvPr id="1811" name="Line 1196">
                <a:extLst>
                  <a:ext uri="{FF2B5EF4-FFF2-40B4-BE49-F238E27FC236}">
                    <a16:creationId xmlns:a16="http://schemas.microsoft.com/office/drawing/2014/main" id="{24FDD2F6-A09B-4F99-898C-62B6DAA5E3E2}"/>
                  </a:ext>
                </a:extLst>
              </p:cNvPr>
              <p:cNvSpPr/>
              <p:nvPr/>
            </p:nvSpPr>
            <p:spPr>
              <a:xfrm>
                <a:off x="5168160" y="2022120"/>
                <a:ext cx="59040" cy="159120"/>
              </a:xfrm>
              <a:prstGeom prst="line">
                <a:avLst/>
              </a:prstGeom>
              <a:ln>
                <a:solidFill>
                  <a:srgbClr val="BBBBBB"/>
                </a:solidFill>
              </a:ln>
            </p:spPr>
            <p:style>
              <a:lnRef idx="0">
                <a:scrgbClr r="0" g="0" b="0"/>
              </a:lnRef>
              <a:fillRef idx="0">
                <a:scrgbClr r="0" g="0" b="0"/>
              </a:fillRef>
              <a:effectRef idx="0">
                <a:scrgbClr r="0" g="0" b="0"/>
              </a:effectRef>
              <a:fontRef idx="minor"/>
            </p:style>
          </p:sp>
          <p:sp>
            <p:nvSpPr>
              <p:cNvPr id="1812" name="Line 1197">
                <a:extLst>
                  <a:ext uri="{FF2B5EF4-FFF2-40B4-BE49-F238E27FC236}">
                    <a16:creationId xmlns:a16="http://schemas.microsoft.com/office/drawing/2014/main" id="{755A8948-E455-46A3-AC0B-A0FFEB6E8321}"/>
                  </a:ext>
                </a:extLst>
              </p:cNvPr>
              <p:cNvSpPr/>
              <p:nvPr/>
            </p:nvSpPr>
            <p:spPr>
              <a:xfrm>
                <a:off x="6557040" y="2494800"/>
                <a:ext cx="61200" cy="68040"/>
              </a:xfrm>
              <a:prstGeom prst="line">
                <a:avLst/>
              </a:prstGeom>
              <a:ln>
                <a:solidFill>
                  <a:srgbClr val="B0B0B0"/>
                </a:solidFill>
              </a:ln>
            </p:spPr>
            <p:style>
              <a:lnRef idx="0">
                <a:scrgbClr r="0" g="0" b="0"/>
              </a:lnRef>
              <a:fillRef idx="0">
                <a:scrgbClr r="0" g="0" b="0"/>
              </a:fillRef>
              <a:effectRef idx="0">
                <a:scrgbClr r="0" g="0" b="0"/>
              </a:effectRef>
              <a:fontRef idx="minor"/>
            </p:style>
          </p:sp>
          <p:sp>
            <p:nvSpPr>
              <p:cNvPr id="1813" name="Line 1198">
                <a:extLst>
                  <a:ext uri="{FF2B5EF4-FFF2-40B4-BE49-F238E27FC236}">
                    <a16:creationId xmlns:a16="http://schemas.microsoft.com/office/drawing/2014/main" id="{D0435FD6-30D8-476C-8C50-EDB787EC0945}"/>
                  </a:ext>
                </a:extLst>
              </p:cNvPr>
              <p:cNvSpPr/>
              <p:nvPr/>
            </p:nvSpPr>
            <p:spPr>
              <a:xfrm flipH="1" flipV="1">
                <a:off x="6618240" y="2364480"/>
                <a:ext cx="59040" cy="68040"/>
              </a:xfrm>
              <a:prstGeom prst="line">
                <a:avLst/>
              </a:prstGeom>
              <a:ln>
                <a:solidFill>
                  <a:srgbClr val="BEBEBE"/>
                </a:solidFill>
              </a:ln>
            </p:spPr>
            <p:style>
              <a:lnRef idx="0">
                <a:scrgbClr r="0" g="0" b="0"/>
              </a:lnRef>
              <a:fillRef idx="0">
                <a:scrgbClr r="0" g="0" b="0"/>
              </a:fillRef>
              <a:effectRef idx="0">
                <a:scrgbClr r="0" g="0" b="0"/>
              </a:effectRef>
              <a:fontRef idx="minor"/>
            </p:style>
          </p:sp>
          <p:sp>
            <p:nvSpPr>
              <p:cNvPr id="1814" name="Line 1199">
                <a:extLst>
                  <a:ext uri="{FF2B5EF4-FFF2-40B4-BE49-F238E27FC236}">
                    <a16:creationId xmlns:a16="http://schemas.microsoft.com/office/drawing/2014/main" id="{29A02A79-42D2-4698-8745-835E4C495847}"/>
                  </a:ext>
                </a:extLst>
              </p:cNvPr>
              <p:cNvSpPr/>
              <p:nvPr/>
            </p:nvSpPr>
            <p:spPr>
              <a:xfrm flipV="1">
                <a:off x="6618240" y="2432520"/>
                <a:ext cx="59040" cy="130320"/>
              </a:xfrm>
              <a:prstGeom prst="line">
                <a:avLst/>
              </a:prstGeom>
              <a:ln>
                <a:solidFill>
                  <a:srgbClr val="B3B3B3"/>
                </a:solidFill>
              </a:ln>
            </p:spPr>
            <p:style>
              <a:lnRef idx="0">
                <a:scrgbClr r="0" g="0" b="0"/>
              </a:lnRef>
              <a:fillRef idx="0">
                <a:scrgbClr r="0" g="0" b="0"/>
              </a:fillRef>
              <a:effectRef idx="0">
                <a:scrgbClr r="0" g="0" b="0"/>
              </a:effectRef>
              <a:fontRef idx="minor"/>
            </p:style>
          </p:sp>
          <p:sp>
            <p:nvSpPr>
              <p:cNvPr id="1815" name="Line 1200">
                <a:extLst>
                  <a:ext uri="{FF2B5EF4-FFF2-40B4-BE49-F238E27FC236}">
                    <a16:creationId xmlns:a16="http://schemas.microsoft.com/office/drawing/2014/main" id="{5E4D92B1-FF49-422B-A509-CCB86DF53A38}"/>
                  </a:ext>
                </a:extLst>
              </p:cNvPr>
              <p:cNvSpPr/>
              <p:nvPr/>
            </p:nvSpPr>
            <p:spPr>
              <a:xfrm>
                <a:off x="6496920" y="2612880"/>
                <a:ext cx="60120" cy="66960"/>
              </a:xfrm>
              <a:prstGeom prst="line">
                <a:avLst/>
              </a:prstGeom>
              <a:ln>
                <a:solidFill>
                  <a:srgbClr val="A4A4A4"/>
                </a:solidFill>
              </a:ln>
            </p:spPr>
            <p:style>
              <a:lnRef idx="0">
                <a:scrgbClr r="0" g="0" b="0"/>
              </a:lnRef>
              <a:fillRef idx="0">
                <a:scrgbClr r="0" g="0" b="0"/>
              </a:fillRef>
              <a:effectRef idx="0">
                <a:scrgbClr r="0" g="0" b="0"/>
              </a:effectRef>
              <a:fontRef idx="minor"/>
            </p:style>
          </p:sp>
          <p:sp>
            <p:nvSpPr>
              <p:cNvPr id="1816" name="Line 1201">
                <a:extLst>
                  <a:ext uri="{FF2B5EF4-FFF2-40B4-BE49-F238E27FC236}">
                    <a16:creationId xmlns:a16="http://schemas.microsoft.com/office/drawing/2014/main" id="{FCCD30AF-988E-452D-8EB2-77F68E31EB78}"/>
                  </a:ext>
                </a:extLst>
              </p:cNvPr>
              <p:cNvSpPr/>
              <p:nvPr/>
            </p:nvSpPr>
            <p:spPr>
              <a:xfrm flipV="1">
                <a:off x="6557040" y="2562840"/>
                <a:ext cx="61200" cy="117000"/>
              </a:xfrm>
              <a:prstGeom prst="line">
                <a:avLst/>
              </a:prstGeom>
              <a:ln>
                <a:solidFill>
                  <a:srgbClr val="A6A6A6"/>
                </a:solidFill>
              </a:ln>
            </p:spPr>
            <p:style>
              <a:lnRef idx="0">
                <a:scrgbClr r="0" g="0" b="0"/>
              </a:lnRef>
              <a:fillRef idx="0">
                <a:scrgbClr r="0" g="0" b="0"/>
              </a:fillRef>
              <a:effectRef idx="0">
                <a:scrgbClr r="0" g="0" b="0"/>
              </a:effectRef>
              <a:fontRef idx="minor"/>
            </p:style>
          </p:sp>
          <p:sp>
            <p:nvSpPr>
              <p:cNvPr id="1817" name="Line 1202">
                <a:extLst>
                  <a:ext uri="{FF2B5EF4-FFF2-40B4-BE49-F238E27FC236}">
                    <a16:creationId xmlns:a16="http://schemas.microsoft.com/office/drawing/2014/main" id="{238EB6C6-45E7-4844-B209-83A56A2DA226}"/>
                  </a:ext>
                </a:extLst>
              </p:cNvPr>
              <p:cNvSpPr/>
              <p:nvPr/>
            </p:nvSpPr>
            <p:spPr>
              <a:xfrm>
                <a:off x="6436080" y="2716920"/>
                <a:ext cx="60840" cy="68040"/>
              </a:xfrm>
              <a:prstGeom prst="line">
                <a:avLst/>
              </a:prstGeom>
              <a:ln>
                <a:solidFill>
                  <a:srgbClr val="989898"/>
                </a:solidFill>
              </a:ln>
            </p:spPr>
            <p:style>
              <a:lnRef idx="0">
                <a:scrgbClr r="0" g="0" b="0"/>
              </a:lnRef>
              <a:fillRef idx="0">
                <a:scrgbClr r="0" g="0" b="0"/>
              </a:fillRef>
              <a:effectRef idx="0">
                <a:scrgbClr r="0" g="0" b="0"/>
              </a:effectRef>
              <a:fontRef idx="minor"/>
            </p:style>
          </p:sp>
          <p:sp>
            <p:nvSpPr>
              <p:cNvPr id="1818" name="Line 1203">
                <a:extLst>
                  <a:ext uri="{FF2B5EF4-FFF2-40B4-BE49-F238E27FC236}">
                    <a16:creationId xmlns:a16="http://schemas.microsoft.com/office/drawing/2014/main" id="{42BF028E-CA45-4DF4-B5C5-16A827841AC0}"/>
                  </a:ext>
                </a:extLst>
              </p:cNvPr>
              <p:cNvSpPr/>
              <p:nvPr/>
            </p:nvSpPr>
            <p:spPr>
              <a:xfrm flipV="1">
                <a:off x="6496920" y="2679840"/>
                <a:ext cx="60120" cy="105120"/>
              </a:xfrm>
              <a:prstGeom prst="line">
                <a:avLst/>
              </a:prstGeom>
              <a:ln>
                <a:solidFill>
                  <a:srgbClr val="9A9A9A"/>
                </a:solidFill>
              </a:ln>
            </p:spPr>
            <p:style>
              <a:lnRef idx="0">
                <a:scrgbClr r="0" g="0" b="0"/>
              </a:lnRef>
              <a:fillRef idx="0">
                <a:scrgbClr r="0" g="0" b="0"/>
              </a:fillRef>
              <a:effectRef idx="0">
                <a:scrgbClr r="0" g="0" b="0"/>
              </a:effectRef>
              <a:fontRef idx="minor"/>
            </p:style>
          </p:sp>
          <p:sp>
            <p:nvSpPr>
              <p:cNvPr id="1819" name="Line 1204">
                <a:extLst>
                  <a:ext uri="{FF2B5EF4-FFF2-40B4-BE49-F238E27FC236}">
                    <a16:creationId xmlns:a16="http://schemas.microsoft.com/office/drawing/2014/main" id="{43CE09CF-BAF7-4E3E-9F2E-5BFE89379202}"/>
                  </a:ext>
                </a:extLst>
              </p:cNvPr>
              <p:cNvSpPr/>
              <p:nvPr/>
            </p:nvSpPr>
            <p:spPr>
              <a:xfrm>
                <a:off x="6374880" y="2810160"/>
                <a:ext cx="61200" cy="66960"/>
              </a:xfrm>
              <a:prstGeom prst="line">
                <a:avLst/>
              </a:prstGeom>
              <a:ln>
                <a:solidFill>
                  <a:srgbClr val="8E8E8E"/>
                </a:solidFill>
              </a:ln>
            </p:spPr>
            <p:style>
              <a:lnRef idx="0">
                <a:scrgbClr r="0" g="0" b="0"/>
              </a:lnRef>
              <a:fillRef idx="0">
                <a:scrgbClr r="0" g="0" b="0"/>
              </a:fillRef>
              <a:effectRef idx="0">
                <a:scrgbClr r="0" g="0" b="0"/>
              </a:effectRef>
              <a:fontRef idx="minor"/>
            </p:style>
          </p:sp>
          <p:sp>
            <p:nvSpPr>
              <p:cNvPr id="1820" name="Line 1205">
                <a:extLst>
                  <a:ext uri="{FF2B5EF4-FFF2-40B4-BE49-F238E27FC236}">
                    <a16:creationId xmlns:a16="http://schemas.microsoft.com/office/drawing/2014/main" id="{244AC870-B29F-466F-B92A-FC4DBCB29392}"/>
                  </a:ext>
                </a:extLst>
              </p:cNvPr>
              <p:cNvSpPr/>
              <p:nvPr/>
            </p:nvSpPr>
            <p:spPr>
              <a:xfrm flipV="1">
                <a:off x="6436080" y="2784960"/>
                <a:ext cx="60840" cy="92160"/>
              </a:xfrm>
              <a:prstGeom prst="line">
                <a:avLst/>
              </a:prstGeom>
              <a:ln>
                <a:solidFill>
                  <a:srgbClr val="8F8F8F"/>
                </a:solidFill>
              </a:ln>
            </p:spPr>
            <p:style>
              <a:lnRef idx="0">
                <a:scrgbClr r="0" g="0" b="0"/>
              </a:lnRef>
              <a:fillRef idx="0">
                <a:scrgbClr r="0" g="0" b="0"/>
              </a:fillRef>
              <a:effectRef idx="0">
                <a:scrgbClr r="0" g="0" b="0"/>
              </a:effectRef>
              <a:fontRef idx="minor"/>
            </p:style>
          </p:sp>
          <p:sp>
            <p:nvSpPr>
              <p:cNvPr id="1821" name="Line 1206">
                <a:extLst>
                  <a:ext uri="{FF2B5EF4-FFF2-40B4-BE49-F238E27FC236}">
                    <a16:creationId xmlns:a16="http://schemas.microsoft.com/office/drawing/2014/main" id="{90FD078C-BD03-4E5C-A36F-9BC03DDD3261}"/>
                  </a:ext>
                </a:extLst>
              </p:cNvPr>
              <p:cNvSpPr/>
              <p:nvPr/>
            </p:nvSpPr>
            <p:spPr>
              <a:xfrm>
                <a:off x="6314760" y="2890080"/>
                <a:ext cx="60120" cy="66960"/>
              </a:xfrm>
              <a:prstGeom prst="line">
                <a:avLst/>
              </a:prstGeom>
              <a:ln>
                <a:solidFill>
                  <a:srgbClr val="858585"/>
                </a:solidFill>
              </a:ln>
            </p:spPr>
            <p:style>
              <a:lnRef idx="0">
                <a:scrgbClr r="0" g="0" b="0"/>
              </a:lnRef>
              <a:fillRef idx="0">
                <a:scrgbClr r="0" g="0" b="0"/>
              </a:fillRef>
              <a:effectRef idx="0">
                <a:scrgbClr r="0" g="0" b="0"/>
              </a:effectRef>
              <a:fontRef idx="minor"/>
            </p:style>
          </p:sp>
          <p:sp>
            <p:nvSpPr>
              <p:cNvPr id="1822" name="Line 1207">
                <a:extLst>
                  <a:ext uri="{FF2B5EF4-FFF2-40B4-BE49-F238E27FC236}">
                    <a16:creationId xmlns:a16="http://schemas.microsoft.com/office/drawing/2014/main" id="{374BE0B8-F2B9-4A75-ADD8-FD6C42F0E975}"/>
                  </a:ext>
                </a:extLst>
              </p:cNvPr>
              <p:cNvSpPr/>
              <p:nvPr/>
            </p:nvSpPr>
            <p:spPr>
              <a:xfrm flipV="1">
                <a:off x="6374880" y="2877120"/>
                <a:ext cx="61200" cy="79920"/>
              </a:xfrm>
              <a:prstGeom prst="line">
                <a:avLst/>
              </a:prstGeom>
              <a:ln>
                <a:solidFill>
                  <a:srgbClr val="868686"/>
                </a:solidFill>
              </a:ln>
            </p:spPr>
            <p:style>
              <a:lnRef idx="0">
                <a:scrgbClr r="0" g="0" b="0"/>
              </a:lnRef>
              <a:fillRef idx="0">
                <a:scrgbClr r="0" g="0" b="0"/>
              </a:fillRef>
              <a:effectRef idx="0">
                <a:scrgbClr r="0" g="0" b="0"/>
              </a:effectRef>
              <a:fontRef idx="minor"/>
            </p:style>
          </p:sp>
          <p:sp>
            <p:nvSpPr>
              <p:cNvPr id="1823" name="Line 1208">
                <a:extLst>
                  <a:ext uri="{FF2B5EF4-FFF2-40B4-BE49-F238E27FC236}">
                    <a16:creationId xmlns:a16="http://schemas.microsoft.com/office/drawing/2014/main" id="{9CFE4085-99DE-4A6F-8776-478EB3EE9BAD}"/>
                  </a:ext>
                </a:extLst>
              </p:cNvPr>
              <p:cNvSpPr/>
              <p:nvPr/>
            </p:nvSpPr>
            <p:spPr>
              <a:xfrm>
                <a:off x="6255720" y="2957040"/>
                <a:ext cx="59040" cy="66240"/>
              </a:xfrm>
              <a:prstGeom prst="line">
                <a:avLst/>
              </a:prstGeom>
              <a:ln>
                <a:solidFill>
                  <a:srgbClr val="7D7D7D"/>
                </a:solidFill>
              </a:ln>
            </p:spPr>
            <p:style>
              <a:lnRef idx="0">
                <a:scrgbClr r="0" g="0" b="0"/>
              </a:lnRef>
              <a:fillRef idx="0">
                <a:scrgbClr r="0" g="0" b="0"/>
              </a:fillRef>
              <a:effectRef idx="0">
                <a:scrgbClr r="0" g="0" b="0"/>
              </a:effectRef>
              <a:fontRef idx="minor"/>
            </p:style>
          </p:sp>
          <p:sp>
            <p:nvSpPr>
              <p:cNvPr id="1824" name="Line 1209">
                <a:extLst>
                  <a:ext uri="{FF2B5EF4-FFF2-40B4-BE49-F238E27FC236}">
                    <a16:creationId xmlns:a16="http://schemas.microsoft.com/office/drawing/2014/main" id="{C6B21273-4575-4964-B047-74EA594377A9}"/>
                  </a:ext>
                </a:extLst>
              </p:cNvPr>
              <p:cNvSpPr/>
              <p:nvPr/>
            </p:nvSpPr>
            <p:spPr>
              <a:xfrm flipV="1">
                <a:off x="6314760" y="2957040"/>
                <a:ext cx="60120" cy="66240"/>
              </a:xfrm>
              <a:prstGeom prst="line">
                <a:avLst/>
              </a:prstGeom>
              <a:ln>
                <a:solidFill>
                  <a:srgbClr val="7D7D7D"/>
                </a:solidFill>
              </a:ln>
            </p:spPr>
            <p:style>
              <a:lnRef idx="0">
                <a:scrgbClr r="0" g="0" b="0"/>
              </a:lnRef>
              <a:fillRef idx="0">
                <a:scrgbClr r="0" g="0" b="0"/>
              </a:fillRef>
              <a:effectRef idx="0">
                <a:scrgbClr r="0" g="0" b="0"/>
              </a:effectRef>
              <a:fontRef idx="minor"/>
            </p:style>
          </p:sp>
          <p:sp>
            <p:nvSpPr>
              <p:cNvPr id="1825" name="Line 1210">
                <a:extLst>
                  <a:ext uri="{FF2B5EF4-FFF2-40B4-BE49-F238E27FC236}">
                    <a16:creationId xmlns:a16="http://schemas.microsoft.com/office/drawing/2014/main" id="{0FCCF9B0-43DA-4D11-9CBE-044FA5C11AA3}"/>
                  </a:ext>
                </a:extLst>
              </p:cNvPr>
              <p:cNvSpPr/>
              <p:nvPr/>
            </p:nvSpPr>
            <p:spPr>
              <a:xfrm>
                <a:off x="6194880" y="3012120"/>
                <a:ext cx="60840" cy="66240"/>
              </a:xfrm>
              <a:prstGeom prst="line">
                <a:avLst/>
              </a:prstGeom>
              <a:ln>
                <a:solidFill>
                  <a:srgbClr val="777777"/>
                </a:solidFill>
              </a:ln>
            </p:spPr>
            <p:style>
              <a:lnRef idx="0">
                <a:scrgbClr r="0" g="0" b="0"/>
              </a:lnRef>
              <a:fillRef idx="0">
                <a:scrgbClr r="0" g="0" b="0"/>
              </a:fillRef>
              <a:effectRef idx="0">
                <a:scrgbClr r="0" g="0" b="0"/>
              </a:effectRef>
              <a:fontRef idx="minor"/>
            </p:style>
          </p:sp>
          <p:sp>
            <p:nvSpPr>
              <p:cNvPr id="1826" name="Line 1211">
                <a:extLst>
                  <a:ext uri="{FF2B5EF4-FFF2-40B4-BE49-F238E27FC236}">
                    <a16:creationId xmlns:a16="http://schemas.microsoft.com/office/drawing/2014/main" id="{A7FC8A3E-8811-4072-B3FF-B26839732BD0}"/>
                  </a:ext>
                </a:extLst>
              </p:cNvPr>
              <p:cNvSpPr/>
              <p:nvPr/>
            </p:nvSpPr>
            <p:spPr>
              <a:xfrm flipV="1">
                <a:off x="6255720" y="3023280"/>
                <a:ext cx="59040" cy="55080"/>
              </a:xfrm>
              <a:prstGeom prst="line">
                <a:avLst/>
              </a:prstGeom>
              <a:ln>
                <a:solidFill>
                  <a:srgbClr val="767676"/>
                </a:solidFill>
              </a:ln>
            </p:spPr>
            <p:style>
              <a:lnRef idx="0">
                <a:scrgbClr r="0" g="0" b="0"/>
              </a:lnRef>
              <a:fillRef idx="0">
                <a:scrgbClr r="0" g="0" b="0"/>
              </a:fillRef>
              <a:effectRef idx="0">
                <a:scrgbClr r="0" g="0" b="0"/>
              </a:effectRef>
              <a:fontRef idx="minor"/>
            </p:style>
          </p:sp>
          <p:sp>
            <p:nvSpPr>
              <p:cNvPr id="1827" name="Line 1212">
                <a:extLst>
                  <a:ext uri="{FF2B5EF4-FFF2-40B4-BE49-F238E27FC236}">
                    <a16:creationId xmlns:a16="http://schemas.microsoft.com/office/drawing/2014/main" id="{E4D13815-CD8F-4573-81DC-A7C6201E3C03}"/>
                  </a:ext>
                </a:extLst>
              </p:cNvPr>
              <p:cNvSpPr/>
              <p:nvPr/>
            </p:nvSpPr>
            <p:spPr>
              <a:xfrm>
                <a:off x="6133680" y="3054240"/>
                <a:ext cx="61200" cy="66240"/>
              </a:xfrm>
              <a:prstGeom prst="line">
                <a:avLst/>
              </a:prstGeom>
              <a:ln>
                <a:solidFill>
                  <a:srgbClr val="717171"/>
                </a:solidFill>
              </a:ln>
            </p:spPr>
            <p:style>
              <a:lnRef idx="0">
                <a:scrgbClr r="0" g="0" b="0"/>
              </a:lnRef>
              <a:fillRef idx="0">
                <a:scrgbClr r="0" g="0" b="0"/>
              </a:fillRef>
              <a:effectRef idx="0">
                <a:scrgbClr r="0" g="0" b="0"/>
              </a:effectRef>
              <a:fontRef idx="minor"/>
            </p:style>
          </p:sp>
          <p:sp>
            <p:nvSpPr>
              <p:cNvPr id="1828" name="Line 1213">
                <a:extLst>
                  <a:ext uri="{FF2B5EF4-FFF2-40B4-BE49-F238E27FC236}">
                    <a16:creationId xmlns:a16="http://schemas.microsoft.com/office/drawing/2014/main" id="{B83EDE74-E29E-4212-B8B3-1661DEB17FF0}"/>
                  </a:ext>
                </a:extLst>
              </p:cNvPr>
              <p:cNvSpPr/>
              <p:nvPr/>
            </p:nvSpPr>
            <p:spPr>
              <a:xfrm flipV="1">
                <a:off x="6194880" y="3078360"/>
                <a:ext cx="60840" cy="42120"/>
              </a:xfrm>
              <a:prstGeom prst="line">
                <a:avLst/>
              </a:prstGeom>
              <a:ln>
                <a:solidFill>
                  <a:srgbClr val="707070"/>
                </a:solidFill>
              </a:ln>
            </p:spPr>
            <p:style>
              <a:lnRef idx="0">
                <a:scrgbClr r="0" g="0" b="0"/>
              </a:lnRef>
              <a:fillRef idx="0">
                <a:scrgbClr r="0" g="0" b="0"/>
              </a:fillRef>
              <a:effectRef idx="0">
                <a:scrgbClr r="0" g="0" b="0"/>
              </a:effectRef>
              <a:fontRef idx="minor"/>
            </p:style>
          </p:sp>
          <p:sp>
            <p:nvSpPr>
              <p:cNvPr id="1829" name="Line 1214">
                <a:extLst>
                  <a:ext uri="{FF2B5EF4-FFF2-40B4-BE49-F238E27FC236}">
                    <a16:creationId xmlns:a16="http://schemas.microsoft.com/office/drawing/2014/main" id="{64947235-1005-43A5-A888-1BA2C036789D}"/>
                  </a:ext>
                </a:extLst>
              </p:cNvPr>
              <p:cNvSpPr/>
              <p:nvPr/>
            </p:nvSpPr>
            <p:spPr>
              <a:xfrm>
                <a:off x="6073560" y="3083400"/>
                <a:ext cx="60120" cy="66960"/>
              </a:xfrm>
              <a:prstGeom prst="line">
                <a:avLst/>
              </a:prstGeom>
              <a:ln>
                <a:solidFill>
                  <a:srgbClr val="6D6D6D"/>
                </a:solidFill>
              </a:ln>
            </p:spPr>
            <p:style>
              <a:lnRef idx="0">
                <a:scrgbClr r="0" g="0" b="0"/>
              </a:lnRef>
              <a:fillRef idx="0">
                <a:scrgbClr r="0" g="0" b="0"/>
              </a:fillRef>
              <a:effectRef idx="0">
                <a:scrgbClr r="0" g="0" b="0"/>
              </a:effectRef>
              <a:fontRef idx="minor"/>
            </p:style>
          </p:sp>
          <p:sp>
            <p:nvSpPr>
              <p:cNvPr id="1830" name="Line 1215">
                <a:extLst>
                  <a:ext uri="{FF2B5EF4-FFF2-40B4-BE49-F238E27FC236}">
                    <a16:creationId xmlns:a16="http://schemas.microsoft.com/office/drawing/2014/main" id="{10A2E842-F612-4BDF-9131-5602D25F0E85}"/>
                  </a:ext>
                </a:extLst>
              </p:cNvPr>
              <p:cNvSpPr/>
              <p:nvPr/>
            </p:nvSpPr>
            <p:spPr>
              <a:xfrm flipV="1">
                <a:off x="6133680" y="3120480"/>
                <a:ext cx="61200" cy="29880"/>
              </a:xfrm>
              <a:prstGeom prst="line">
                <a:avLst/>
              </a:prstGeom>
              <a:ln>
                <a:solidFill>
                  <a:srgbClr val="6B6B6B"/>
                </a:solidFill>
              </a:ln>
            </p:spPr>
            <p:style>
              <a:lnRef idx="0">
                <a:scrgbClr r="0" g="0" b="0"/>
              </a:lnRef>
              <a:fillRef idx="0">
                <a:scrgbClr r="0" g="0" b="0"/>
              </a:fillRef>
              <a:effectRef idx="0">
                <a:scrgbClr r="0" g="0" b="0"/>
              </a:effectRef>
              <a:fontRef idx="minor"/>
            </p:style>
          </p:sp>
          <p:sp>
            <p:nvSpPr>
              <p:cNvPr id="1831" name="Line 1216">
                <a:extLst>
                  <a:ext uri="{FF2B5EF4-FFF2-40B4-BE49-F238E27FC236}">
                    <a16:creationId xmlns:a16="http://schemas.microsoft.com/office/drawing/2014/main" id="{BBAC7149-0FFF-4420-8691-40248AA0CD02}"/>
                  </a:ext>
                </a:extLst>
              </p:cNvPr>
              <p:cNvSpPr/>
              <p:nvPr/>
            </p:nvSpPr>
            <p:spPr>
              <a:xfrm>
                <a:off x="6012720" y="3100320"/>
                <a:ext cx="60840" cy="68040"/>
              </a:xfrm>
              <a:prstGeom prst="line">
                <a:avLst/>
              </a:prstGeom>
              <a:ln>
                <a:solidFill>
                  <a:srgbClr val="6A6A6A"/>
                </a:solidFill>
              </a:ln>
            </p:spPr>
            <p:style>
              <a:lnRef idx="0">
                <a:scrgbClr r="0" g="0" b="0"/>
              </a:lnRef>
              <a:fillRef idx="0">
                <a:scrgbClr r="0" g="0" b="0"/>
              </a:fillRef>
              <a:effectRef idx="0">
                <a:scrgbClr r="0" g="0" b="0"/>
              </a:effectRef>
              <a:fontRef idx="minor"/>
            </p:style>
          </p:sp>
          <p:sp>
            <p:nvSpPr>
              <p:cNvPr id="1832" name="Line 1217">
                <a:extLst>
                  <a:ext uri="{FF2B5EF4-FFF2-40B4-BE49-F238E27FC236}">
                    <a16:creationId xmlns:a16="http://schemas.microsoft.com/office/drawing/2014/main" id="{A9D2140C-649F-42AE-9034-8678DDE34BB5}"/>
                  </a:ext>
                </a:extLst>
              </p:cNvPr>
              <p:cNvSpPr/>
              <p:nvPr/>
            </p:nvSpPr>
            <p:spPr>
              <a:xfrm flipV="1">
                <a:off x="6073560" y="3150360"/>
                <a:ext cx="60120" cy="18000"/>
              </a:xfrm>
              <a:prstGeom prst="line">
                <a:avLst/>
              </a:prstGeom>
              <a:ln>
                <a:solidFill>
                  <a:srgbClr val="676767"/>
                </a:solidFill>
              </a:ln>
            </p:spPr>
            <p:style>
              <a:lnRef idx="0">
                <a:scrgbClr r="0" g="0" b="0"/>
              </a:lnRef>
              <a:fillRef idx="0">
                <a:scrgbClr r="0" g="0" b="0"/>
              </a:fillRef>
              <a:effectRef idx="0">
                <a:scrgbClr r="0" g="0" b="0"/>
              </a:effectRef>
              <a:fontRef idx="minor"/>
            </p:style>
          </p:sp>
          <p:sp>
            <p:nvSpPr>
              <p:cNvPr id="1833" name="Line 1218">
                <a:extLst>
                  <a:ext uri="{FF2B5EF4-FFF2-40B4-BE49-F238E27FC236}">
                    <a16:creationId xmlns:a16="http://schemas.microsoft.com/office/drawing/2014/main" id="{5F9DA539-BF13-4195-AB53-C7AF538ED870}"/>
                  </a:ext>
                </a:extLst>
              </p:cNvPr>
              <p:cNvSpPr/>
              <p:nvPr/>
            </p:nvSpPr>
            <p:spPr>
              <a:xfrm>
                <a:off x="5951520" y="3105360"/>
                <a:ext cx="61200" cy="65880"/>
              </a:xfrm>
              <a:prstGeom prst="line">
                <a:avLst/>
              </a:prstGeom>
              <a:ln>
                <a:solidFill>
                  <a:srgbClr val="686868"/>
                </a:solidFill>
              </a:ln>
            </p:spPr>
            <p:style>
              <a:lnRef idx="0">
                <a:scrgbClr r="0" g="0" b="0"/>
              </a:lnRef>
              <a:fillRef idx="0">
                <a:scrgbClr r="0" g="0" b="0"/>
              </a:fillRef>
              <a:effectRef idx="0">
                <a:scrgbClr r="0" g="0" b="0"/>
              </a:effectRef>
              <a:fontRef idx="minor"/>
            </p:style>
          </p:sp>
          <p:sp>
            <p:nvSpPr>
              <p:cNvPr id="1834" name="Line 1219">
                <a:extLst>
                  <a:ext uri="{FF2B5EF4-FFF2-40B4-BE49-F238E27FC236}">
                    <a16:creationId xmlns:a16="http://schemas.microsoft.com/office/drawing/2014/main" id="{C1683B94-20A4-4A77-A50A-5101F3F27401}"/>
                  </a:ext>
                </a:extLst>
              </p:cNvPr>
              <p:cNvSpPr/>
              <p:nvPr/>
            </p:nvSpPr>
            <p:spPr>
              <a:xfrm flipV="1">
                <a:off x="6012720" y="3168360"/>
                <a:ext cx="60840" cy="2880"/>
              </a:xfrm>
              <a:prstGeom prst="line">
                <a:avLst/>
              </a:prstGeom>
              <a:ln>
                <a:solidFill>
                  <a:srgbClr val="656565"/>
                </a:solidFill>
              </a:ln>
            </p:spPr>
            <p:style>
              <a:lnRef idx="0">
                <a:scrgbClr r="0" g="0" b="0"/>
              </a:lnRef>
              <a:fillRef idx="0">
                <a:scrgbClr r="0" g="0" b="0"/>
              </a:fillRef>
              <a:effectRef idx="0">
                <a:scrgbClr r="0" g="0" b="0"/>
              </a:effectRef>
              <a:fontRef idx="minor"/>
            </p:style>
          </p:sp>
          <p:sp>
            <p:nvSpPr>
              <p:cNvPr id="1835" name="Line 1220">
                <a:extLst>
                  <a:ext uri="{FF2B5EF4-FFF2-40B4-BE49-F238E27FC236}">
                    <a16:creationId xmlns:a16="http://schemas.microsoft.com/office/drawing/2014/main" id="{DA7F62AF-F137-4C93-AB7D-A657AAB7EC84}"/>
                  </a:ext>
                </a:extLst>
              </p:cNvPr>
              <p:cNvSpPr/>
              <p:nvPr/>
            </p:nvSpPr>
            <p:spPr>
              <a:xfrm>
                <a:off x="5892480" y="3096360"/>
                <a:ext cx="59040" cy="68040"/>
              </a:xfrm>
              <a:prstGeom prst="line">
                <a:avLst/>
              </a:prstGeom>
              <a:ln>
                <a:solidFill>
                  <a:srgbClr val="676767"/>
                </a:solidFill>
              </a:ln>
            </p:spPr>
            <p:style>
              <a:lnRef idx="0">
                <a:scrgbClr r="0" g="0" b="0"/>
              </a:lnRef>
              <a:fillRef idx="0">
                <a:scrgbClr r="0" g="0" b="0"/>
              </a:fillRef>
              <a:effectRef idx="0">
                <a:scrgbClr r="0" g="0" b="0"/>
              </a:effectRef>
              <a:fontRef idx="minor"/>
            </p:style>
          </p:sp>
          <p:sp>
            <p:nvSpPr>
              <p:cNvPr id="1836" name="Line 1221">
                <a:extLst>
                  <a:ext uri="{FF2B5EF4-FFF2-40B4-BE49-F238E27FC236}">
                    <a16:creationId xmlns:a16="http://schemas.microsoft.com/office/drawing/2014/main" id="{2D5E2C0C-63BD-48F5-A44A-6872EAEBEC61}"/>
                  </a:ext>
                </a:extLst>
              </p:cNvPr>
              <p:cNvSpPr/>
              <p:nvPr/>
            </p:nvSpPr>
            <p:spPr>
              <a:xfrm>
                <a:off x="5951520" y="3164400"/>
                <a:ext cx="61200" cy="6840"/>
              </a:xfrm>
              <a:prstGeom prst="line">
                <a:avLst/>
              </a:prstGeom>
              <a:ln>
                <a:solidFill>
                  <a:srgbClr val="646464"/>
                </a:solidFill>
              </a:ln>
            </p:spPr>
            <p:style>
              <a:lnRef idx="0">
                <a:scrgbClr r="0" g="0" b="0"/>
              </a:lnRef>
              <a:fillRef idx="0">
                <a:scrgbClr r="0" g="0" b="0"/>
              </a:fillRef>
              <a:effectRef idx="0">
                <a:scrgbClr r="0" g="0" b="0"/>
              </a:effectRef>
              <a:fontRef idx="minor"/>
            </p:style>
          </p:sp>
          <p:sp>
            <p:nvSpPr>
              <p:cNvPr id="1837" name="Line 1222">
                <a:extLst>
                  <a:ext uri="{FF2B5EF4-FFF2-40B4-BE49-F238E27FC236}">
                    <a16:creationId xmlns:a16="http://schemas.microsoft.com/office/drawing/2014/main" id="{D89D3CEB-9CF0-48D6-BC8E-46F7E99C92D9}"/>
                  </a:ext>
                </a:extLst>
              </p:cNvPr>
              <p:cNvSpPr/>
              <p:nvPr/>
            </p:nvSpPr>
            <p:spPr>
              <a:xfrm>
                <a:off x="5832720" y="3076200"/>
                <a:ext cx="59760" cy="67320"/>
              </a:xfrm>
              <a:prstGeom prst="line">
                <a:avLst/>
              </a:prstGeom>
              <a:ln>
                <a:solidFill>
                  <a:srgbClr val="686868"/>
                </a:solidFill>
              </a:ln>
            </p:spPr>
            <p:style>
              <a:lnRef idx="0">
                <a:scrgbClr r="0" g="0" b="0"/>
              </a:lnRef>
              <a:fillRef idx="0">
                <a:scrgbClr r="0" g="0" b="0"/>
              </a:fillRef>
              <a:effectRef idx="0">
                <a:scrgbClr r="0" g="0" b="0"/>
              </a:effectRef>
              <a:fontRef idx="minor"/>
            </p:style>
          </p:sp>
          <p:sp>
            <p:nvSpPr>
              <p:cNvPr id="1838" name="Line 1223">
                <a:extLst>
                  <a:ext uri="{FF2B5EF4-FFF2-40B4-BE49-F238E27FC236}">
                    <a16:creationId xmlns:a16="http://schemas.microsoft.com/office/drawing/2014/main" id="{5D41B2C4-A909-4287-9E8F-4406982B4D7B}"/>
                  </a:ext>
                </a:extLst>
              </p:cNvPr>
              <p:cNvSpPr/>
              <p:nvPr/>
            </p:nvSpPr>
            <p:spPr>
              <a:xfrm>
                <a:off x="5892480" y="3143520"/>
                <a:ext cx="59040" cy="20880"/>
              </a:xfrm>
              <a:prstGeom prst="line">
                <a:avLst/>
              </a:prstGeom>
              <a:ln>
                <a:solidFill>
                  <a:srgbClr val="646464"/>
                </a:solidFill>
              </a:ln>
            </p:spPr>
            <p:style>
              <a:lnRef idx="0">
                <a:scrgbClr r="0" g="0" b="0"/>
              </a:lnRef>
              <a:fillRef idx="0">
                <a:scrgbClr r="0" g="0" b="0"/>
              </a:fillRef>
              <a:effectRef idx="0">
                <a:scrgbClr r="0" g="0" b="0"/>
              </a:effectRef>
              <a:fontRef idx="minor"/>
            </p:style>
          </p:sp>
          <p:sp>
            <p:nvSpPr>
              <p:cNvPr id="1839" name="Line 1224">
                <a:extLst>
                  <a:ext uri="{FF2B5EF4-FFF2-40B4-BE49-F238E27FC236}">
                    <a16:creationId xmlns:a16="http://schemas.microsoft.com/office/drawing/2014/main" id="{C05F0095-D372-4DB4-A253-EC2782D56330}"/>
                  </a:ext>
                </a:extLst>
              </p:cNvPr>
              <p:cNvSpPr/>
              <p:nvPr/>
            </p:nvSpPr>
            <p:spPr>
              <a:xfrm>
                <a:off x="5771520" y="3043440"/>
                <a:ext cx="61200" cy="66960"/>
              </a:xfrm>
              <a:prstGeom prst="line">
                <a:avLst/>
              </a:prstGeom>
              <a:ln>
                <a:solidFill>
                  <a:srgbClr val="6A6A6A"/>
                </a:solidFill>
              </a:ln>
            </p:spPr>
            <p:style>
              <a:lnRef idx="0">
                <a:scrgbClr r="0" g="0" b="0"/>
              </a:lnRef>
              <a:fillRef idx="0">
                <a:scrgbClr r="0" g="0" b="0"/>
              </a:fillRef>
              <a:effectRef idx="0">
                <a:scrgbClr r="0" g="0" b="0"/>
              </a:effectRef>
              <a:fontRef idx="minor"/>
            </p:style>
          </p:sp>
          <p:sp>
            <p:nvSpPr>
              <p:cNvPr id="1840" name="Line 1225">
                <a:extLst>
                  <a:ext uri="{FF2B5EF4-FFF2-40B4-BE49-F238E27FC236}">
                    <a16:creationId xmlns:a16="http://schemas.microsoft.com/office/drawing/2014/main" id="{35DFA43F-74F1-4A98-B91C-DE5184FAAC7A}"/>
                  </a:ext>
                </a:extLst>
              </p:cNvPr>
              <p:cNvSpPr/>
              <p:nvPr/>
            </p:nvSpPr>
            <p:spPr>
              <a:xfrm>
                <a:off x="5832720" y="3110400"/>
                <a:ext cx="59760" cy="33120"/>
              </a:xfrm>
              <a:prstGeom prst="line">
                <a:avLst/>
              </a:prstGeom>
              <a:ln>
                <a:solidFill>
                  <a:srgbClr val="656565"/>
                </a:solidFill>
              </a:ln>
            </p:spPr>
            <p:style>
              <a:lnRef idx="0">
                <a:scrgbClr r="0" g="0" b="0"/>
              </a:lnRef>
              <a:fillRef idx="0">
                <a:scrgbClr r="0" g="0" b="0"/>
              </a:fillRef>
              <a:effectRef idx="0">
                <a:scrgbClr r="0" g="0" b="0"/>
              </a:effectRef>
              <a:fontRef idx="minor"/>
            </p:style>
          </p:sp>
          <p:sp>
            <p:nvSpPr>
              <p:cNvPr id="1841" name="Line 1226">
                <a:extLst>
                  <a:ext uri="{FF2B5EF4-FFF2-40B4-BE49-F238E27FC236}">
                    <a16:creationId xmlns:a16="http://schemas.microsoft.com/office/drawing/2014/main" id="{F1361745-95E6-4E79-96FF-170298841E66}"/>
                  </a:ext>
                </a:extLst>
              </p:cNvPr>
              <p:cNvSpPr/>
              <p:nvPr/>
            </p:nvSpPr>
            <p:spPr>
              <a:xfrm>
                <a:off x="5710320" y="2998080"/>
                <a:ext cx="61200" cy="66240"/>
              </a:xfrm>
              <a:prstGeom prst="line">
                <a:avLst/>
              </a:prstGeom>
              <a:ln>
                <a:solidFill>
                  <a:srgbClr val="6D6D6D"/>
                </a:solidFill>
              </a:ln>
            </p:spPr>
            <p:style>
              <a:lnRef idx="0">
                <a:scrgbClr r="0" g="0" b="0"/>
              </a:lnRef>
              <a:fillRef idx="0">
                <a:scrgbClr r="0" g="0" b="0"/>
              </a:fillRef>
              <a:effectRef idx="0">
                <a:scrgbClr r="0" g="0" b="0"/>
              </a:effectRef>
              <a:fontRef idx="minor"/>
            </p:style>
          </p:sp>
          <p:sp>
            <p:nvSpPr>
              <p:cNvPr id="1842" name="Line 1227">
                <a:extLst>
                  <a:ext uri="{FF2B5EF4-FFF2-40B4-BE49-F238E27FC236}">
                    <a16:creationId xmlns:a16="http://schemas.microsoft.com/office/drawing/2014/main" id="{60434228-2FE8-4AF0-8969-79CC86005C22}"/>
                  </a:ext>
                </a:extLst>
              </p:cNvPr>
              <p:cNvSpPr/>
              <p:nvPr/>
            </p:nvSpPr>
            <p:spPr>
              <a:xfrm>
                <a:off x="5771520" y="3064320"/>
                <a:ext cx="61200" cy="46080"/>
              </a:xfrm>
              <a:prstGeom prst="line">
                <a:avLst/>
              </a:prstGeom>
              <a:ln>
                <a:solidFill>
                  <a:srgbClr val="676767"/>
                </a:solidFill>
              </a:ln>
            </p:spPr>
            <p:style>
              <a:lnRef idx="0">
                <a:scrgbClr r="0" g="0" b="0"/>
              </a:lnRef>
              <a:fillRef idx="0">
                <a:scrgbClr r="0" g="0" b="0"/>
              </a:fillRef>
              <a:effectRef idx="0">
                <a:scrgbClr r="0" g="0" b="0"/>
              </a:effectRef>
              <a:fontRef idx="minor"/>
            </p:style>
          </p:sp>
          <p:sp>
            <p:nvSpPr>
              <p:cNvPr id="1843" name="Line 1228">
                <a:extLst>
                  <a:ext uri="{FF2B5EF4-FFF2-40B4-BE49-F238E27FC236}">
                    <a16:creationId xmlns:a16="http://schemas.microsoft.com/office/drawing/2014/main" id="{7D841282-8AA8-4F1A-A289-6DCBEC3C2D73}"/>
                  </a:ext>
                </a:extLst>
              </p:cNvPr>
              <p:cNvSpPr/>
              <p:nvPr/>
            </p:nvSpPr>
            <p:spPr>
              <a:xfrm>
                <a:off x="5650560" y="2939040"/>
                <a:ext cx="59760" cy="68040"/>
              </a:xfrm>
              <a:prstGeom prst="line">
                <a:avLst/>
              </a:prstGeom>
              <a:ln>
                <a:solidFill>
                  <a:srgbClr val="717171"/>
                </a:solidFill>
              </a:ln>
            </p:spPr>
            <p:style>
              <a:lnRef idx="0">
                <a:scrgbClr r="0" g="0" b="0"/>
              </a:lnRef>
              <a:fillRef idx="0">
                <a:scrgbClr r="0" g="0" b="0"/>
              </a:fillRef>
              <a:effectRef idx="0">
                <a:scrgbClr r="0" g="0" b="0"/>
              </a:effectRef>
              <a:fontRef idx="minor"/>
            </p:style>
          </p:sp>
          <p:sp>
            <p:nvSpPr>
              <p:cNvPr id="1844" name="Line 1229">
                <a:extLst>
                  <a:ext uri="{FF2B5EF4-FFF2-40B4-BE49-F238E27FC236}">
                    <a16:creationId xmlns:a16="http://schemas.microsoft.com/office/drawing/2014/main" id="{077D7E3F-A2C1-4473-83DF-6BB175FF563B}"/>
                  </a:ext>
                </a:extLst>
              </p:cNvPr>
              <p:cNvSpPr/>
              <p:nvPr/>
            </p:nvSpPr>
            <p:spPr>
              <a:xfrm>
                <a:off x="5710320" y="3007080"/>
                <a:ext cx="61200" cy="57240"/>
              </a:xfrm>
              <a:prstGeom prst="line">
                <a:avLst/>
              </a:prstGeom>
              <a:ln>
                <a:solidFill>
                  <a:srgbClr val="6B6B6B"/>
                </a:solidFill>
              </a:ln>
            </p:spPr>
            <p:style>
              <a:lnRef idx="0">
                <a:scrgbClr r="0" g="0" b="0"/>
              </a:lnRef>
              <a:fillRef idx="0">
                <a:scrgbClr r="0" g="0" b="0"/>
              </a:fillRef>
              <a:effectRef idx="0">
                <a:scrgbClr r="0" g="0" b="0"/>
              </a:effectRef>
              <a:fontRef idx="minor"/>
            </p:style>
          </p:sp>
          <p:sp>
            <p:nvSpPr>
              <p:cNvPr id="1845" name="Line 1230">
                <a:extLst>
                  <a:ext uri="{FF2B5EF4-FFF2-40B4-BE49-F238E27FC236}">
                    <a16:creationId xmlns:a16="http://schemas.microsoft.com/office/drawing/2014/main" id="{E247AC41-7FC7-49DA-8C02-D8FCC55A0487}"/>
                  </a:ext>
                </a:extLst>
              </p:cNvPr>
              <p:cNvSpPr/>
              <p:nvPr/>
            </p:nvSpPr>
            <p:spPr>
              <a:xfrm>
                <a:off x="5589360" y="2869200"/>
                <a:ext cx="61200" cy="65880"/>
              </a:xfrm>
              <a:prstGeom prst="line">
                <a:avLst/>
              </a:prstGeom>
              <a:ln>
                <a:solidFill>
                  <a:srgbClr val="777777"/>
                </a:solidFill>
              </a:ln>
            </p:spPr>
            <p:style>
              <a:lnRef idx="0">
                <a:scrgbClr r="0" g="0" b="0"/>
              </a:lnRef>
              <a:fillRef idx="0">
                <a:scrgbClr r="0" g="0" b="0"/>
              </a:fillRef>
              <a:effectRef idx="0">
                <a:scrgbClr r="0" g="0" b="0"/>
              </a:effectRef>
              <a:fontRef idx="minor"/>
            </p:style>
          </p:sp>
          <p:sp>
            <p:nvSpPr>
              <p:cNvPr id="1846" name="Line 1231">
                <a:extLst>
                  <a:ext uri="{FF2B5EF4-FFF2-40B4-BE49-F238E27FC236}">
                    <a16:creationId xmlns:a16="http://schemas.microsoft.com/office/drawing/2014/main" id="{32D35C9B-D884-455C-BD62-B915F970C828}"/>
                  </a:ext>
                </a:extLst>
              </p:cNvPr>
              <p:cNvSpPr/>
              <p:nvPr/>
            </p:nvSpPr>
            <p:spPr>
              <a:xfrm>
                <a:off x="5650560" y="2935080"/>
                <a:ext cx="59760" cy="72000"/>
              </a:xfrm>
              <a:prstGeom prst="line">
                <a:avLst/>
              </a:prstGeom>
              <a:ln>
                <a:solidFill>
                  <a:srgbClr val="707070"/>
                </a:solidFill>
              </a:ln>
            </p:spPr>
            <p:style>
              <a:lnRef idx="0">
                <a:scrgbClr r="0" g="0" b="0"/>
              </a:lnRef>
              <a:fillRef idx="0">
                <a:scrgbClr r="0" g="0" b="0"/>
              </a:fillRef>
              <a:effectRef idx="0">
                <a:scrgbClr r="0" g="0" b="0"/>
              </a:effectRef>
              <a:fontRef idx="minor"/>
            </p:style>
          </p:sp>
          <p:sp>
            <p:nvSpPr>
              <p:cNvPr id="1847" name="Line 1232">
                <a:extLst>
                  <a:ext uri="{FF2B5EF4-FFF2-40B4-BE49-F238E27FC236}">
                    <a16:creationId xmlns:a16="http://schemas.microsoft.com/office/drawing/2014/main" id="{E9DB4671-5043-4628-8970-F7AA05161265}"/>
                  </a:ext>
                </a:extLst>
              </p:cNvPr>
              <p:cNvSpPr/>
              <p:nvPr/>
            </p:nvSpPr>
            <p:spPr>
              <a:xfrm>
                <a:off x="5530320" y="2784960"/>
                <a:ext cx="59040" cy="68040"/>
              </a:xfrm>
              <a:prstGeom prst="line">
                <a:avLst/>
              </a:prstGeom>
              <a:ln>
                <a:solidFill>
                  <a:srgbClr val="7D7D7D"/>
                </a:solidFill>
              </a:ln>
            </p:spPr>
            <p:style>
              <a:lnRef idx="0">
                <a:scrgbClr r="0" g="0" b="0"/>
              </a:lnRef>
              <a:fillRef idx="0">
                <a:scrgbClr r="0" g="0" b="0"/>
              </a:fillRef>
              <a:effectRef idx="0">
                <a:scrgbClr r="0" g="0" b="0"/>
              </a:effectRef>
              <a:fontRef idx="minor"/>
            </p:style>
          </p:sp>
          <p:sp>
            <p:nvSpPr>
              <p:cNvPr id="1848" name="Line 1233">
                <a:extLst>
                  <a:ext uri="{FF2B5EF4-FFF2-40B4-BE49-F238E27FC236}">
                    <a16:creationId xmlns:a16="http://schemas.microsoft.com/office/drawing/2014/main" id="{A00995FC-F3C8-47B9-822F-A238453EECAB}"/>
                  </a:ext>
                </a:extLst>
              </p:cNvPr>
              <p:cNvSpPr/>
              <p:nvPr/>
            </p:nvSpPr>
            <p:spPr>
              <a:xfrm>
                <a:off x="5589360" y="2853000"/>
                <a:ext cx="61200" cy="82080"/>
              </a:xfrm>
              <a:prstGeom prst="line">
                <a:avLst/>
              </a:prstGeom>
              <a:ln>
                <a:solidFill>
                  <a:srgbClr val="767676"/>
                </a:solidFill>
              </a:ln>
            </p:spPr>
            <p:style>
              <a:lnRef idx="0">
                <a:scrgbClr r="0" g="0" b="0"/>
              </a:lnRef>
              <a:fillRef idx="0">
                <a:scrgbClr r="0" g="0" b="0"/>
              </a:fillRef>
              <a:effectRef idx="0">
                <a:scrgbClr r="0" g="0" b="0"/>
              </a:effectRef>
              <a:fontRef idx="minor"/>
            </p:style>
          </p:sp>
          <p:sp>
            <p:nvSpPr>
              <p:cNvPr id="1849" name="Line 1234">
                <a:extLst>
                  <a:ext uri="{FF2B5EF4-FFF2-40B4-BE49-F238E27FC236}">
                    <a16:creationId xmlns:a16="http://schemas.microsoft.com/office/drawing/2014/main" id="{0269EC4A-81D4-4B51-B353-142EBFCD394C}"/>
                  </a:ext>
                </a:extLst>
              </p:cNvPr>
              <p:cNvSpPr/>
              <p:nvPr/>
            </p:nvSpPr>
            <p:spPr>
              <a:xfrm>
                <a:off x="5469120" y="2688840"/>
                <a:ext cx="61200" cy="68040"/>
              </a:xfrm>
              <a:prstGeom prst="line">
                <a:avLst/>
              </a:prstGeom>
              <a:ln>
                <a:solidFill>
                  <a:srgbClr val="858585"/>
                </a:solidFill>
              </a:ln>
            </p:spPr>
            <p:style>
              <a:lnRef idx="0">
                <a:scrgbClr r="0" g="0" b="0"/>
              </a:lnRef>
              <a:fillRef idx="0">
                <a:scrgbClr r="0" g="0" b="0"/>
              </a:fillRef>
              <a:effectRef idx="0">
                <a:scrgbClr r="0" g="0" b="0"/>
              </a:effectRef>
              <a:fontRef idx="minor"/>
            </p:style>
          </p:sp>
          <p:sp>
            <p:nvSpPr>
              <p:cNvPr id="1850" name="Line 1235">
                <a:extLst>
                  <a:ext uri="{FF2B5EF4-FFF2-40B4-BE49-F238E27FC236}">
                    <a16:creationId xmlns:a16="http://schemas.microsoft.com/office/drawing/2014/main" id="{9663DB60-829F-4D66-A0E5-837DCBA61058}"/>
                  </a:ext>
                </a:extLst>
              </p:cNvPr>
              <p:cNvSpPr/>
              <p:nvPr/>
            </p:nvSpPr>
            <p:spPr>
              <a:xfrm>
                <a:off x="5530320" y="2756880"/>
                <a:ext cx="59040" cy="96120"/>
              </a:xfrm>
              <a:prstGeom prst="line">
                <a:avLst/>
              </a:prstGeom>
              <a:ln>
                <a:solidFill>
                  <a:srgbClr val="7D7D7D"/>
                </a:solidFill>
              </a:ln>
            </p:spPr>
            <p:style>
              <a:lnRef idx="0">
                <a:scrgbClr r="0" g="0" b="0"/>
              </a:lnRef>
              <a:fillRef idx="0">
                <a:scrgbClr r="0" g="0" b="0"/>
              </a:fillRef>
              <a:effectRef idx="0">
                <a:scrgbClr r="0" g="0" b="0"/>
              </a:effectRef>
              <a:fontRef idx="minor"/>
            </p:style>
          </p:sp>
          <p:sp>
            <p:nvSpPr>
              <p:cNvPr id="1851" name="Line 1236">
                <a:extLst>
                  <a:ext uri="{FF2B5EF4-FFF2-40B4-BE49-F238E27FC236}">
                    <a16:creationId xmlns:a16="http://schemas.microsoft.com/office/drawing/2014/main" id="{18AF8CEF-A215-475F-AE01-66ECE4C8316F}"/>
                  </a:ext>
                </a:extLst>
              </p:cNvPr>
              <p:cNvSpPr/>
              <p:nvPr/>
            </p:nvSpPr>
            <p:spPr>
              <a:xfrm>
                <a:off x="5409360" y="2580840"/>
                <a:ext cx="59760" cy="66960"/>
              </a:xfrm>
              <a:prstGeom prst="line">
                <a:avLst/>
              </a:prstGeom>
              <a:ln>
                <a:solidFill>
                  <a:srgbClr val="8E8E8E"/>
                </a:solidFill>
              </a:ln>
            </p:spPr>
            <p:style>
              <a:lnRef idx="0">
                <a:scrgbClr r="0" g="0" b="0"/>
              </a:lnRef>
              <a:fillRef idx="0">
                <a:scrgbClr r="0" g="0" b="0"/>
              </a:fillRef>
              <a:effectRef idx="0">
                <a:scrgbClr r="0" g="0" b="0"/>
              </a:effectRef>
              <a:fontRef idx="minor"/>
            </p:style>
          </p:sp>
          <p:sp>
            <p:nvSpPr>
              <p:cNvPr id="1852" name="Line 1237">
                <a:extLst>
                  <a:ext uri="{FF2B5EF4-FFF2-40B4-BE49-F238E27FC236}">
                    <a16:creationId xmlns:a16="http://schemas.microsoft.com/office/drawing/2014/main" id="{33B5F7D9-9814-4370-9886-74A9BD32AEFA}"/>
                  </a:ext>
                </a:extLst>
              </p:cNvPr>
              <p:cNvSpPr/>
              <p:nvPr/>
            </p:nvSpPr>
            <p:spPr>
              <a:xfrm>
                <a:off x="5469120" y="2647800"/>
                <a:ext cx="61200" cy="109080"/>
              </a:xfrm>
              <a:prstGeom prst="line">
                <a:avLst/>
              </a:prstGeom>
              <a:ln>
                <a:solidFill>
                  <a:srgbClr val="868686"/>
                </a:solidFill>
              </a:ln>
            </p:spPr>
            <p:style>
              <a:lnRef idx="0">
                <a:scrgbClr r="0" g="0" b="0"/>
              </a:lnRef>
              <a:fillRef idx="0">
                <a:scrgbClr r="0" g="0" b="0"/>
              </a:fillRef>
              <a:effectRef idx="0">
                <a:scrgbClr r="0" g="0" b="0"/>
              </a:effectRef>
              <a:fontRef idx="minor"/>
            </p:style>
          </p:sp>
          <p:sp>
            <p:nvSpPr>
              <p:cNvPr id="1853" name="Line 1238">
                <a:extLst>
                  <a:ext uri="{FF2B5EF4-FFF2-40B4-BE49-F238E27FC236}">
                    <a16:creationId xmlns:a16="http://schemas.microsoft.com/office/drawing/2014/main" id="{670195E1-1F0C-44C3-8DB5-1C4407E74685}"/>
                  </a:ext>
                </a:extLst>
              </p:cNvPr>
              <p:cNvSpPr/>
              <p:nvPr/>
            </p:nvSpPr>
            <p:spPr>
              <a:xfrm>
                <a:off x="5348160" y="2460600"/>
                <a:ext cx="61200" cy="66240"/>
              </a:xfrm>
              <a:prstGeom prst="line">
                <a:avLst/>
              </a:prstGeom>
              <a:ln>
                <a:solidFill>
                  <a:srgbClr val="989898"/>
                </a:solidFill>
              </a:ln>
            </p:spPr>
            <p:style>
              <a:lnRef idx="0">
                <a:scrgbClr r="0" g="0" b="0"/>
              </a:lnRef>
              <a:fillRef idx="0">
                <a:scrgbClr r="0" g="0" b="0"/>
              </a:fillRef>
              <a:effectRef idx="0">
                <a:scrgbClr r="0" g="0" b="0"/>
              </a:effectRef>
              <a:fontRef idx="minor"/>
            </p:style>
          </p:sp>
          <p:sp>
            <p:nvSpPr>
              <p:cNvPr id="1854" name="Line 1239">
                <a:extLst>
                  <a:ext uri="{FF2B5EF4-FFF2-40B4-BE49-F238E27FC236}">
                    <a16:creationId xmlns:a16="http://schemas.microsoft.com/office/drawing/2014/main" id="{FDFD6808-EEAE-4D25-98CC-191826ADCF52}"/>
                  </a:ext>
                </a:extLst>
              </p:cNvPr>
              <p:cNvSpPr/>
              <p:nvPr/>
            </p:nvSpPr>
            <p:spPr>
              <a:xfrm>
                <a:off x="5409360" y="2526840"/>
                <a:ext cx="59760" cy="120960"/>
              </a:xfrm>
              <a:prstGeom prst="line">
                <a:avLst/>
              </a:prstGeom>
              <a:ln>
                <a:solidFill>
                  <a:srgbClr val="8F8F8F"/>
                </a:solidFill>
              </a:ln>
            </p:spPr>
            <p:style>
              <a:lnRef idx="0">
                <a:scrgbClr r="0" g="0" b="0"/>
              </a:lnRef>
              <a:fillRef idx="0">
                <a:scrgbClr r="0" g="0" b="0"/>
              </a:fillRef>
              <a:effectRef idx="0">
                <a:scrgbClr r="0" g="0" b="0"/>
              </a:effectRef>
              <a:fontRef idx="minor"/>
            </p:style>
          </p:sp>
          <p:sp>
            <p:nvSpPr>
              <p:cNvPr id="1855" name="Line 1240">
                <a:extLst>
                  <a:ext uri="{FF2B5EF4-FFF2-40B4-BE49-F238E27FC236}">
                    <a16:creationId xmlns:a16="http://schemas.microsoft.com/office/drawing/2014/main" id="{C194C0E0-B62A-40B1-BB2B-01D9083C1DAD}"/>
                  </a:ext>
                </a:extLst>
              </p:cNvPr>
              <p:cNvSpPr/>
              <p:nvPr/>
            </p:nvSpPr>
            <p:spPr>
              <a:xfrm>
                <a:off x="5287320" y="2326680"/>
                <a:ext cx="60840" cy="68040"/>
              </a:xfrm>
              <a:prstGeom prst="line">
                <a:avLst/>
              </a:prstGeom>
              <a:ln>
                <a:solidFill>
                  <a:srgbClr val="A4A4A4"/>
                </a:solidFill>
              </a:ln>
            </p:spPr>
            <p:style>
              <a:lnRef idx="0">
                <a:scrgbClr r="0" g="0" b="0"/>
              </a:lnRef>
              <a:fillRef idx="0">
                <a:scrgbClr r="0" g="0" b="0"/>
              </a:fillRef>
              <a:effectRef idx="0">
                <a:scrgbClr r="0" g="0" b="0"/>
              </a:effectRef>
              <a:fontRef idx="minor"/>
            </p:style>
          </p:sp>
          <p:sp>
            <p:nvSpPr>
              <p:cNvPr id="1856" name="Line 1241">
                <a:extLst>
                  <a:ext uri="{FF2B5EF4-FFF2-40B4-BE49-F238E27FC236}">
                    <a16:creationId xmlns:a16="http://schemas.microsoft.com/office/drawing/2014/main" id="{BB9B6F34-2552-42C6-9AE6-E9D7EA322E7D}"/>
                  </a:ext>
                </a:extLst>
              </p:cNvPr>
              <p:cNvSpPr/>
              <p:nvPr/>
            </p:nvSpPr>
            <p:spPr>
              <a:xfrm>
                <a:off x="5348160" y="2394720"/>
                <a:ext cx="61200" cy="132120"/>
              </a:xfrm>
              <a:prstGeom prst="line">
                <a:avLst/>
              </a:prstGeom>
              <a:ln>
                <a:solidFill>
                  <a:srgbClr val="9A9A9A"/>
                </a:solidFill>
              </a:ln>
            </p:spPr>
            <p:style>
              <a:lnRef idx="0">
                <a:scrgbClr r="0" g="0" b="0"/>
              </a:lnRef>
              <a:fillRef idx="0">
                <a:scrgbClr r="0" g="0" b="0"/>
              </a:fillRef>
              <a:effectRef idx="0">
                <a:scrgbClr r="0" g="0" b="0"/>
              </a:effectRef>
              <a:fontRef idx="minor"/>
            </p:style>
          </p:sp>
          <p:sp>
            <p:nvSpPr>
              <p:cNvPr id="1857" name="Line 1242">
                <a:extLst>
                  <a:ext uri="{FF2B5EF4-FFF2-40B4-BE49-F238E27FC236}">
                    <a16:creationId xmlns:a16="http://schemas.microsoft.com/office/drawing/2014/main" id="{F0546BF4-05CA-4D8D-8EB1-CA76E22FEBF2}"/>
                  </a:ext>
                </a:extLst>
              </p:cNvPr>
              <p:cNvSpPr/>
              <p:nvPr/>
            </p:nvSpPr>
            <p:spPr>
              <a:xfrm>
                <a:off x="5227200" y="2181240"/>
                <a:ext cx="60120" cy="66240"/>
              </a:xfrm>
              <a:prstGeom prst="line">
                <a:avLst/>
              </a:prstGeom>
              <a:ln>
                <a:solidFill>
                  <a:srgbClr val="B0B0B0"/>
                </a:solidFill>
              </a:ln>
            </p:spPr>
            <p:style>
              <a:lnRef idx="0">
                <a:scrgbClr r="0" g="0" b="0"/>
              </a:lnRef>
              <a:fillRef idx="0">
                <a:scrgbClr r="0" g="0" b="0"/>
              </a:fillRef>
              <a:effectRef idx="0">
                <a:scrgbClr r="0" g="0" b="0"/>
              </a:effectRef>
              <a:fontRef idx="minor"/>
            </p:style>
          </p:sp>
          <p:sp>
            <p:nvSpPr>
              <p:cNvPr id="1858" name="Line 1243">
                <a:extLst>
                  <a:ext uri="{FF2B5EF4-FFF2-40B4-BE49-F238E27FC236}">
                    <a16:creationId xmlns:a16="http://schemas.microsoft.com/office/drawing/2014/main" id="{F2530EAC-8FEC-4953-A782-501A90E9DF08}"/>
                  </a:ext>
                </a:extLst>
              </p:cNvPr>
              <p:cNvSpPr/>
              <p:nvPr/>
            </p:nvSpPr>
            <p:spPr>
              <a:xfrm>
                <a:off x="5287320" y="2247480"/>
                <a:ext cx="60840" cy="147240"/>
              </a:xfrm>
              <a:prstGeom prst="line">
                <a:avLst/>
              </a:prstGeom>
              <a:ln>
                <a:solidFill>
                  <a:srgbClr val="A6A6A6"/>
                </a:solidFill>
              </a:ln>
            </p:spPr>
            <p:style>
              <a:lnRef idx="0">
                <a:scrgbClr r="0" g="0" b="0"/>
              </a:lnRef>
              <a:fillRef idx="0">
                <a:scrgbClr r="0" g="0" b="0"/>
              </a:fillRef>
              <a:effectRef idx="0">
                <a:scrgbClr r="0" g="0" b="0"/>
              </a:effectRef>
              <a:fontRef idx="minor"/>
            </p:style>
          </p:sp>
          <p:sp>
            <p:nvSpPr>
              <p:cNvPr id="1859" name="Line 1244">
                <a:extLst>
                  <a:ext uri="{FF2B5EF4-FFF2-40B4-BE49-F238E27FC236}">
                    <a16:creationId xmlns:a16="http://schemas.microsoft.com/office/drawing/2014/main" id="{97545EC8-6FF6-4EE2-BC5B-EB15F3A25AA2}"/>
                  </a:ext>
                </a:extLst>
              </p:cNvPr>
              <p:cNvSpPr/>
              <p:nvPr/>
            </p:nvSpPr>
            <p:spPr>
              <a:xfrm>
                <a:off x="5168160" y="2022120"/>
                <a:ext cx="59040" cy="67320"/>
              </a:xfrm>
              <a:prstGeom prst="line">
                <a:avLst/>
              </a:prstGeom>
              <a:ln>
                <a:solidFill>
                  <a:srgbClr val="BEBEBE"/>
                </a:solidFill>
              </a:ln>
            </p:spPr>
            <p:style>
              <a:lnRef idx="0">
                <a:scrgbClr r="0" g="0" b="0"/>
              </a:lnRef>
              <a:fillRef idx="0">
                <a:scrgbClr r="0" g="0" b="0"/>
              </a:fillRef>
              <a:effectRef idx="0">
                <a:scrgbClr r="0" g="0" b="0"/>
              </a:effectRef>
              <a:fontRef idx="minor"/>
            </p:style>
          </p:sp>
          <p:sp>
            <p:nvSpPr>
              <p:cNvPr id="1860" name="Line 1245">
                <a:extLst>
                  <a:ext uri="{FF2B5EF4-FFF2-40B4-BE49-F238E27FC236}">
                    <a16:creationId xmlns:a16="http://schemas.microsoft.com/office/drawing/2014/main" id="{0B5C1EF6-47F5-44D4-AD19-B989FCAD3B84}"/>
                  </a:ext>
                </a:extLst>
              </p:cNvPr>
              <p:cNvSpPr/>
              <p:nvPr/>
            </p:nvSpPr>
            <p:spPr>
              <a:xfrm>
                <a:off x="5227200" y="2089440"/>
                <a:ext cx="60120" cy="158040"/>
              </a:xfrm>
              <a:prstGeom prst="line">
                <a:avLst/>
              </a:prstGeom>
              <a:ln>
                <a:solidFill>
                  <a:srgbClr val="B3B3B3"/>
                </a:solidFill>
              </a:ln>
            </p:spPr>
            <p:style>
              <a:lnRef idx="0">
                <a:scrgbClr r="0" g="0" b="0"/>
              </a:lnRef>
              <a:fillRef idx="0">
                <a:scrgbClr r="0" g="0" b="0"/>
              </a:fillRef>
              <a:effectRef idx="0">
                <a:scrgbClr r="0" g="0" b="0"/>
              </a:effectRef>
              <a:fontRef idx="minor"/>
            </p:style>
          </p:sp>
          <p:sp>
            <p:nvSpPr>
              <p:cNvPr id="1861" name="Line 1246">
                <a:extLst>
                  <a:ext uri="{FF2B5EF4-FFF2-40B4-BE49-F238E27FC236}">
                    <a16:creationId xmlns:a16="http://schemas.microsoft.com/office/drawing/2014/main" id="{3BAE139F-10D9-4B03-8E31-EB468987514C}"/>
                  </a:ext>
                </a:extLst>
              </p:cNvPr>
              <p:cNvSpPr/>
              <p:nvPr/>
            </p:nvSpPr>
            <p:spPr>
              <a:xfrm>
                <a:off x="6618240" y="2562840"/>
                <a:ext cx="59040" cy="55080"/>
              </a:xfrm>
              <a:prstGeom prst="line">
                <a:avLst/>
              </a:prstGeom>
              <a:ln>
                <a:solidFill>
                  <a:srgbClr val="A9A9A9"/>
                </a:solidFill>
              </a:ln>
            </p:spPr>
            <p:style>
              <a:lnRef idx="0">
                <a:scrgbClr r="0" g="0" b="0"/>
              </a:lnRef>
              <a:fillRef idx="0">
                <a:scrgbClr r="0" g="0" b="0"/>
              </a:fillRef>
              <a:effectRef idx="0">
                <a:scrgbClr r="0" g="0" b="0"/>
              </a:effectRef>
              <a:fontRef idx="minor"/>
            </p:style>
          </p:sp>
          <p:sp>
            <p:nvSpPr>
              <p:cNvPr id="1862" name="Line 1247">
                <a:extLst>
                  <a:ext uri="{FF2B5EF4-FFF2-40B4-BE49-F238E27FC236}">
                    <a16:creationId xmlns:a16="http://schemas.microsoft.com/office/drawing/2014/main" id="{C3A24361-B484-4A43-AA7C-BD31E7606819}"/>
                  </a:ext>
                </a:extLst>
              </p:cNvPr>
              <p:cNvSpPr/>
              <p:nvPr/>
            </p:nvSpPr>
            <p:spPr>
              <a:xfrm flipH="1" flipV="1">
                <a:off x="6677280" y="2432520"/>
                <a:ext cx="59760" cy="55080"/>
              </a:xfrm>
              <a:prstGeom prst="line">
                <a:avLst/>
              </a:prstGeom>
              <a:ln>
                <a:solidFill>
                  <a:srgbClr val="B7B7B7"/>
                </a:solidFill>
              </a:ln>
            </p:spPr>
            <p:style>
              <a:lnRef idx="0">
                <a:scrgbClr r="0" g="0" b="0"/>
              </a:lnRef>
              <a:fillRef idx="0">
                <a:scrgbClr r="0" g="0" b="0"/>
              </a:fillRef>
              <a:effectRef idx="0">
                <a:scrgbClr r="0" g="0" b="0"/>
              </a:effectRef>
              <a:fontRef idx="minor"/>
            </p:style>
          </p:sp>
          <p:sp>
            <p:nvSpPr>
              <p:cNvPr id="1863" name="Line 1248">
                <a:extLst>
                  <a:ext uri="{FF2B5EF4-FFF2-40B4-BE49-F238E27FC236}">
                    <a16:creationId xmlns:a16="http://schemas.microsoft.com/office/drawing/2014/main" id="{5360711C-BB3A-44B1-9A51-5B70F98A4EC5}"/>
                  </a:ext>
                </a:extLst>
              </p:cNvPr>
              <p:cNvSpPr/>
              <p:nvPr/>
            </p:nvSpPr>
            <p:spPr>
              <a:xfrm flipV="1">
                <a:off x="6677280" y="2487600"/>
                <a:ext cx="59760" cy="130320"/>
              </a:xfrm>
              <a:prstGeom prst="line">
                <a:avLst/>
              </a:prstGeom>
              <a:ln>
                <a:solidFill>
                  <a:srgbClr val="ADADAD"/>
                </a:solidFill>
              </a:ln>
            </p:spPr>
            <p:style>
              <a:lnRef idx="0">
                <a:scrgbClr r="0" g="0" b="0"/>
              </a:lnRef>
              <a:fillRef idx="0">
                <a:scrgbClr r="0" g="0" b="0"/>
              </a:fillRef>
              <a:effectRef idx="0">
                <a:scrgbClr r="0" g="0" b="0"/>
              </a:effectRef>
              <a:fontRef idx="minor"/>
            </p:style>
          </p:sp>
          <p:sp>
            <p:nvSpPr>
              <p:cNvPr id="1864" name="Line 1249">
                <a:extLst>
                  <a:ext uri="{FF2B5EF4-FFF2-40B4-BE49-F238E27FC236}">
                    <a16:creationId xmlns:a16="http://schemas.microsoft.com/office/drawing/2014/main" id="{E4629B8A-6B33-4BDB-BDEC-34B434875940}"/>
                  </a:ext>
                </a:extLst>
              </p:cNvPr>
              <p:cNvSpPr/>
              <p:nvPr/>
            </p:nvSpPr>
            <p:spPr>
              <a:xfrm>
                <a:off x="6557040" y="2679840"/>
                <a:ext cx="61200" cy="55080"/>
              </a:xfrm>
              <a:prstGeom prst="line">
                <a:avLst/>
              </a:prstGeom>
              <a:ln>
                <a:solidFill>
                  <a:srgbClr val="9C9C9C"/>
                </a:solidFill>
              </a:ln>
            </p:spPr>
            <p:style>
              <a:lnRef idx="0">
                <a:scrgbClr r="0" g="0" b="0"/>
              </a:lnRef>
              <a:fillRef idx="0">
                <a:scrgbClr r="0" g="0" b="0"/>
              </a:fillRef>
              <a:effectRef idx="0">
                <a:scrgbClr r="0" g="0" b="0"/>
              </a:effectRef>
              <a:fontRef idx="minor"/>
            </p:style>
          </p:sp>
          <p:sp>
            <p:nvSpPr>
              <p:cNvPr id="1865" name="Line 1250">
                <a:extLst>
                  <a:ext uri="{FF2B5EF4-FFF2-40B4-BE49-F238E27FC236}">
                    <a16:creationId xmlns:a16="http://schemas.microsoft.com/office/drawing/2014/main" id="{472EEDDA-EB09-4E68-A680-78DA89A04BAF}"/>
                  </a:ext>
                </a:extLst>
              </p:cNvPr>
              <p:cNvSpPr/>
              <p:nvPr/>
            </p:nvSpPr>
            <p:spPr>
              <a:xfrm flipV="1">
                <a:off x="6618240" y="2617920"/>
                <a:ext cx="59040" cy="117000"/>
              </a:xfrm>
              <a:prstGeom prst="line">
                <a:avLst/>
              </a:prstGeom>
              <a:ln>
                <a:solidFill>
                  <a:srgbClr val="9F9F9F"/>
                </a:solidFill>
              </a:ln>
            </p:spPr>
            <p:style>
              <a:lnRef idx="0">
                <a:scrgbClr r="0" g="0" b="0"/>
              </a:lnRef>
              <a:fillRef idx="0">
                <a:scrgbClr r="0" g="0" b="0"/>
              </a:fillRef>
              <a:effectRef idx="0">
                <a:scrgbClr r="0" g="0" b="0"/>
              </a:effectRef>
              <a:fontRef idx="minor"/>
            </p:style>
          </p:sp>
          <p:sp>
            <p:nvSpPr>
              <p:cNvPr id="1866" name="Line 1251">
                <a:extLst>
                  <a:ext uri="{FF2B5EF4-FFF2-40B4-BE49-F238E27FC236}">
                    <a16:creationId xmlns:a16="http://schemas.microsoft.com/office/drawing/2014/main" id="{9B2B1EAF-69F2-4642-8ABA-889FB1F494D7}"/>
                  </a:ext>
                </a:extLst>
              </p:cNvPr>
              <p:cNvSpPr/>
              <p:nvPr/>
            </p:nvSpPr>
            <p:spPr>
              <a:xfrm>
                <a:off x="6496920" y="2784960"/>
                <a:ext cx="60120" cy="55080"/>
              </a:xfrm>
              <a:prstGeom prst="line">
                <a:avLst/>
              </a:prstGeom>
              <a:ln>
                <a:solidFill>
                  <a:srgbClr val="919191"/>
                </a:solidFill>
              </a:ln>
            </p:spPr>
            <p:style>
              <a:lnRef idx="0">
                <a:scrgbClr r="0" g="0" b="0"/>
              </a:lnRef>
              <a:fillRef idx="0">
                <a:scrgbClr r="0" g="0" b="0"/>
              </a:fillRef>
              <a:effectRef idx="0">
                <a:scrgbClr r="0" g="0" b="0"/>
              </a:effectRef>
              <a:fontRef idx="minor"/>
            </p:style>
          </p:sp>
          <p:sp>
            <p:nvSpPr>
              <p:cNvPr id="1867" name="Line 1252">
                <a:extLst>
                  <a:ext uri="{FF2B5EF4-FFF2-40B4-BE49-F238E27FC236}">
                    <a16:creationId xmlns:a16="http://schemas.microsoft.com/office/drawing/2014/main" id="{279EE2AE-B8B8-482E-8DF1-C1758AE5EF3A}"/>
                  </a:ext>
                </a:extLst>
              </p:cNvPr>
              <p:cNvSpPr/>
              <p:nvPr/>
            </p:nvSpPr>
            <p:spPr>
              <a:xfrm flipV="1">
                <a:off x="6557040" y="2734920"/>
                <a:ext cx="61200" cy="105120"/>
              </a:xfrm>
              <a:prstGeom prst="line">
                <a:avLst/>
              </a:prstGeom>
              <a:ln>
                <a:solidFill>
                  <a:srgbClr val="939393"/>
                </a:solidFill>
              </a:ln>
            </p:spPr>
            <p:style>
              <a:lnRef idx="0">
                <a:scrgbClr r="0" g="0" b="0"/>
              </a:lnRef>
              <a:fillRef idx="0">
                <a:scrgbClr r="0" g="0" b="0"/>
              </a:fillRef>
              <a:effectRef idx="0">
                <a:scrgbClr r="0" g="0" b="0"/>
              </a:effectRef>
              <a:fontRef idx="minor"/>
            </p:style>
          </p:sp>
          <p:sp>
            <p:nvSpPr>
              <p:cNvPr id="1868" name="Line 1253">
                <a:extLst>
                  <a:ext uri="{FF2B5EF4-FFF2-40B4-BE49-F238E27FC236}">
                    <a16:creationId xmlns:a16="http://schemas.microsoft.com/office/drawing/2014/main" id="{6D6CB05C-98AA-449D-9142-0A43D6C92187}"/>
                  </a:ext>
                </a:extLst>
              </p:cNvPr>
              <p:cNvSpPr/>
              <p:nvPr/>
            </p:nvSpPr>
            <p:spPr>
              <a:xfrm>
                <a:off x="6436080" y="2877120"/>
                <a:ext cx="60840" cy="55080"/>
              </a:xfrm>
              <a:prstGeom prst="line">
                <a:avLst/>
              </a:prstGeom>
              <a:ln>
                <a:solidFill>
                  <a:srgbClr val="878787"/>
                </a:solidFill>
              </a:ln>
            </p:spPr>
            <p:style>
              <a:lnRef idx="0">
                <a:scrgbClr r="0" g="0" b="0"/>
              </a:lnRef>
              <a:fillRef idx="0">
                <a:scrgbClr r="0" g="0" b="0"/>
              </a:fillRef>
              <a:effectRef idx="0">
                <a:scrgbClr r="0" g="0" b="0"/>
              </a:effectRef>
              <a:fontRef idx="minor"/>
            </p:style>
          </p:sp>
          <p:sp>
            <p:nvSpPr>
              <p:cNvPr id="1869" name="Line 1254">
                <a:extLst>
                  <a:ext uri="{FF2B5EF4-FFF2-40B4-BE49-F238E27FC236}">
                    <a16:creationId xmlns:a16="http://schemas.microsoft.com/office/drawing/2014/main" id="{9D2826EE-9B61-4625-BF1C-0EBD43A9D11A}"/>
                  </a:ext>
                </a:extLst>
              </p:cNvPr>
              <p:cNvSpPr/>
              <p:nvPr/>
            </p:nvSpPr>
            <p:spPr>
              <a:xfrm flipV="1">
                <a:off x="6496920" y="2840040"/>
                <a:ext cx="60120" cy="92160"/>
              </a:xfrm>
              <a:prstGeom prst="line">
                <a:avLst/>
              </a:prstGeom>
              <a:ln>
                <a:solidFill>
                  <a:srgbClr val="898989"/>
                </a:solidFill>
              </a:ln>
            </p:spPr>
            <p:style>
              <a:lnRef idx="0">
                <a:scrgbClr r="0" g="0" b="0"/>
              </a:lnRef>
              <a:fillRef idx="0">
                <a:scrgbClr r="0" g="0" b="0"/>
              </a:fillRef>
              <a:effectRef idx="0">
                <a:scrgbClr r="0" g="0" b="0"/>
              </a:effectRef>
              <a:fontRef idx="minor"/>
            </p:style>
          </p:sp>
          <p:sp>
            <p:nvSpPr>
              <p:cNvPr id="1870" name="Line 1255">
                <a:extLst>
                  <a:ext uri="{FF2B5EF4-FFF2-40B4-BE49-F238E27FC236}">
                    <a16:creationId xmlns:a16="http://schemas.microsoft.com/office/drawing/2014/main" id="{0279F709-29CD-4FC5-9D19-58A38074E9C4}"/>
                  </a:ext>
                </a:extLst>
              </p:cNvPr>
              <p:cNvSpPr/>
              <p:nvPr/>
            </p:nvSpPr>
            <p:spPr>
              <a:xfrm>
                <a:off x="6374880" y="2957040"/>
                <a:ext cx="61200" cy="55080"/>
              </a:xfrm>
              <a:prstGeom prst="line">
                <a:avLst/>
              </a:prstGeom>
              <a:ln>
                <a:solidFill>
                  <a:srgbClr val="7E7E7E"/>
                </a:solidFill>
              </a:ln>
            </p:spPr>
            <p:style>
              <a:lnRef idx="0">
                <a:scrgbClr r="0" g="0" b="0"/>
              </a:lnRef>
              <a:fillRef idx="0">
                <a:scrgbClr r="0" g="0" b="0"/>
              </a:fillRef>
              <a:effectRef idx="0">
                <a:scrgbClr r="0" g="0" b="0"/>
              </a:effectRef>
              <a:fontRef idx="minor"/>
            </p:style>
          </p:sp>
          <p:sp>
            <p:nvSpPr>
              <p:cNvPr id="1871" name="Line 1256">
                <a:extLst>
                  <a:ext uri="{FF2B5EF4-FFF2-40B4-BE49-F238E27FC236}">
                    <a16:creationId xmlns:a16="http://schemas.microsoft.com/office/drawing/2014/main" id="{B864BDD9-D773-4A46-97E5-14D5A9E8B324}"/>
                  </a:ext>
                </a:extLst>
              </p:cNvPr>
              <p:cNvSpPr/>
              <p:nvPr/>
            </p:nvSpPr>
            <p:spPr>
              <a:xfrm flipV="1">
                <a:off x="6436080" y="2932200"/>
                <a:ext cx="60840" cy="79920"/>
              </a:xfrm>
              <a:prstGeom prst="line">
                <a:avLst/>
              </a:prstGeom>
              <a:ln>
                <a:solidFill>
                  <a:srgbClr val="7F7F7F"/>
                </a:solidFill>
              </a:ln>
            </p:spPr>
            <p:style>
              <a:lnRef idx="0">
                <a:scrgbClr r="0" g="0" b="0"/>
              </a:lnRef>
              <a:fillRef idx="0">
                <a:scrgbClr r="0" g="0" b="0"/>
              </a:fillRef>
              <a:effectRef idx="0">
                <a:scrgbClr r="0" g="0" b="0"/>
              </a:effectRef>
              <a:fontRef idx="minor"/>
            </p:style>
          </p:sp>
          <p:sp>
            <p:nvSpPr>
              <p:cNvPr id="1872" name="Line 1257">
                <a:extLst>
                  <a:ext uri="{FF2B5EF4-FFF2-40B4-BE49-F238E27FC236}">
                    <a16:creationId xmlns:a16="http://schemas.microsoft.com/office/drawing/2014/main" id="{40836BB2-E6B0-42F2-A084-F8F20FE735B0}"/>
                  </a:ext>
                </a:extLst>
              </p:cNvPr>
              <p:cNvSpPr/>
              <p:nvPr/>
            </p:nvSpPr>
            <p:spPr>
              <a:xfrm>
                <a:off x="6314760" y="3023280"/>
                <a:ext cx="60120" cy="55080"/>
              </a:xfrm>
              <a:prstGeom prst="line">
                <a:avLst/>
              </a:prstGeom>
              <a:ln>
                <a:solidFill>
                  <a:srgbClr val="767676"/>
                </a:solidFill>
              </a:ln>
            </p:spPr>
            <p:style>
              <a:lnRef idx="0">
                <a:scrgbClr r="0" g="0" b="0"/>
              </a:lnRef>
              <a:fillRef idx="0">
                <a:scrgbClr r="0" g="0" b="0"/>
              </a:fillRef>
              <a:effectRef idx="0">
                <a:scrgbClr r="0" g="0" b="0"/>
              </a:effectRef>
              <a:fontRef idx="minor"/>
            </p:style>
          </p:sp>
          <p:sp>
            <p:nvSpPr>
              <p:cNvPr id="1873" name="Line 1258">
                <a:extLst>
                  <a:ext uri="{FF2B5EF4-FFF2-40B4-BE49-F238E27FC236}">
                    <a16:creationId xmlns:a16="http://schemas.microsoft.com/office/drawing/2014/main" id="{074290D9-9DEE-4468-B341-5075C50D4A5D}"/>
                  </a:ext>
                </a:extLst>
              </p:cNvPr>
              <p:cNvSpPr/>
              <p:nvPr/>
            </p:nvSpPr>
            <p:spPr>
              <a:xfrm flipV="1">
                <a:off x="6374880" y="3012120"/>
                <a:ext cx="61200" cy="66240"/>
              </a:xfrm>
              <a:prstGeom prst="line">
                <a:avLst/>
              </a:prstGeom>
              <a:ln>
                <a:solidFill>
                  <a:srgbClr val="777777"/>
                </a:solidFill>
              </a:ln>
            </p:spPr>
            <p:style>
              <a:lnRef idx="0">
                <a:scrgbClr r="0" g="0" b="0"/>
              </a:lnRef>
              <a:fillRef idx="0">
                <a:scrgbClr r="0" g="0" b="0"/>
              </a:fillRef>
              <a:effectRef idx="0">
                <a:scrgbClr r="0" g="0" b="0"/>
              </a:effectRef>
              <a:fontRef idx="minor"/>
            </p:style>
          </p:sp>
          <p:sp>
            <p:nvSpPr>
              <p:cNvPr id="1874" name="Line 1259">
                <a:extLst>
                  <a:ext uri="{FF2B5EF4-FFF2-40B4-BE49-F238E27FC236}">
                    <a16:creationId xmlns:a16="http://schemas.microsoft.com/office/drawing/2014/main" id="{7D626388-597C-4742-9A41-FACFC51D3A2A}"/>
                  </a:ext>
                </a:extLst>
              </p:cNvPr>
              <p:cNvSpPr/>
              <p:nvPr/>
            </p:nvSpPr>
            <p:spPr>
              <a:xfrm>
                <a:off x="6255720" y="3078360"/>
                <a:ext cx="59040" cy="55080"/>
              </a:xfrm>
              <a:prstGeom prst="line">
                <a:avLst/>
              </a:prstGeom>
              <a:ln>
                <a:solidFill>
                  <a:srgbClr val="6F6F6F"/>
                </a:solidFill>
              </a:ln>
            </p:spPr>
            <p:style>
              <a:lnRef idx="0">
                <a:scrgbClr r="0" g="0" b="0"/>
              </a:lnRef>
              <a:fillRef idx="0">
                <a:scrgbClr r="0" g="0" b="0"/>
              </a:fillRef>
              <a:effectRef idx="0">
                <a:scrgbClr r="0" g="0" b="0"/>
              </a:effectRef>
              <a:fontRef idx="minor"/>
            </p:style>
          </p:sp>
          <p:sp>
            <p:nvSpPr>
              <p:cNvPr id="1875" name="Line 1260">
                <a:extLst>
                  <a:ext uri="{FF2B5EF4-FFF2-40B4-BE49-F238E27FC236}">
                    <a16:creationId xmlns:a16="http://schemas.microsoft.com/office/drawing/2014/main" id="{0ED88D57-9DAF-43AD-BAAE-6EEACE65140B}"/>
                  </a:ext>
                </a:extLst>
              </p:cNvPr>
              <p:cNvSpPr/>
              <p:nvPr/>
            </p:nvSpPr>
            <p:spPr>
              <a:xfrm flipV="1">
                <a:off x="6314760" y="3078360"/>
                <a:ext cx="60120" cy="55080"/>
              </a:xfrm>
              <a:prstGeom prst="line">
                <a:avLst/>
              </a:prstGeom>
              <a:ln>
                <a:solidFill>
                  <a:srgbClr val="6F6F6F"/>
                </a:solidFill>
              </a:ln>
            </p:spPr>
            <p:style>
              <a:lnRef idx="0">
                <a:scrgbClr r="0" g="0" b="0"/>
              </a:lnRef>
              <a:fillRef idx="0">
                <a:scrgbClr r="0" g="0" b="0"/>
              </a:fillRef>
              <a:effectRef idx="0">
                <a:scrgbClr r="0" g="0" b="0"/>
              </a:effectRef>
              <a:fontRef idx="minor"/>
            </p:style>
          </p:sp>
          <p:sp>
            <p:nvSpPr>
              <p:cNvPr id="1876" name="Line 1261">
                <a:extLst>
                  <a:ext uri="{FF2B5EF4-FFF2-40B4-BE49-F238E27FC236}">
                    <a16:creationId xmlns:a16="http://schemas.microsoft.com/office/drawing/2014/main" id="{1FAD3C7C-0363-406B-B37E-130851C67D36}"/>
                  </a:ext>
                </a:extLst>
              </p:cNvPr>
              <p:cNvSpPr/>
              <p:nvPr/>
            </p:nvSpPr>
            <p:spPr>
              <a:xfrm>
                <a:off x="6194880" y="3120480"/>
                <a:ext cx="60840" cy="55080"/>
              </a:xfrm>
              <a:prstGeom prst="line">
                <a:avLst/>
              </a:prstGeom>
              <a:ln>
                <a:solidFill>
                  <a:srgbClr val="6A6A6A"/>
                </a:solidFill>
              </a:ln>
            </p:spPr>
            <p:style>
              <a:lnRef idx="0">
                <a:scrgbClr r="0" g="0" b="0"/>
              </a:lnRef>
              <a:fillRef idx="0">
                <a:scrgbClr r="0" g="0" b="0"/>
              </a:fillRef>
              <a:effectRef idx="0">
                <a:scrgbClr r="0" g="0" b="0"/>
              </a:effectRef>
              <a:fontRef idx="minor"/>
            </p:style>
          </p:sp>
          <p:sp>
            <p:nvSpPr>
              <p:cNvPr id="1877" name="Line 1262">
                <a:extLst>
                  <a:ext uri="{FF2B5EF4-FFF2-40B4-BE49-F238E27FC236}">
                    <a16:creationId xmlns:a16="http://schemas.microsoft.com/office/drawing/2014/main" id="{07FC62E0-6F0D-4FD9-89FB-4006B0F5C1A0}"/>
                  </a:ext>
                </a:extLst>
              </p:cNvPr>
              <p:cNvSpPr/>
              <p:nvPr/>
            </p:nvSpPr>
            <p:spPr>
              <a:xfrm flipV="1">
                <a:off x="6255720" y="3133440"/>
                <a:ext cx="59040" cy="42120"/>
              </a:xfrm>
              <a:prstGeom prst="line">
                <a:avLst/>
              </a:prstGeom>
              <a:ln>
                <a:solidFill>
                  <a:srgbClr val="696969"/>
                </a:solidFill>
              </a:ln>
            </p:spPr>
            <p:style>
              <a:lnRef idx="0">
                <a:scrgbClr r="0" g="0" b="0"/>
              </a:lnRef>
              <a:fillRef idx="0">
                <a:scrgbClr r="0" g="0" b="0"/>
              </a:fillRef>
              <a:effectRef idx="0">
                <a:scrgbClr r="0" g="0" b="0"/>
              </a:effectRef>
              <a:fontRef idx="minor"/>
            </p:style>
          </p:sp>
          <p:sp>
            <p:nvSpPr>
              <p:cNvPr id="1878" name="Line 1263">
                <a:extLst>
                  <a:ext uri="{FF2B5EF4-FFF2-40B4-BE49-F238E27FC236}">
                    <a16:creationId xmlns:a16="http://schemas.microsoft.com/office/drawing/2014/main" id="{0C06D509-91A8-4268-A014-D48085C76996}"/>
                  </a:ext>
                </a:extLst>
              </p:cNvPr>
              <p:cNvSpPr/>
              <p:nvPr/>
            </p:nvSpPr>
            <p:spPr>
              <a:xfrm>
                <a:off x="6133680" y="3150360"/>
                <a:ext cx="61200" cy="55080"/>
              </a:xfrm>
              <a:prstGeom prst="line">
                <a:avLst/>
              </a:prstGeom>
              <a:ln>
                <a:solidFill>
                  <a:srgbClr val="666666"/>
                </a:solidFill>
              </a:ln>
            </p:spPr>
            <p:style>
              <a:lnRef idx="0">
                <a:scrgbClr r="0" g="0" b="0"/>
              </a:lnRef>
              <a:fillRef idx="0">
                <a:scrgbClr r="0" g="0" b="0"/>
              </a:fillRef>
              <a:effectRef idx="0">
                <a:scrgbClr r="0" g="0" b="0"/>
              </a:effectRef>
              <a:fontRef idx="minor"/>
            </p:style>
          </p:sp>
          <p:sp>
            <p:nvSpPr>
              <p:cNvPr id="1879" name="Line 1264">
                <a:extLst>
                  <a:ext uri="{FF2B5EF4-FFF2-40B4-BE49-F238E27FC236}">
                    <a16:creationId xmlns:a16="http://schemas.microsoft.com/office/drawing/2014/main" id="{1B8DADA8-46BF-4769-8569-8F4827EE29C0}"/>
                  </a:ext>
                </a:extLst>
              </p:cNvPr>
              <p:cNvSpPr/>
              <p:nvPr/>
            </p:nvSpPr>
            <p:spPr>
              <a:xfrm flipV="1">
                <a:off x="6194880" y="3175560"/>
                <a:ext cx="60840" cy="29880"/>
              </a:xfrm>
              <a:prstGeom prst="line">
                <a:avLst/>
              </a:prstGeom>
              <a:ln>
                <a:solidFill>
                  <a:srgbClr val="646464"/>
                </a:solidFill>
              </a:ln>
            </p:spPr>
            <p:style>
              <a:lnRef idx="0">
                <a:scrgbClr r="0" g="0" b="0"/>
              </a:lnRef>
              <a:fillRef idx="0">
                <a:scrgbClr r="0" g="0" b="0"/>
              </a:fillRef>
              <a:effectRef idx="0">
                <a:scrgbClr r="0" g="0" b="0"/>
              </a:effectRef>
              <a:fontRef idx="minor"/>
            </p:style>
          </p:sp>
          <p:sp>
            <p:nvSpPr>
              <p:cNvPr id="1880" name="Line 1265">
                <a:extLst>
                  <a:ext uri="{FF2B5EF4-FFF2-40B4-BE49-F238E27FC236}">
                    <a16:creationId xmlns:a16="http://schemas.microsoft.com/office/drawing/2014/main" id="{31012D15-131F-4068-A57A-D7C4D3C3BBE1}"/>
                  </a:ext>
                </a:extLst>
              </p:cNvPr>
              <p:cNvSpPr/>
              <p:nvPr/>
            </p:nvSpPr>
            <p:spPr>
              <a:xfrm>
                <a:off x="6073560" y="3168360"/>
                <a:ext cx="60120" cy="54000"/>
              </a:xfrm>
              <a:prstGeom prst="line">
                <a:avLst/>
              </a:prstGeom>
              <a:ln>
                <a:solidFill>
                  <a:srgbClr val="636363"/>
                </a:solidFill>
              </a:ln>
            </p:spPr>
            <p:style>
              <a:lnRef idx="0">
                <a:scrgbClr r="0" g="0" b="0"/>
              </a:lnRef>
              <a:fillRef idx="0">
                <a:scrgbClr r="0" g="0" b="0"/>
              </a:fillRef>
              <a:effectRef idx="0">
                <a:scrgbClr r="0" g="0" b="0"/>
              </a:effectRef>
              <a:fontRef idx="minor"/>
            </p:style>
          </p:sp>
          <p:sp>
            <p:nvSpPr>
              <p:cNvPr id="1881" name="Line 1266">
                <a:extLst>
                  <a:ext uri="{FF2B5EF4-FFF2-40B4-BE49-F238E27FC236}">
                    <a16:creationId xmlns:a16="http://schemas.microsoft.com/office/drawing/2014/main" id="{D0E206C3-754C-411C-AF8E-CA9B81BB77F7}"/>
                  </a:ext>
                </a:extLst>
              </p:cNvPr>
              <p:cNvSpPr/>
              <p:nvPr/>
            </p:nvSpPr>
            <p:spPr>
              <a:xfrm flipV="1">
                <a:off x="6133680" y="3205440"/>
                <a:ext cx="61200" cy="16920"/>
              </a:xfrm>
              <a:prstGeom prst="line">
                <a:avLst/>
              </a:prstGeom>
              <a:ln>
                <a:solidFill>
                  <a:srgbClr val="616161"/>
                </a:solidFill>
              </a:ln>
            </p:spPr>
            <p:style>
              <a:lnRef idx="0">
                <a:scrgbClr r="0" g="0" b="0"/>
              </a:lnRef>
              <a:fillRef idx="0">
                <a:scrgbClr r="0" g="0" b="0"/>
              </a:fillRef>
              <a:effectRef idx="0">
                <a:scrgbClr r="0" g="0" b="0"/>
              </a:effectRef>
              <a:fontRef idx="minor"/>
            </p:style>
          </p:sp>
          <p:sp>
            <p:nvSpPr>
              <p:cNvPr id="1882" name="Line 1267">
                <a:extLst>
                  <a:ext uri="{FF2B5EF4-FFF2-40B4-BE49-F238E27FC236}">
                    <a16:creationId xmlns:a16="http://schemas.microsoft.com/office/drawing/2014/main" id="{42A85CC4-646F-4D6A-8B01-ABA6F7C21007}"/>
                  </a:ext>
                </a:extLst>
              </p:cNvPr>
              <p:cNvSpPr/>
              <p:nvPr/>
            </p:nvSpPr>
            <p:spPr>
              <a:xfrm>
                <a:off x="6012720" y="3171240"/>
                <a:ext cx="60840" cy="55080"/>
              </a:xfrm>
              <a:prstGeom prst="line">
                <a:avLst/>
              </a:prstGeom>
              <a:ln>
                <a:solidFill>
                  <a:srgbClr val="616161"/>
                </a:solidFill>
              </a:ln>
            </p:spPr>
            <p:style>
              <a:lnRef idx="0">
                <a:scrgbClr r="0" g="0" b="0"/>
              </a:lnRef>
              <a:fillRef idx="0">
                <a:scrgbClr r="0" g="0" b="0"/>
              </a:fillRef>
              <a:effectRef idx="0">
                <a:scrgbClr r="0" g="0" b="0"/>
              </a:effectRef>
              <a:fontRef idx="minor"/>
            </p:style>
          </p:sp>
          <p:sp>
            <p:nvSpPr>
              <p:cNvPr id="1883" name="Line 1268">
                <a:extLst>
                  <a:ext uri="{FF2B5EF4-FFF2-40B4-BE49-F238E27FC236}">
                    <a16:creationId xmlns:a16="http://schemas.microsoft.com/office/drawing/2014/main" id="{A226B716-6DAE-47C4-896E-6962407BE056}"/>
                  </a:ext>
                </a:extLst>
              </p:cNvPr>
              <p:cNvSpPr/>
              <p:nvPr/>
            </p:nvSpPr>
            <p:spPr>
              <a:xfrm flipV="1">
                <a:off x="6073560" y="3222360"/>
                <a:ext cx="60120" cy="3960"/>
              </a:xfrm>
              <a:prstGeom prst="line">
                <a:avLst/>
              </a:prstGeom>
              <a:ln>
                <a:solidFill>
                  <a:srgbClr val="5E5E5E"/>
                </a:solidFill>
              </a:ln>
            </p:spPr>
            <p:style>
              <a:lnRef idx="0">
                <a:scrgbClr r="0" g="0" b="0"/>
              </a:lnRef>
              <a:fillRef idx="0">
                <a:scrgbClr r="0" g="0" b="0"/>
              </a:fillRef>
              <a:effectRef idx="0">
                <a:scrgbClr r="0" g="0" b="0"/>
              </a:effectRef>
              <a:fontRef idx="minor"/>
            </p:style>
          </p:sp>
          <p:sp>
            <p:nvSpPr>
              <p:cNvPr id="1884" name="Line 1269">
                <a:extLst>
                  <a:ext uri="{FF2B5EF4-FFF2-40B4-BE49-F238E27FC236}">
                    <a16:creationId xmlns:a16="http://schemas.microsoft.com/office/drawing/2014/main" id="{3555B685-FF91-4666-9E18-EBA261C52DF5}"/>
                  </a:ext>
                </a:extLst>
              </p:cNvPr>
              <p:cNvSpPr/>
              <p:nvPr/>
            </p:nvSpPr>
            <p:spPr>
              <a:xfrm>
                <a:off x="5951520" y="3164400"/>
                <a:ext cx="61200" cy="55080"/>
              </a:xfrm>
              <a:prstGeom prst="line">
                <a:avLst/>
              </a:prstGeom>
              <a:ln>
                <a:solidFill>
                  <a:srgbClr val="606060"/>
                </a:solidFill>
              </a:ln>
            </p:spPr>
            <p:style>
              <a:lnRef idx="0">
                <a:scrgbClr r="0" g="0" b="0"/>
              </a:lnRef>
              <a:fillRef idx="0">
                <a:scrgbClr r="0" g="0" b="0"/>
              </a:fillRef>
              <a:effectRef idx="0">
                <a:scrgbClr r="0" g="0" b="0"/>
              </a:effectRef>
              <a:fontRef idx="minor"/>
            </p:style>
          </p:sp>
          <p:sp>
            <p:nvSpPr>
              <p:cNvPr id="1885" name="Line 1270">
                <a:extLst>
                  <a:ext uri="{FF2B5EF4-FFF2-40B4-BE49-F238E27FC236}">
                    <a16:creationId xmlns:a16="http://schemas.microsoft.com/office/drawing/2014/main" id="{59D8B7CB-8EC2-4965-88F8-3B3DE12D6A9B}"/>
                  </a:ext>
                </a:extLst>
              </p:cNvPr>
              <p:cNvSpPr/>
              <p:nvPr/>
            </p:nvSpPr>
            <p:spPr>
              <a:xfrm>
                <a:off x="6012720" y="3219480"/>
                <a:ext cx="60840" cy="6840"/>
              </a:xfrm>
              <a:prstGeom prst="line">
                <a:avLst/>
              </a:prstGeom>
              <a:ln>
                <a:solidFill>
                  <a:srgbClr val="5D5D5D"/>
                </a:solidFill>
              </a:ln>
            </p:spPr>
            <p:style>
              <a:lnRef idx="0">
                <a:scrgbClr r="0" g="0" b="0"/>
              </a:lnRef>
              <a:fillRef idx="0">
                <a:scrgbClr r="0" g="0" b="0"/>
              </a:fillRef>
              <a:effectRef idx="0">
                <a:scrgbClr r="0" g="0" b="0"/>
              </a:effectRef>
              <a:fontRef idx="minor"/>
            </p:style>
          </p:sp>
          <p:sp>
            <p:nvSpPr>
              <p:cNvPr id="1886" name="Line 1271">
                <a:extLst>
                  <a:ext uri="{FF2B5EF4-FFF2-40B4-BE49-F238E27FC236}">
                    <a16:creationId xmlns:a16="http://schemas.microsoft.com/office/drawing/2014/main" id="{44514218-EF50-492C-ACAA-F69789E89AF6}"/>
                  </a:ext>
                </a:extLst>
              </p:cNvPr>
              <p:cNvSpPr/>
              <p:nvPr/>
            </p:nvSpPr>
            <p:spPr>
              <a:xfrm>
                <a:off x="5892480" y="3143520"/>
                <a:ext cx="59040" cy="54720"/>
              </a:xfrm>
              <a:prstGeom prst="line">
                <a:avLst/>
              </a:prstGeom>
              <a:ln>
                <a:solidFill>
                  <a:srgbClr val="616161"/>
                </a:solidFill>
              </a:ln>
            </p:spPr>
            <p:style>
              <a:lnRef idx="0">
                <a:scrgbClr r="0" g="0" b="0"/>
              </a:lnRef>
              <a:fillRef idx="0">
                <a:scrgbClr r="0" g="0" b="0"/>
              </a:fillRef>
              <a:effectRef idx="0">
                <a:scrgbClr r="0" g="0" b="0"/>
              </a:effectRef>
              <a:fontRef idx="minor"/>
            </p:style>
          </p:sp>
          <p:sp>
            <p:nvSpPr>
              <p:cNvPr id="1887" name="Line 1272">
                <a:extLst>
                  <a:ext uri="{FF2B5EF4-FFF2-40B4-BE49-F238E27FC236}">
                    <a16:creationId xmlns:a16="http://schemas.microsoft.com/office/drawing/2014/main" id="{DF231901-EAF0-4A30-8DF3-8EA6D0CBD916}"/>
                  </a:ext>
                </a:extLst>
              </p:cNvPr>
              <p:cNvSpPr/>
              <p:nvPr/>
            </p:nvSpPr>
            <p:spPr>
              <a:xfrm>
                <a:off x="5951520" y="3198240"/>
                <a:ext cx="61200" cy="21240"/>
              </a:xfrm>
              <a:prstGeom prst="line">
                <a:avLst/>
              </a:prstGeom>
              <a:ln>
                <a:solidFill>
                  <a:srgbClr val="5D5D5D"/>
                </a:solidFill>
              </a:ln>
            </p:spPr>
            <p:style>
              <a:lnRef idx="0">
                <a:scrgbClr r="0" g="0" b="0"/>
              </a:lnRef>
              <a:fillRef idx="0">
                <a:scrgbClr r="0" g="0" b="0"/>
              </a:fillRef>
              <a:effectRef idx="0">
                <a:scrgbClr r="0" g="0" b="0"/>
              </a:effectRef>
              <a:fontRef idx="minor"/>
            </p:style>
          </p:sp>
          <p:sp>
            <p:nvSpPr>
              <p:cNvPr id="1888" name="Line 1273">
                <a:extLst>
                  <a:ext uri="{FF2B5EF4-FFF2-40B4-BE49-F238E27FC236}">
                    <a16:creationId xmlns:a16="http://schemas.microsoft.com/office/drawing/2014/main" id="{CD816633-CF77-4B74-83D4-AD63DF2C430D}"/>
                  </a:ext>
                </a:extLst>
              </p:cNvPr>
              <p:cNvSpPr/>
              <p:nvPr/>
            </p:nvSpPr>
            <p:spPr>
              <a:xfrm>
                <a:off x="5832720" y="3110400"/>
                <a:ext cx="59040" cy="55080"/>
              </a:xfrm>
              <a:prstGeom prst="line">
                <a:avLst/>
              </a:prstGeom>
              <a:ln>
                <a:solidFill>
                  <a:srgbClr val="636363"/>
                </a:solidFill>
              </a:ln>
            </p:spPr>
            <p:style>
              <a:lnRef idx="0">
                <a:scrgbClr r="0" g="0" b="0"/>
              </a:lnRef>
              <a:fillRef idx="0">
                <a:scrgbClr r="0" g="0" b="0"/>
              </a:fillRef>
              <a:effectRef idx="0">
                <a:scrgbClr r="0" g="0" b="0"/>
              </a:effectRef>
              <a:fontRef idx="minor"/>
            </p:style>
          </p:sp>
          <p:sp>
            <p:nvSpPr>
              <p:cNvPr id="1889" name="Line 1274">
                <a:extLst>
                  <a:ext uri="{FF2B5EF4-FFF2-40B4-BE49-F238E27FC236}">
                    <a16:creationId xmlns:a16="http://schemas.microsoft.com/office/drawing/2014/main" id="{587ADB25-1228-43D3-B919-185C33CB6F0F}"/>
                  </a:ext>
                </a:extLst>
              </p:cNvPr>
              <p:cNvSpPr/>
              <p:nvPr/>
            </p:nvSpPr>
            <p:spPr>
              <a:xfrm>
                <a:off x="5891760" y="3165480"/>
                <a:ext cx="59760" cy="32760"/>
              </a:xfrm>
              <a:prstGeom prst="line">
                <a:avLst/>
              </a:prstGeom>
              <a:ln>
                <a:solidFill>
                  <a:srgbClr val="5E5E5E"/>
                </a:solidFill>
              </a:ln>
            </p:spPr>
            <p:style>
              <a:lnRef idx="0">
                <a:scrgbClr r="0" g="0" b="0"/>
              </a:lnRef>
              <a:fillRef idx="0">
                <a:scrgbClr r="0" g="0" b="0"/>
              </a:fillRef>
              <a:effectRef idx="0">
                <a:scrgbClr r="0" g="0" b="0"/>
              </a:effectRef>
              <a:fontRef idx="minor"/>
            </p:style>
          </p:sp>
          <p:sp>
            <p:nvSpPr>
              <p:cNvPr id="1890" name="Line 1275">
                <a:extLst>
                  <a:ext uri="{FF2B5EF4-FFF2-40B4-BE49-F238E27FC236}">
                    <a16:creationId xmlns:a16="http://schemas.microsoft.com/office/drawing/2014/main" id="{A1BF3FE2-4637-4F2F-8AE9-378855141FD2}"/>
                  </a:ext>
                </a:extLst>
              </p:cNvPr>
              <p:cNvSpPr/>
              <p:nvPr/>
            </p:nvSpPr>
            <p:spPr>
              <a:xfrm>
                <a:off x="5771520" y="3064320"/>
                <a:ext cx="61200" cy="55080"/>
              </a:xfrm>
              <a:prstGeom prst="line">
                <a:avLst/>
              </a:prstGeom>
              <a:ln>
                <a:solidFill>
                  <a:srgbClr val="666666"/>
                </a:solidFill>
              </a:ln>
            </p:spPr>
            <p:style>
              <a:lnRef idx="0">
                <a:scrgbClr r="0" g="0" b="0"/>
              </a:lnRef>
              <a:fillRef idx="0">
                <a:scrgbClr r="0" g="0" b="0"/>
              </a:fillRef>
              <a:effectRef idx="0">
                <a:scrgbClr r="0" g="0" b="0"/>
              </a:effectRef>
              <a:fontRef idx="minor"/>
            </p:style>
          </p:sp>
          <p:sp>
            <p:nvSpPr>
              <p:cNvPr id="1891" name="Line 1276">
                <a:extLst>
                  <a:ext uri="{FF2B5EF4-FFF2-40B4-BE49-F238E27FC236}">
                    <a16:creationId xmlns:a16="http://schemas.microsoft.com/office/drawing/2014/main" id="{86386D70-4D12-4D99-8505-244205BDC640}"/>
                  </a:ext>
                </a:extLst>
              </p:cNvPr>
              <p:cNvSpPr/>
              <p:nvPr/>
            </p:nvSpPr>
            <p:spPr>
              <a:xfrm>
                <a:off x="5832720" y="3119400"/>
                <a:ext cx="59040" cy="46080"/>
              </a:xfrm>
              <a:prstGeom prst="line">
                <a:avLst/>
              </a:prstGeom>
              <a:ln>
                <a:solidFill>
                  <a:srgbClr val="616161"/>
                </a:solidFill>
              </a:ln>
            </p:spPr>
            <p:style>
              <a:lnRef idx="0">
                <a:scrgbClr r="0" g="0" b="0"/>
              </a:lnRef>
              <a:fillRef idx="0">
                <a:scrgbClr r="0" g="0" b="0"/>
              </a:fillRef>
              <a:effectRef idx="0">
                <a:scrgbClr r="0" g="0" b="0"/>
              </a:effectRef>
              <a:fontRef idx="minor"/>
            </p:style>
          </p:sp>
          <p:sp>
            <p:nvSpPr>
              <p:cNvPr id="1892" name="Line 1277">
                <a:extLst>
                  <a:ext uri="{FF2B5EF4-FFF2-40B4-BE49-F238E27FC236}">
                    <a16:creationId xmlns:a16="http://schemas.microsoft.com/office/drawing/2014/main" id="{C5C84A32-0967-42EB-B688-EA5F9832C7DE}"/>
                  </a:ext>
                </a:extLst>
              </p:cNvPr>
              <p:cNvSpPr/>
              <p:nvPr/>
            </p:nvSpPr>
            <p:spPr>
              <a:xfrm>
                <a:off x="5710320" y="3007080"/>
                <a:ext cx="61200" cy="53280"/>
              </a:xfrm>
              <a:prstGeom prst="line">
                <a:avLst/>
              </a:prstGeom>
              <a:ln>
                <a:solidFill>
                  <a:srgbClr val="6A6A6A"/>
                </a:solidFill>
              </a:ln>
            </p:spPr>
            <p:style>
              <a:lnRef idx="0">
                <a:scrgbClr r="0" g="0" b="0"/>
              </a:lnRef>
              <a:fillRef idx="0">
                <a:scrgbClr r="0" g="0" b="0"/>
              </a:fillRef>
              <a:effectRef idx="0">
                <a:scrgbClr r="0" g="0" b="0"/>
              </a:effectRef>
              <a:fontRef idx="minor"/>
            </p:style>
          </p:sp>
          <p:sp>
            <p:nvSpPr>
              <p:cNvPr id="1893" name="Line 1278">
                <a:extLst>
                  <a:ext uri="{FF2B5EF4-FFF2-40B4-BE49-F238E27FC236}">
                    <a16:creationId xmlns:a16="http://schemas.microsoft.com/office/drawing/2014/main" id="{FF65C413-5060-4BA2-AA3D-7C5C922E2178}"/>
                  </a:ext>
                </a:extLst>
              </p:cNvPr>
              <p:cNvSpPr/>
              <p:nvPr/>
            </p:nvSpPr>
            <p:spPr>
              <a:xfrm>
                <a:off x="5771520" y="3060360"/>
                <a:ext cx="61200" cy="59040"/>
              </a:xfrm>
              <a:prstGeom prst="line">
                <a:avLst/>
              </a:prstGeom>
              <a:ln>
                <a:solidFill>
                  <a:srgbClr val="646464"/>
                </a:solidFill>
              </a:ln>
            </p:spPr>
            <p:style>
              <a:lnRef idx="0">
                <a:scrgbClr r="0" g="0" b="0"/>
              </a:lnRef>
              <a:fillRef idx="0">
                <a:scrgbClr r="0" g="0" b="0"/>
              </a:fillRef>
              <a:effectRef idx="0">
                <a:scrgbClr r="0" g="0" b="0"/>
              </a:effectRef>
              <a:fontRef idx="minor"/>
            </p:style>
          </p:sp>
          <p:sp>
            <p:nvSpPr>
              <p:cNvPr id="1894" name="Line 1279">
                <a:extLst>
                  <a:ext uri="{FF2B5EF4-FFF2-40B4-BE49-F238E27FC236}">
                    <a16:creationId xmlns:a16="http://schemas.microsoft.com/office/drawing/2014/main" id="{B884A9F4-5FAA-4134-B9D8-2496FA01D0D3}"/>
                  </a:ext>
                </a:extLst>
              </p:cNvPr>
              <p:cNvSpPr/>
              <p:nvPr/>
            </p:nvSpPr>
            <p:spPr>
              <a:xfrm>
                <a:off x="5650560" y="2935080"/>
                <a:ext cx="59760" cy="55080"/>
              </a:xfrm>
              <a:prstGeom prst="line">
                <a:avLst/>
              </a:prstGeom>
              <a:ln>
                <a:solidFill>
                  <a:srgbClr val="6F6F6F"/>
                </a:solidFill>
              </a:ln>
            </p:spPr>
            <p:style>
              <a:lnRef idx="0">
                <a:scrgbClr r="0" g="0" b="0"/>
              </a:lnRef>
              <a:fillRef idx="0">
                <a:scrgbClr r="0" g="0" b="0"/>
              </a:fillRef>
              <a:effectRef idx="0">
                <a:scrgbClr r="0" g="0" b="0"/>
              </a:effectRef>
              <a:fontRef idx="minor"/>
            </p:style>
          </p:sp>
          <p:sp>
            <p:nvSpPr>
              <p:cNvPr id="1895" name="Line 1280">
                <a:extLst>
                  <a:ext uri="{FF2B5EF4-FFF2-40B4-BE49-F238E27FC236}">
                    <a16:creationId xmlns:a16="http://schemas.microsoft.com/office/drawing/2014/main" id="{F555BCF1-8B15-440C-B4D5-5AE67CC8119B}"/>
                  </a:ext>
                </a:extLst>
              </p:cNvPr>
              <p:cNvSpPr/>
              <p:nvPr/>
            </p:nvSpPr>
            <p:spPr>
              <a:xfrm>
                <a:off x="5710320" y="2990160"/>
                <a:ext cx="61200" cy="70200"/>
              </a:xfrm>
              <a:prstGeom prst="line">
                <a:avLst/>
              </a:prstGeom>
              <a:ln>
                <a:solidFill>
                  <a:srgbClr val="696969"/>
                </a:solidFill>
              </a:ln>
            </p:spPr>
            <p:style>
              <a:lnRef idx="0">
                <a:scrgbClr r="0" g="0" b="0"/>
              </a:lnRef>
              <a:fillRef idx="0">
                <a:scrgbClr r="0" g="0" b="0"/>
              </a:fillRef>
              <a:effectRef idx="0">
                <a:scrgbClr r="0" g="0" b="0"/>
              </a:effectRef>
              <a:fontRef idx="minor"/>
            </p:style>
          </p:sp>
          <p:sp>
            <p:nvSpPr>
              <p:cNvPr id="1896" name="Line 1281">
                <a:extLst>
                  <a:ext uri="{FF2B5EF4-FFF2-40B4-BE49-F238E27FC236}">
                    <a16:creationId xmlns:a16="http://schemas.microsoft.com/office/drawing/2014/main" id="{19A51A74-08D5-42D5-B87D-9513A80C67FD}"/>
                  </a:ext>
                </a:extLst>
              </p:cNvPr>
              <p:cNvSpPr/>
              <p:nvPr/>
            </p:nvSpPr>
            <p:spPr>
              <a:xfrm>
                <a:off x="5589360" y="2853000"/>
                <a:ext cx="61200" cy="54000"/>
              </a:xfrm>
              <a:prstGeom prst="line">
                <a:avLst/>
              </a:prstGeom>
              <a:ln>
                <a:solidFill>
                  <a:srgbClr val="767676"/>
                </a:solidFill>
              </a:ln>
            </p:spPr>
            <p:style>
              <a:lnRef idx="0">
                <a:scrgbClr r="0" g="0" b="0"/>
              </a:lnRef>
              <a:fillRef idx="0">
                <a:scrgbClr r="0" g="0" b="0"/>
              </a:fillRef>
              <a:effectRef idx="0">
                <a:scrgbClr r="0" g="0" b="0"/>
              </a:effectRef>
              <a:fontRef idx="minor"/>
            </p:style>
          </p:sp>
          <p:sp>
            <p:nvSpPr>
              <p:cNvPr id="1897" name="Line 1282">
                <a:extLst>
                  <a:ext uri="{FF2B5EF4-FFF2-40B4-BE49-F238E27FC236}">
                    <a16:creationId xmlns:a16="http://schemas.microsoft.com/office/drawing/2014/main" id="{5D74CFCD-842E-45CE-89FC-0F171C31E063}"/>
                  </a:ext>
                </a:extLst>
              </p:cNvPr>
              <p:cNvSpPr/>
              <p:nvPr/>
            </p:nvSpPr>
            <p:spPr>
              <a:xfrm>
                <a:off x="5650560" y="2907000"/>
                <a:ext cx="59760" cy="83160"/>
              </a:xfrm>
              <a:prstGeom prst="line">
                <a:avLst/>
              </a:prstGeom>
              <a:ln>
                <a:solidFill>
                  <a:srgbClr val="6F6F6F"/>
                </a:solidFill>
              </a:ln>
            </p:spPr>
            <p:style>
              <a:lnRef idx="0">
                <a:scrgbClr r="0" g="0" b="0"/>
              </a:lnRef>
              <a:fillRef idx="0">
                <a:scrgbClr r="0" g="0" b="0"/>
              </a:fillRef>
              <a:effectRef idx="0">
                <a:scrgbClr r="0" g="0" b="0"/>
              </a:effectRef>
              <a:fontRef idx="minor"/>
            </p:style>
          </p:sp>
          <p:sp>
            <p:nvSpPr>
              <p:cNvPr id="1898" name="Line 1283">
                <a:extLst>
                  <a:ext uri="{FF2B5EF4-FFF2-40B4-BE49-F238E27FC236}">
                    <a16:creationId xmlns:a16="http://schemas.microsoft.com/office/drawing/2014/main" id="{906F337E-5EA7-417F-AD5E-E006B2EBD766}"/>
                  </a:ext>
                </a:extLst>
              </p:cNvPr>
              <p:cNvSpPr/>
              <p:nvPr/>
            </p:nvSpPr>
            <p:spPr>
              <a:xfrm>
                <a:off x="5530320" y="2756880"/>
                <a:ext cx="59040" cy="55080"/>
              </a:xfrm>
              <a:prstGeom prst="line">
                <a:avLst/>
              </a:prstGeom>
              <a:ln>
                <a:solidFill>
                  <a:srgbClr val="7E7E7E"/>
                </a:solidFill>
              </a:ln>
            </p:spPr>
            <p:style>
              <a:lnRef idx="0">
                <a:scrgbClr r="0" g="0" b="0"/>
              </a:lnRef>
              <a:fillRef idx="0">
                <a:scrgbClr r="0" g="0" b="0"/>
              </a:fillRef>
              <a:effectRef idx="0">
                <a:scrgbClr r="0" g="0" b="0"/>
              </a:effectRef>
              <a:fontRef idx="minor"/>
            </p:style>
          </p:sp>
          <p:sp>
            <p:nvSpPr>
              <p:cNvPr id="1899" name="Line 1284">
                <a:extLst>
                  <a:ext uri="{FF2B5EF4-FFF2-40B4-BE49-F238E27FC236}">
                    <a16:creationId xmlns:a16="http://schemas.microsoft.com/office/drawing/2014/main" id="{19287245-6FEF-499E-A2D7-07D9FAEE1590}"/>
                  </a:ext>
                </a:extLst>
              </p:cNvPr>
              <p:cNvSpPr/>
              <p:nvPr/>
            </p:nvSpPr>
            <p:spPr>
              <a:xfrm>
                <a:off x="5589360" y="2811960"/>
                <a:ext cx="61200" cy="95040"/>
              </a:xfrm>
              <a:prstGeom prst="line">
                <a:avLst/>
              </a:prstGeom>
              <a:ln>
                <a:solidFill>
                  <a:srgbClr val="777777"/>
                </a:solidFill>
              </a:ln>
            </p:spPr>
            <p:style>
              <a:lnRef idx="0">
                <a:scrgbClr r="0" g="0" b="0"/>
              </a:lnRef>
              <a:fillRef idx="0">
                <a:scrgbClr r="0" g="0" b="0"/>
              </a:fillRef>
              <a:effectRef idx="0">
                <a:scrgbClr r="0" g="0" b="0"/>
              </a:effectRef>
              <a:fontRef idx="minor"/>
            </p:style>
          </p:sp>
          <p:sp>
            <p:nvSpPr>
              <p:cNvPr id="1900" name="Line 1285">
                <a:extLst>
                  <a:ext uri="{FF2B5EF4-FFF2-40B4-BE49-F238E27FC236}">
                    <a16:creationId xmlns:a16="http://schemas.microsoft.com/office/drawing/2014/main" id="{D9E45E81-D3FD-4B1B-A566-B6B5988D58E7}"/>
                  </a:ext>
                </a:extLst>
              </p:cNvPr>
              <p:cNvSpPr/>
              <p:nvPr/>
            </p:nvSpPr>
            <p:spPr>
              <a:xfrm>
                <a:off x="5469120" y="2647800"/>
                <a:ext cx="59040" cy="55080"/>
              </a:xfrm>
              <a:prstGeom prst="line">
                <a:avLst/>
              </a:prstGeom>
              <a:ln>
                <a:solidFill>
                  <a:srgbClr val="878787"/>
                </a:solidFill>
              </a:ln>
            </p:spPr>
            <p:style>
              <a:lnRef idx="0">
                <a:scrgbClr r="0" g="0" b="0"/>
              </a:lnRef>
              <a:fillRef idx="0">
                <a:scrgbClr r="0" g="0" b="0"/>
              </a:fillRef>
              <a:effectRef idx="0">
                <a:scrgbClr r="0" g="0" b="0"/>
              </a:effectRef>
              <a:fontRef idx="minor"/>
            </p:style>
          </p:sp>
          <p:sp>
            <p:nvSpPr>
              <p:cNvPr id="1901" name="Line 1286">
                <a:extLst>
                  <a:ext uri="{FF2B5EF4-FFF2-40B4-BE49-F238E27FC236}">
                    <a16:creationId xmlns:a16="http://schemas.microsoft.com/office/drawing/2014/main" id="{13636E8C-9417-455A-ACC8-C8001539FBD6}"/>
                  </a:ext>
                </a:extLst>
              </p:cNvPr>
              <p:cNvSpPr/>
              <p:nvPr/>
            </p:nvSpPr>
            <p:spPr>
              <a:xfrm>
                <a:off x="5528160" y="2702880"/>
                <a:ext cx="61200" cy="109080"/>
              </a:xfrm>
              <a:prstGeom prst="line">
                <a:avLst/>
              </a:prstGeom>
              <a:ln>
                <a:solidFill>
                  <a:srgbClr val="7F7F7F"/>
                </a:solidFill>
              </a:ln>
            </p:spPr>
            <p:style>
              <a:lnRef idx="0">
                <a:scrgbClr r="0" g="0" b="0"/>
              </a:lnRef>
              <a:fillRef idx="0">
                <a:scrgbClr r="0" g="0" b="0"/>
              </a:fillRef>
              <a:effectRef idx="0">
                <a:scrgbClr r="0" g="0" b="0"/>
              </a:effectRef>
              <a:fontRef idx="minor"/>
            </p:style>
          </p:sp>
          <p:sp>
            <p:nvSpPr>
              <p:cNvPr id="1902" name="Line 1287">
                <a:extLst>
                  <a:ext uri="{FF2B5EF4-FFF2-40B4-BE49-F238E27FC236}">
                    <a16:creationId xmlns:a16="http://schemas.microsoft.com/office/drawing/2014/main" id="{DDD8DC5D-21DF-4137-A0AE-0696565765A7}"/>
                  </a:ext>
                </a:extLst>
              </p:cNvPr>
              <p:cNvSpPr/>
              <p:nvPr/>
            </p:nvSpPr>
            <p:spPr>
              <a:xfrm>
                <a:off x="5409360" y="2526840"/>
                <a:ext cx="59760" cy="55080"/>
              </a:xfrm>
              <a:prstGeom prst="line">
                <a:avLst/>
              </a:prstGeom>
              <a:ln>
                <a:solidFill>
                  <a:srgbClr val="919191"/>
                </a:solidFill>
              </a:ln>
            </p:spPr>
            <p:style>
              <a:lnRef idx="0">
                <a:scrgbClr r="0" g="0" b="0"/>
              </a:lnRef>
              <a:fillRef idx="0">
                <a:scrgbClr r="0" g="0" b="0"/>
              </a:fillRef>
              <a:effectRef idx="0">
                <a:scrgbClr r="0" g="0" b="0"/>
              </a:effectRef>
              <a:fontRef idx="minor"/>
            </p:style>
          </p:sp>
          <p:sp>
            <p:nvSpPr>
              <p:cNvPr id="1903" name="Line 1288">
                <a:extLst>
                  <a:ext uri="{FF2B5EF4-FFF2-40B4-BE49-F238E27FC236}">
                    <a16:creationId xmlns:a16="http://schemas.microsoft.com/office/drawing/2014/main" id="{D4185239-C9DF-4918-B224-DB64B4A41F36}"/>
                  </a:ext>
                </a:extLst>
              </p:cNvPr>
              <p:cNvSpPr/>
              <p:nvPr/>
            </p:nvSpPr>
            <p:spPr>
              <a:xfrm>
                <a:off x="5469120" y="2581920"/>
                <a:ext cx="59040" cy="120960"/>
              </a:xfrm>
              <a:prstGeom prst="line">
                <a:avLst/>
              </a:prstGeom>
              <a:ln>
                <a:solidFill>
                  <a:srgbClr val="898989"/>
                </a:solidFill>
              </a:ln>
            </p:spPr>
            <p:style>
              <a:lnRef idx="0">
                <a:scrgbClr r="0" g="0" b="0"/>
              </a:lnRef>
              <a:fillRef idx="0">
                <a:scrgbClr r="0" g="0" b="0"/>
              </a:fillRef>
              <a:effectRef idx="0">
                <a:scrgbClr r="0" g="0" b="0"/>
              </a:effectRef>
              <a:fontRef idx="minor"/>
            </p:style>
          </p:sp>
          <p:sp>
            <p:nvSpPr>
              <p:cNvPr id="1904" name="Line 1289">
                <a:extLst>
                  <a:ext uri="{FF2B5EF4-FFF2-40B4-BE49-F238E27FC236}">
                    <a16:creationId xmlns:a16="http://schemas.microsoft.com/office/drawing/2014/main" id="{D454AA52-20BB-4874-811C-15686BBE489E}"/>
                  </a:ext>
                </a:extLst>
              </p:cNvPr>
              <p:cNvSpPr/>
              <p:nvPr/>
            </p:nvSpPr>
            <p:spPr>
              <a:xfrm>
                <a:off x="5348160" y="2394720"/>
                <a:ext cx="61200" cy="54000"/>
              </a:xfrm>
              <a:prstGeom prst="line">
                <a:avLst/>
              </a:prstGeom>
              <a:ln>
                <a:solidFill>
                  <a:srgbClr val="9C9C9C"/>
                </a:solidFill>
              </a:ln>
            </p:spPr>
            <p:style>
              <a:lnRef idx="0">
                <a:scrgbClr r="0" g="0" b="0"/>
              </a:lnRef>
              <a:fillRef idx="0">
                <a:scrgbClr r="0" g="0" b="0"/>
              </a:fillRef>
              <a:effectRef idx="0">
                <a:scrgbClr r="0" g="0" b="0"/>
              </a:effectRef>
              <a:fontRef idx="minor"/>
            </p:style>
          </p:sp>
          <p:sp>
            <p:nvSpPr>
              <p:cNvPr id="1905" name="Line 1290">
                <a:extLst>
                  <a:ext uri="{FF2B5EF4-FFF2-40B4-BE49-F238E27FC236}">
                    <a16:creationId xmlns:a16="http://schemas.microsoft.com/office/drawing/2014/main" id="{B5DF762F-0540-4C18-B212-6863AADD58A1}"/>
                  </a:ext>
                </a:extLst>
              </p:cNvPr>
              <p:cNvSpPr/>
              <p:nvPr/>
            </p:nvSpPr>
            <p:spPr>
              <a:xfrm>
                <a:off x="5409360" y="2448720"/>
                <a:ext cx="59760" cy="133200"/>
              </a:xfrm>
              <a:prstGeom prst="line">
                <a:avLst/>
              </a:prstGeom>
              <a:ln>
                <a:solidFill>
                  <a:srgbClr val="939393"/>
                </a:solidFill>
              </a:ln>
            </p:spPr>
            <p:style>
              <a:lnRef idx="0">
                <a:scrgbClr r="0" g="0" b="0"/>
              </a:lnRef>
              <a:fillRef idx="0">
                <a:scrgbClr r="0" g="0" b="0"/>
              </a:fillRef>
              <a:effectRef idx="0">
                <a:scrgbClr r="0" g="0" b="0"/>
              </a:effectRef>
              <a:fontRef idx="minor"/>
            </p:style>
          </p:sp>
          <p:sp>
            <p:nvSpPr>
              <p:cNvPr id="1906" name="Line 1291">
                <a:extLst>
                  <a:ext uri="{FF2B5EF4-FFF2-40B4-BE49-F238E27FC236}">
                    <a16:creationId xmlns:a16="http://schemas.microsoft.com/office/drawing/2014/main" id="{2296E4E9-20B6-4C36-80CC-516B15D59686}"/>
                  </a:ext>
                </a:extLst>
              </p:cNvPr>
              <p:cNvSpPr/>
              <p:nvPr/>
            </p:nvSpPr>
            <p:spPr>
              <a:xfrm>
                <a:off x="5287320" y="2247480"/>
                <a:ext cx="60840" cy="55080"/>
              </a:xfrm>
              <a:prstGeom prst="line">
                <a:avLst/>
              </a:prstGeom>
              <a:ln>
                <a:solidFill>
                  <a:srgbClr val="A9A9A9"/>
                </a:solidFill>
              </a:ln>
            </p:spPr>
            <p:style>
              <a:lnRef idx="0">
                <a:scrgbClr r="0" g="0" b="0"/>
              </a:lnRef>
              <a:fillRef idx="0">
                <a:scrgbClr r="0" g="0" b="0"/>
              </a:fillRef>
              <a:effectRef idx="0">
                <a:scrgbClr r="0" g="0" b="0"/>
              </a:effectRef>
              <a:fontRef idx="minor"/>
            </p:style>
          </p:sp>
          <p:sp>
            <p:nvSpPr>
              <p:cNvPr id="1907" name="Line 1292">
                <a:extLst>
                  <a:ext uri="{FF2B5EF4-FFF2-40B4-BE49-F238E27FC236}">
                    <a16:creationId xmlns:a16="http://schemas.microsoft.com/office/drawing/2014/main" id="{7E126A64-CFFB-4CB2-8418-40D741021217}"/>
                  </a:ext>
                </a:extLst>
              </p:cNvPr>
              <p:cNvSpPr/>
              <p:nvPr/>
            </p:nvSpPr>
            <p:spPr>
              <a:xfrm>
                <a:off x="5348160" y="2302560"/>
                <a:ext cx="61200" cy="146160"/>
              </a:xfrm>
              <a:prstGeom prst="line">
                <a:avLst/>
              </a:prstGeom>
              <a:ln>
                <a:solidFill>
                  <a:srgbClr val="9F9F9F"/>
                </a:solidFill>
              </a:ln>
            </p:spPr>
            <p:style>
              <a:lnRef idx="0">
                <a:scrgbClr r="0" g="0" b="0"/>
              </a:lnRef>
              <a:fillRef idx="0">
                <a:scrgbClr r="0" g="0" b="0"/>
              </a:fillRef>
              <a:effectRef idx="0">
                <a:scrgbClr r="0" g="0" b="0"/>
              </a:effectRef>
              <a:fontRef idx="minor"/>
            </p:style>
          </p:sp>
          <p:sp>
            <p:nvSpPr>
              <p:cNvPr id="1908" name="Line 1293">
                <a:extLst>
                  <a:ext uri="{FF2B5EF4-FFF2-40B4-BE49-F238E27FC236}">
                    <a16:creationId xmlns:a16="http://schemas.microsoft.com/office/drawing/2014/main" id="{390F354A-A8B2-4610-ACA0-05D6A0CE433E}"/>
                  </a:ext>
                </a:extLst>
              </p:cNvPr>
              <p:cNvSpPr/>
              <p:nvPr/>
            </p:nvSpPr>
            <p:spPr>
              <a:xfrm>
                <a:off x="5227200" y="2089440"/>
                <a:ext cx="60120" cy="55080"/>
              </a:xfrm>
              <a:prstGeom prst="line">
                <a:avLst/>
              </a:prstGeom>
              <a:ln>
                <a:solidFill>
                  <a:srgbClr val="B7B7B7"/>
                </a:solidFill>
              </a:ln>
            </p:spPr>
            <p:style>
              <a:lnRef idx="0">
                <a:scrgbClr r="0" g="0" b="0"/>
              </a:lnRef>
              <a:fillRef idx="0">
                <a:scrgbClr r="0" g="0" b="0"/>
              </a:fillRef>
              <a:effectRef idx="0">
                <a:scrgbClr r="0" g="0" b="0"/>
              </a:effectRef>
              <a:fontRef idx="minor"/>
            </p:style>
          </p:sp>
          <p:sp>
            <p:nvSpPr>
              <p:cNvPr id="1909" name="Line 1294">
                <a:extLst>
                  <a:ext uri="{FF2B5EF4-FFF2-40B4-BE49-F238E27FC236}">
                    <a16:creationId xmlns:a16="http://schemas.microsoft.com/office/drawing/2014/main" id="{72D5B4E7-06E7-4FF3-B550-5AC8B515D392}"/>
                  </a:ext>
                </a:extLst>
              </p:cNvPr>
              <p:cNvSpPr/>
              <p:nvPr/>
            </p:nvSpPr>
            <p:spPr>
              <a:xfrm>
                <a:off x="5287320" y="2144520"/>
                <a:ext cx="60840" cy="158040"/>
              </a:xfrm>
              <a:prstGeom prst="line">
                <a:avLst/>
              </a:prstGeom>
              <a:ln>
                <a:solidFill>
                  <a:srgbClr val="ADADAD"/>
                </a:solidFill>
              </a:ln>
            </p:spPr>
            <p:style>
              <a:lnRef idx="0">
                <a:scrgbClr r="0" g="0" b="0"/>
              </a:lnRef>
              <a:fillRef idx="0">
                <a:scrgbClr r="0" g="0" b="0"/>
              </a:fillRef>
              <a:effectRef idx="0">
                <a:scrgbClr r="0" g="0" b="0"/>
              </a:effectRef>
              <a:fontRef idx="minor"/>
            </p:style>
          </p:sp>
          <p:sp>
            <p:nvSpPr>
              <p:cNvPr id="1910" name="Line 1295">
                <a:extLst>
                  <a:ext uri="{FF2B5EF4-FFF2-40B4-BE49-F238E27FC236}">
                    <a16:creationId xmlns:a16="http://schemas.microsoft.com/office/drawing/2014/main" id="{8BA1E5AA-E039-4364-9916-55A7D0E9FC0A}"/>
                  </a:ext>
                </a:extLst>
              </p:cNvPr>
              <p:cNvSpPr/>
              <p:nvPr/>
            </p:nvSpPr>
            <p:spPr>
              <a:xfrm>
                <a:off x="6677280" y="2617920"/>
                <a:ext cx="59760" cy="42120"/>
              </a:xfrm>
              <a:prstGeom prst="line">
                <a:avLst/>
              </a:prstGeom>
              <a:ln>
                <a:solidFill>
                  <a:srgbClr val="A3A3A3"/>
                </a:solidFill>
              </a:ln>
            </p:spPr>
            <p:style>
              <a:lnRef idx="0">
                <a:scrgbClr r="0" g="0" b="0"/>
              </a:lnRef>
              <a:fillRef idx="0">
                <a:scrgbClr r="0" g="0" b="0"/>
              </a:fillRef>
              <a:effectRef idx="0">
                <a:scrgbClr r="0" g="0" b="0"/>
              </a:effectRef>
              <a:fontRef idx="minor"/>
            </p:style>
          </p:sp>
          <p:sp>
            <p:nvSpPr>
              <p:cNvPr id="1911" name="Line 1296">
                <a:extLst>
                  <a:ext uri="{FF2B5EF4-FFF2-40B4-BE49-F238E27FC236}">
                    <a16:creationId xmlns:a16="http://schemas.microsoft.com/office/drawing/2014/main" id="{49F9328F-3691-4AD8-BA02-69266152AC90}"/>
                  </a:ext>
                </a:extLst>
              </p:cNvPr>
              <p:cNvSpPr/>
              <p:nvPr/>
            </p:nvSpPr>
            <p:spPr>
              <a:xfrm flipH="1" flipV="1">
                <a:off x="6737040" y="2487600"/>
                <a:ext cx="61200" cy="42120"/>
              </a:xfrm>
              <a:prstGeom prst="line">
                <a:avLst/>
              </a:prstGeom>
              <a:ln>
                <a:solidFill>
                  <a:srgbClr val="B1B1B1"/>
                </a:solidFill>
              </a:ln>
            </p:spPr>
            <p:style>
              <a:lnRef idx="0">
                <a:scrgbClr r="0" g="0" b="0"/>
              </a:lnRef>
              <a:fillRef idx="0">
                <a:scrgbClr r="0" g="0" b="0"/>
              </a:fillRef>
              <a:effectRef idx="0">
                <a:scrgbClr r="0" g="0" b="0"/>
              </a:effectRef>
              <a:fontRef idx="minor"/>
            </p:style>
          </p:sp>
          <p:sp>
            <p:nvSpPr>
              <p:cNvPr id="1912" name="Line 1297">
                <a:extLst>
                  <a:ext uri="{FF2B5EF4-FFF2-40B4-BE49-F238E27FC236}">
                    <a16:creationId xmlns:a16="http://schemas.microsoft.com/office/drawing/2014/main" id="{3A04A1E9-38CB-4874-B827-9CEE4ADE45DB}"/>
                  </a:ext>
                </a:extLst>
              </p:cNvPr>
              <p:cNvSpPr/>
              <p:nvPr/>
            </p:nvSpPr>
            <p:spPr>
              <a:xfrm flipV="1">
                <a:off x="6737040" y="2529720"/>
                <a:ext cx="61200" cy="130320"/>
              </a:xfrm>
              <a:prstGeom prst="line">
                <a:avLst/>
              </a:prstGeom>
              <a:ln>
                <a:solidFill>
                  <a:srgbClr val="A7A7A7"/>
                </a:solidFill>
              </a:ln>
            </p:spPr>
            <p:style>
              <a:lnRef idx="0">
                <a:scrgbClr r="0" g="0" b="0"/>
              </a:lnRef>
              <a:fillRef idx="0">
                <a:scrgbClr r="0" g="0" b="0"/>
              </a:fillRef>
              <a:effectRef idx="0">
                <a:scrgbClr r="0" g="0" b="0"/>
              </a:effectRef>
              <a:fontRef idx="minor"/>
            </p:style>
          </p:sp>
          <p:sp>
            <p:nvSpPr>
              <p:cNvPr id="1913" name="Line 1298">
                <a:extLst>
                  <a:ext uri="{FF2B5EF4-FFF2-40B4-BE49-F238E27FC236}">
                    <a16:creationId xmlns:a16="http://schemas.microsoft.com/office/drawing/2014/main" id="{E48A67DB-BD53-4B15-8A1D-43FDE0737FFD}"/>
                  </a:ext>
                </a:extLst>
              </p:cNvPr>
              <p:cNvSpPr/>
              <p:nvPr/>
            </p:nvSpPr>
            <p:spPr>
              <a:xfrm>
                <a:off x="6618240" y="2734920"/>
                <a:ext cx="59040" cy="42120"/>
              </a:xfrm>
              <a:prstGeom prst="line">
                <a:avLst/>
              </a:prstGeom>
              <a:ln>
                <a:solidFill>
                  <a:srgbClr val="969696"/>
                </a:solidFill>
              </a:ln>
            </p:spPr>
            <p:style>
              <a:lnRef idx="0">
                <a:scrgbClr r="0" g="0" b="0"/>
              </a:lnRef>
              <a:fillRef idx="0">
                <a:scrgbClr r="0" g="0" b="0"/>
              </a:fillRef>
              <a:effectRef idx="0">
                <a:scrgbClr r="0" g="0" b="0"/>
              </a:effectRef>
              <a:fontRef idx="minor"/>
            </p:style>
          </p:sp>
          <p:sp>
            <p:nvSpPr>
              <p:cNvPr id="1914" name="Line 1299">
                <a:extLst>
                  <a:ext uri="{FF2B5EF4-FFF2-40B4-BE49-F238E27FC236}">
                    <a16:creationId xmlns:a16="http://schemas.microsoft.com/office/drawing/2014/main" id="{54B67FC4-38A6-4F99-BC3F-B569F807CEAF}"/>
                  </a:ext>
                </a:extLst>
              </p:cNvPr>
              <p:cNvSpPr/>
              <p:nvPr/>
            </p:nvSpPr>
            <p:spPr>
              <a:xfrm flipV="1">
                <a:off x="6677280" y="2660040"/>
                <a:ext cx="59760" cy="117000"/>
              </a:xfrm>
              <a:prstGeom prst="line">
                <a:avLst/>
              </a:prstGeom>
              <a:ln>
                <a:solidFill>
                  <a:srgbClr val="9A9A9A"/>
                </a:solidFill>
              </a:ln>
            </p:spPr>
            <p:style>
              <a:lnRef idx="0">
                <a:scrgbClr r="0" g="0" b="0"/>
              </a:lnRef>
              <a:fillRef idx="0">
                <a:scrgbClr r="0" g="0" b="0"/>
              </a:fillRef>
              <a:effectRef idx="0">
                <a:scrgbClr r="0" g="0" b="0"/>
              </a:effectRef>
              <a:fontRef idx="minor"/>
            </p:style>
          </p:sp>
          <p:sp>
            <p:nvSpPr>
              <p:cNvPr id="1915" name="Line 1300">
                <a:extLst>
                  <a:ext uri="{FF2B5EF4-FFF2-40B4-BE49-F238E27FC236}">
                    <a16:creationId xmlns:a16="http://schemas.microsoft.com/office/drawing/2014/main" id="{D1F72A38-8170-451A-995B-0A6BCF4E7FF9}"/>
                  </a:ext>
                </a:extLst>
              </p:cNvPr>
              <p:cNvSpPr/>
              <p:nvPr/>
            </p:nvSpPr>
            <p:spPr>
              <a:xfrm>
                <a:off x="6557040" y="2840040"/>
                <a:ext cx="59040" cy="42120"/>
              </a:xfrm>
              <a:prstGeom prst="line">
                <a:avLst/>
              </a:prstGeom>
              <a:ln>
                <a:solidFill>
                  <a:srgbClr val="8B8B8B"/>
                </a:solidFill>
              </a:ln>
            </p:spPr>
            <p:style>
              <a:lnRef idx="0">
                <a:scrgbClr r="0" g="0" b="0"/>
              </a:lnRef>
              <a:fillRef idx="0">
                <a:scrgbClr r="0" g="0" b="0"/>
              </a:fillRef>
              <a:effectRef idx="0">
                <a:scrgbClr r="0" g="0" b="0"/>
              </a:effectRef>
              <a:fontRef idx="minor"/>
            </p:style>
          </p:sp>
          <p:sp>
            <p:nvSpPr>
              <p:cNvPr id="1916" name="Line 1301">
                <a:extLst>
                  <a:ext uri="{FF2B5EF4-FFF2-40B4-BE49-F238E27FC236}">
                    <a16:creationId xmlns:a16="http://schemas.microsoft.com/office/drawing/2014/main" id="{E4A3F21C-8A72-4C37-8939-6F8D4DB80428}"/>
                  </a:ext>
                </a:extLst>
              </p:cNvPr>
              <p:cNvSpPr/>
              <p:nvPr/>
            </p:nvSpPr>
            <p:spPr>
              <a:xfrm flipV="1">
                <a:off x="6616080" y="2777040"/>
                <a:ext cx="61200" cy="105120"/>
              </a:xfrm>
              <a:prstGeom prst="line">
                <a:avLst/>
              </a:prstGeom>
              <a:ln>
                <a:solidFill>
                  <a:srgbClr val="8E8E8E"/>
                </a:solidFill>
              </a:ln>
            </p:spPr>
            <p:style>
              <a:lnRef idx="0">
                <a:scrgbClr r="0" g="0" b="0"/>
              </a:lnRef>
              <a:fillRef idx="0">
                <a:scrgbClr r="0" g="0" b="0"/>
              </a:fillRef>
              <a:effectRef idx="0">
                <a:scrgbClr r="0" g="0" b="0"/>
              </a:effectRef>
              <a:fontRef idx="minor"/>
            </p:style>
          </p:sp>
          <p:sp>
            <p:nvSpPr>
              <p:cNvPr id="1917" name="Line 1302">
                <a:extLst>
                  <a:ext uri="{FF2B5EF4-FFF2-40B4-BE49-F238E27FC236}">
                    <a16:creationId xmlns:a16="http://schemas.microsoft.com/office/drawing/2014/main" id="{E44507C9-C9C5-4124-AA49-158F9B1E1300}"/>
                  </a:ext>
                </a:extLst>
              </p:cNvPr>
              <p:cNvSpPr/>
              <p:nvPr/>
            </p:nvSpPr>
            <p:spPr>
              <a:xfrm>
                <a:off x="6496920" y="2932200"/>
                <a:ext cx="60120" cy="42120"/>
              </a:xfrm>
              <a:prstGeom prst="line">
                <a:avLst/>
              </a:prstGeom>
              <a:ln>
                <a:solidFill>
                  <a:srgbClr val="818181"/>
                </a:solidFill>
              </a:ln>
            </p:spPr>
            <p:style>
              <a:lnRef idx="0">
                <a:scrgbClr r="0" g="0" b="0"/>
              </a:lnRef>
              <a:fillRef idx="0">
                <a:scrgbClr r="0" g="0" b="0"/>
              </a:fillRef>
              <a:effectRef idx="0">
                <a:scrgbClr r="0" g="0" b="0"/>
              </a:effectRef>
              <a:fontRef idx="minor"/>
            </p:style>
          </p:sp>
          <p:sp>
            <p:nvSpPr>
              <p:cNvPr id="1918" name="Line 1303">
                <a:extLst>
                  <a:ext uri="{FF2B5EF4-FFF2-40B4-BE49-F238E27FC236}">
                    <a16:creationId xmlns:a16="http://schemas.microsoft.com/office/drawing/2014/main" id="{202865CD-82FB-48B5-BF84-C5AB37B0B62F}"/>
                  </a:ext>
                </a:extLst>
              </p:cNvPr>
              <p:cNvSpPr/>
              <p:nvPr/>
            </p:nvSpPr>
            <p:spPr>
              <a:xfrm flipV="1">
                <a:off x="6557040" y="2882160"/>
                <a:ext cx="59040" cy="92160"/>
              </a:xfrm>
              <a:prstGeom prst="line">
                <a:avLst/>
              </a:prstGeom>
              <a:ln>
                <a:solidFill>
                  <a:srgbClr val="838383"/>
                </a:solidFill>
              </a:ln>
            </p:spPr>
            <p:style>
              <a:lnRef idx="0">
                <a:scrgbClr r="0" g="0" b="0"/>
              </a:lnRef>
              <a:fillRef idx="0">
                <a:scrgbClr r="0" g="0" b="0"/>
              </a:fillRef>
              <a:effectRef idx="0">
                <a:scrgbClr r="0" g="0" b="0"/>
              </a:effectRef>
              <a:fontRef idx="minor"/>
            </p:style>
          </p:sp>
          <p:sp>
            <p:nvSpPr>
              <p:cNvPr id="1919" name="Line 1304">
                <a:extLst>
                  <a:ext uri="{FF2B5EF4-FFF2-40B4-BE49-F238E27FC236}">
                    <a16:creationId xmlns:a16="http://schemas.microsoft.com/office/drawing/2014/main" id="{75EEAC21-FA50-4BAA-B030-461807965B9F}"/>
                  </a:ext>
                </a:extLst>
              </p:cNvPr>
              <p:cNvSpPr/>
              <p:nvPr/>
            </p:nvSpPr>
            <p:spPr>
              <a:xfrm>
                <a:off x="6436080" y="3012120"/>
                <a:ext cx="60840" cy="42120"/>
              </a:xfrm>
              <a:prstGeom prst="line">
                <a:avLst/>
              </a:prstGeom>
              <a:ln>
                <a:solidFill>
                  <a:srgbClr val="787878"/>
                </a:solidFill>
              </a:ln>
            </p:spPr>
            <p:style>
              <a:lnRef idx="0">
                <a:scrgbClr r="0" g="0" b="0"/>
              </a:lnRef>
              <a:fillRef idx="0">
                <a:scrgbClr r="0" g="0" b="0"/>
              </a:fillRef>
              <a:effectRef idx="0">
                <a:scrgbClr r="0" g="0" b="0"/>
              </a:effectRef>
              <a:fontRef idx="minor"/>
            </p:style>
          </p:sp>
          <p:sp>
            <p:nvSpPr>
              <p:cNvPr id="1920" name="Line 1305">
                <a:extLst>
                  <a:ext uri="{FF2B5EF4-FFF2-40B4-BE49-F238E27FC236}">
                    <a16:creationId xmlns:a16="http://schemas.microsoft.com/office/drawing/2014/main" id="{88E667F9-0744-4D4D-9CA1-60C3307C971F}"/>
                  </a:ext>
                </a:extLst>
              </p:cNvPr>
              <p:cNvSpPr/>
              <p:nvPr/>
            </p:nvSpPr>
            <p:spPr>
              <a:xfrm flipV="1">
                <a:off x="6496920" y="2974320"/>
                <a:ext cx="60120" cy="79920"/>
              </a:xfrm>
              <a:prstGeom prst="line">
                <a:avLst/>
              </a:prstGeom>
              <a:ln>
                <a:solidFill>
                  <a:srgbClr val="7A7A7A"/>
                </a:solidFill>
              </a:ln>
            </p:spPr>
            <p:style>
              <a:lnRef idx="0">
                <a:scrgbClr r="0" g="0" b="0"/>
              </a:lnRef>
              <a:fillRef idx="0">
                <a:scrgbClr r="0" g="0" b="0"/>
              </a:fillRef>
              <a:effectRef idx="0">
                <a:scrgbClr r="0" g="0" b="0"/>
              </a:effectRef>
              <a:fontRef idx="minor"/>
            </p:style>
          </p:sp>
          <p:sp>
            <p:nvSpPr>
              <p:cNvPr id="1921" name="Line 1306">
                <a:extLst>
                  <a:ext uri="{FF2B5EF4-FFF2-40B4-BE49-F238E27FC236}">
                    <a16:creationId xmlns:a16="http://schemas.microsoft.com/office/drawing/2014/main" id="{63946559-CF92-4A0A-B731-FECEFEAC65D8}"/>
                  </a:ext>
                </a:extLst>
              </p:cNvPr>
              <p:cNvSpPr/>
              <p:nvPr/>
            </p:nvSpPr>
            <p:spPr>
              <a:xfrm>
                <a:off x="6374880" y="3078360"/>
                <a:ext cx="61200" cy="42120"/>
              </a:xfrm>
              <a:prstGeom prst="line">
                <a:avLst/>
              </a:prstGeom>
              <a:ln>
                <a:solidFill>
                  <a:srgbClr val="707070"/>
                </a:solidFill>
              </a:ln>
            </p:spPr>
            <p:style>
              <a:lnRef idx="0">
                <a:scrgbClr r="0" g="0" b="0"/>
              </a:lnRef>
              <a:fillRef idx="0">
                <a:scrgbClr r="0" g="0" b="0"/>
              </a:fillRef>
              <a:effectRef idx="0">
                <a:scrgbClr r="0" g="0" b="0"/>
              </a:effectRef>
              <a:fontRef idx="minor"/>
            </p:style>
          </p:sp>
          <p:sp>
            <p:nvSpPr>
              <p:cNvPr id="1922" name="Line 1307">
                <a:extLst>
                  <a:ext uri="{FF2B5EF4-FFF2-40B4-BE49-F238E27FC236}">
                    <a16:creationId xmlns:a16="http://schemas.microsoft.com/office/drawing/2014/main" id="{9E85047E-D4FF-463B-B49A-146D90EF7E05}"/>
                  </a:ext>
                </a:extLst>
              </p:cNvPr>
              <p:cNvSpPr/>
              <p:nvPr/>
            </p:nvSpPr>
            <p:spPr>
              <a:xfrm flipV="1">
                <a:off x="6436080" y="3054240"/>
                <a:ext cx="60840" cy="66240"/>
              </a:xfrm>
              <a:prstGeom prst="line">
                <a:avLst/>
              </a:prstGeom>
              <a:ln>
                <a:solidFill>
                  <a:srgbClr val="717171"/>
                </a:solidFill>
              </a:ln>
            </p:spPr>
            <p:style>
              <a:lnRef idx="0">
                <a:scrgbClr r="0" g="0" b="0"/>
              </a:lnRef>
              <a:fillRef idx="0">
                <a:scrgbClr r="0" g="0" b="0"/>
              </a:fillRef>
              <a:effectRef idx="0">
                <a:scrgbClr r="0" g="0" b="0"/>
              </a:effectRef>
              <a:fontRef idx="minor"/>
            </p:style>
          </p:sp>
          <p:sp>
            <p:nvSpPr>
              <p:cNvPr id="1923" name="Line 1308">
                <a:extLst>
                  <a:ext uri="{FF2B5EF4-FFF2-40B4-BE49-F238E27FC236}">
                    <a16:creationId xmlns:a16="http://schemas.microsoft.com/office/drawing/2014/main" id="{0E8B2A9E-73C4-44E1-8564-82A0152CF6EF}"/>
                  </a:ext>
                </a:extLst>
              </p:cNvPr>
              <p:cNvSpPr/>
              <p:nvPr/>
            </p:nvSpPr>
            <p:spPr>
              <a:xfrm>
                <a:off x="6314760" y="3133440"/>
                <a:ext cx="60120" cy="42120"/>
              </a:xfrm>
              <a:prstGeom prst="line">
                <a:avLst/>
              </a:prstGeom>
              <a:ln>
                <a:solidFill>
                  <a:srgbClr val="696969"/>
                </a:solidFill>
              </a:ln>
            </p:spPr>
            <p:style>
              <a:lnRef idx="0">
                <a:scrgbClr r="0" g="0" b="0"/>
              </a:lnRef>
              <a:fillRef idx="0">
                <a:scrgbClr r="0" g="0" b="0"/>
              </a:fillRef>
              <a:effectRef idx="0">
                <a:scrgbClr r="0" g="0" b="0"/>
              </a:effectRef>
              <a:fontRef idx="minor"/>
            </p:style>
          </p:sp>
          <p:sp>
            <p:nvSpPr>
              <p:cNvPr id="1924" name="Line 1309">
                <a:extLst>
                  <a:ext uri="{FF2B5EF4-FFF2-40B4-BE49-F238E27FC236}">
                    <a16:creationId xmlns:a16="http://schemas.microsoft.com/office/drawing/2014/main" id="{33F536A8-60C4-486F-8254-38B8FF138C20}"/>
                  </a:ext>
                </a:extLst>
              </p:cNvPr>
              <p:cNvSpPr/>
              <p:nvPr/>
            </p:nvSpPr>
            <p:spPr>
              <a:xfrm flipV="1">
                <a:off x="6374880" y="3120480"/>
                <a:ext cx="61200" cy="55080"/>
              </a:xfrm>
              <a:prstGeom prst="line">
                <a:avLst/>
              </a:prstGeom>
              <a:ln>
                <a:solidFill>
                  <a:srgbClr val="6A6A6A"/>
                </a:solidFill>
              </a:ln>
            </p:spPr>
            <p:style>
              <a:lnRef idx="0">
                <a:scrgbClr r="0" g="0" b="0"/>
              </a:lnRef>
              <a:fillRef idx="0">
                <a:scrgbClr r="0" g="0" b="0"/>
              </a:fillRef>
              <a:effectRef idx="0">
                <a:scrgbClr r="0" g="0" b="0"/>
              </a:effectRef>
              <a:fontRef idx="minor"/>
            </p:style>
          </p:sp>
          <p:sp>
            <p:nvSpPr>
              <p:cNvPr id="1925" name="Line 1310">
                <a:extLst>
                  <a:ext uri="{FF2B5EF4-FFF2-40B4-BE49-F238E27FC236}">
                    <a16:creationId xmlns:a16="http://schemas.microsoft.com/office/drawing/2014/main" id="{20A0AD25-9E3C-488B-A8A2-141E4807BA5C}"/>
                  </a:ext>
                </a:extLst>
              </p:cNvPr>
              <p:cNvSpPr/>
              <p:nvPr/>
            </p:nvSpPr>
            <p:spPr>
              <a:xfrm>
                <a:off x="6255720" y="3175560"/>
                <a:ext cx="59040" cy="41760"/>
              </a:xfrm>
              <a:prstGeom prst="line">
                <a:avLst/>
              </a:prstGeom>
              <a:ln>
                <a:solidFill>
                  <a:srgbClr val="646464"/>
                </a:solidFill>
              </a:ln>
            </p:spPr>
            <p:style>
              <a:lnRef idx="0">
                <a:scrgbClr r="0" g="0" b="0"/>
              </a:lnRef>
              <a:fillRef idx="0">
                <a:scrgbClr r="0" g="0" b="0"/>
              </a:fillRef>
              <a:effectRef idx="0">
                <a:scrgbClr r="0" g="0" b="0"/>
              </a:effectRef>
              <a:fontRef idx="minor"/>
            </p:style>
          </p:sp>
          <p:sp>
            <p:nvSpPr>
              <p:cNvPr id="1926" name="Line 1311">
                <a:extLst>
                  <a:ext uri="{FF2B5EF4-FFF2-40B4-BE49-F238E27FC236}">
                    <a16:creationId xmlns:a16="http://schemas.microsoft.com/office/drawing/2014/main" id="{97C91EA8-FF90-43F8-ACE8-5050FDD839B9}"/>
                  </a:ext>
                </a:extLst>
              </p:cNvPr>
              <p:cNvSpPr/>
              <p:nvPr/>
            </p:nvSpPr>
            <p:spPr>
              <a:xfrm flipV="1">
                <a:off x="6314760" y="3175560"/>
                <a:ext cx="60120" cy="41760"/>
              </a:xfrm>
              <a:prstGeom prst="line">
                <a:avLst/>
              </a:prstGeom>
              <a:ln>
                <a:solidFill>
                  <a:srgbClr val="646464"/>
                </a:solidFill>
              </a:ln>
            </p:spPr>
            <p:style>
              <a:lnRef idx="0">
                <a:scrgbClr r="0" g="0" b="0"/>
              </a:lnRef>
              <a:fillRef idx="0">
                <a:scrgbClr r="0" g="0" b="0"/>
              </a:fillRef>
              <a:effectRef idx="0">
                <a:scrgbClr r="0" g="0" b="0"/>
              </a:effectRef>
              <a:fontRef idx="minor"/>
            </p:style>
          </p:sp>
          <p:sp>
            <p:nvSpPr>
              <p:cNvPr id="1927" name="Line 1312">
                <a:extLst>
                  <a:ext uri="{FF2B5EF4-FFF2-40B4-BE49-F238E27FC236}">
                    <a16:creationId xmlns:a16="http://schemas.microsoft.com/office/drawing/2014/main" id="{21F662AB-7172-4506-AB09-373C7521572D}"/>
                  </a:ext>
                </a:extLst>
              </p:cNvPr>
              <p:cNvSpPr/>
              <p:nvPr/>
            </p:nvSpPr>
            <p:spPr>
              <a:xfrm>
                <a:off x="6194880" y="3205440"/>
                <a:ext cx="59040" cy="42120"/>
              </a:xfrm>
              <a:prstGeom prst="line">
                <a:avLst/>
              </a:prstGeom>
              <a:ln>
                <a:solidFill>
                  <a:srgbClr val="606060"/>
                </a:solidFill>
              </a:ln>
            </p:spPr>
            <p:style>
              <a:lnRef idx="0">
                <a:scrgbClr r="0" g="0" b="0"/>
              </a:lnRef>
              <a:fillRef idx="0">
                <a:scrgbClr r="0" g="0" b="0"/>
              </a:fillRef>
              <a:effectRef idx="0">
                <a:scrgbClr r="0" g="0" b="0"/>
              </a:effectRef>
              <a:fontRef idx="minor"/>
            </p:style>
          </p:sp>
          <p:sp>
            <p:nvSpPr>
              <p:cNvPr id="1928" name="Line 1313">
                <a:extLst>
                  <a:ext uri="{FF2B5EF4-FFF2-40B4-BE49-F238E27FC236}">
                    <a16:creationId xmlns:a16="http://schemas.microsoft.com/office/drawing/2014/main" id="{052FA35C-0E31-4193-9FC4-8D2F3B46965D}"/>
                  </a:ext>
                </a:extLst>
              </p:cNvPr>
              <p:cNvSpPr/>
              <p:nvPr/>
            </p:nvSpPr>
            <p:spPr>
              <a:xfrm flipV="1">
                <a:off x="6253920" y="3217320"/>
                <a:ext cx="60840" cy="30240"/>
              </a:xfrm>
              <a:prstGeom prst="line">
                <a:avLst/>
              </a:prstGeom>
              <a:ln>
                <a:solidFill>
                  <a:srgbClr val="5F5F5F"/>
                </a:solidFill>
              </a:ln>
            </p:spPr>
            <p:style>
              <a:lnRef idx="0">
                <a:scrgbClr r="0" g="0" b="0"/>
              </a:lnRef>
              <a:fillRef idx="0">
                <a:scrgbClr r="0" g="0" b="0"/>
              </a:fillRef>
              <a:effectRef idx="0">
                <a:scrgbClr r="0" g="0" b="0"/>
              </a:effectRef>
              <a:fontRef idx="minor"/>
            </p:style>
          </p:sp>
          <p:sp>
            <p:nvSpPr>
              <p:cNvPr id="1929" name="Line 1314">
                <a:extLst>
                  <a:ext uri="{FF2B5EF4-FFF2-40B4-BE49-F238E27FC236}">
                    <a16:creationId xmlns:a16="http://schemas.microsoft.com/office/drawing/2014/main" id="{ED9626F1-3F4B-4C1A-8FC2-21D1D93AA2ED}"/>
                  </a:ext>
                </a:extLst>
              </p:cNvPr>
              <p:cNvSpPr/>
              <p:nvPr/>
            </p:nvSpPr>
            <p:spPr>
              <a:xfrm>
                <a:off x="6133680" y="3222360"/>
                <a:ext cx="61200" cy="43200"/>
              </a:xfrm>
              <a:prstGeom prst="line">
                <a:avLst/>
              </a:prstGeom>
              <a:ln>
                <a:solidFill>
                  <a:srgbClr val="5D5D5D"/>
                </a:solidFill>
              </a:ln>
            </p:spPr>
            <p:style>
              <a:lnRef idx="0">
                <a:scrgbClr r="0" g="0" b="0"/>
              </a:lnRef>
              <a:fillRef idx="0">
                <a:scrgbClr r="0" g="0" b="0"/>
              </a:fillRef>
              <a:effectRef idx="0">
                <a:scrgbClr r="0" g="0" b="0"/>
              </a:effectRef>
              <a:fontRef idx="minor"/>
            </p:style>
          </p:sp>
          <p:sp>
            <p:nvSpPr>
              <p:cNvPr id="1930" name="Line 1315">
                <a:extLst>
                  <a:ext uri="{FF2B5EF4-FFF2-40B4-BE49-F238E27FC236}">
                    <a16:creationId xmlns:a16="http://schemas.microsoft.com/office/drawing/2014/main" id="{239D789A-9E29-4069-8AB6-076E5FE93662}"/>
                  </a:ext>
                </a:extLst>
              </p:cNvPr>
              <p:cNvSpPr/>
              <p:nvPr/>
            </p:nvSpPr>
            <p:spPr>
              <a:xfrm flipV="1">
                <a:off x="6194880" y="3247560"/>
                <a:ext cx="59040" cy="18000"/>
              </a:xfrm>
              <a:prstGeom prst="line">
                <a:avLst/>
              </a:prstGeom>
              <a:ln>
                <a:solidFill>
                  <a:srgbClr val="5B5B5B"/>
                </a:solidFill>
              </a:ln>
            </p:spPr>
            <p:style>
              <a:lnRef idx="0">
                <a:scrgbClr r="0" g="0" b="0"/>
              </a:lnRef>
              <a:fillRef idx="0">
                <a:scrgbClr r="0" g="0" b="0"/>
              </a:fillRef>
              <a:effectRef idx="0">
                <a:scrgbClr r="0" g="0" b="0"/>
              </a:effectRef>
              <a:fontRef idx="minor"/>
            </p:style>
          </p:sp>
          <p:sp>
            <p:nvSpPr>
              <p:cNvPr id="1931" name="Line 1316">
                <a:extLst>
                  <a:ext uri="{FF2B5EF4-FFF2-40B4-BE49-F238E27FC236}">
                    <a16:creationId xmlns:a16="http://schemas.microsoft.com/office/drawing/2014/main" id="{495B48E1-EFE0-456D-9C5F-2041D5EA9D1F}"/>
                  </a:ext>
                </a:extLst>
              </p:cNvPr>
              <p:cNvSpPr/>
              <p:nvPr/>
            </p:nvSpPr>
            <p:spPr>
              <a:xfrm>
                <a:off x="6073560" y="3226320"/>
                <a:ext cx="60120" cy="42120"/>
              </a:xfrm>
              <a:prstGeom prst="line">
                <a:avLst/>
              </a:prstGeom>
              <a:ln>
                <a:solidFill>
                  <a:srgbClr val="5B5B5B"/>
                </a:solidFill>
              </a:ln>
            </p:spPr>
            <p:style>
              <a:lnRef idx="0">
                <a:scrgbClr r="0" g="0" b="0"/>
              </a:lnRef>
              <a:fillRef idx="0">
                <a:scrgbClr r="0" g="0" b="0"/>
              </a:fillRef>
              <a:effectRef idx="0">
                <a:scrgbClr r="0" g="0" b="0"/>
              </a:effectRef>
              <a:fontRef idx="minor"/>
            </p:style>
          </p:sp>
          <p:sp>
            <p:nvSpPr>
              <p:cNvPr id="1932" name="Line 1317">
                <a:extLst>
                  <a:ext uri="{FF2B5EF4-FFF2-40B4-BE49-F238E27FC236}">
                    <a16:creationId xmlns:a16="http://schemas.microsoft.com/office/drawing/2014/main" id="{3DA7018A-BBF6-4216-A074-32D797C9035B}"/>
                  </a:ext>
                </a:extLst>
              </p:cNvPr>
              <p:cNvSpPr/>
              <p:nvPr/>
            </p:nvSpPr>
            <p:spPr>
              <a:xfrm flipV="1">
                <a:off x="6133680" y="3265560"/>
                <a:ext cx="61200" cy="2880"/>
              </a:xfrm>
              <a:prstGeom prst="line">
                <a:avLst/>
              </a:prstGeom>
              <a:ln>
                <a:solidFill>
                  <a:srgbClr val="595959"/>
                </a:solidFill>
              </a:ln>
            </p:spPr>
            <p:style>
              <a:lnRef idx="0">
                <a:scrgbClr r="0" g="0" b="0"/>
              </a:lnRef>
              <a:fillRef idx="0">
                <a:scrgbClr r="0" g="0" b="0"/>
              </a:fillRef>
              <a:effectRef idx="0">
                <a:scrgbClr r="0" g="0" b="0"/>
              </a:effectRef>
              <a:fontRef idx="minor"/>
            </p:style>
          </p:sp>
          <p:sp>
            <p:nvSpPr>
              <p:cNvPr id="1933" name="Line 1318">
                <a:extLst>
                  <a:ext uri="{FF2B5EF4-FFF2-40B4-BE49-F238E27FC236}">
                    <a16:creationId xmlns:a16="http://schemas.microsoft.com/office/drawing/2014/main" id="{05817C44-41E6-4BB5-A40D-AA6D7F486B7E}"/>
                  </a:ext>
                </a:extLst>
              </p:cNvPr>
              <p:cNvSpPr/>
              <p:nvPr/>
            </p:nvSpPr>
            <p:spPr>
              <a:xfrm>
                <a:off x="6012720" y="3219480"/>
                <a:ext cx="60840" cy="42120"/>
              </a:xfrm>
              <a:prstGeom prst="line">
                <a:avLst/>
              </a:prstGeom>
              <a:ln>
                <a:solidFill>
                  <a:srgbClr val="5A5A5A"/>
                </a:solidFill>
              </a:ln>
            </p:spPr>
            <p:style>
              <a:lnRef idx="0">
                <a:scrgbClr r="0" g="0" b="0"/>
              </a:lnRef>
              <a:fillRef idx="0">
                <a:scrgbClr r="0" g="0" b="0"/>
              </a:fillRef>
              <a:effectRef idx="0">
                <a:scrgbClr r="0" g="0" b="0"/>
              </a:effectRef>
              <a:fontRef idx="minor"/>
            </p:style>
          </p:sp>
          <p:sp>
            <p:nvSpPr>
              <p:cNvPr id="1934" name="Line 1319">
                <a:extLst>
                  <a:ext uri="{FF2B5EF4-FFF2-40B4-BE49-F238E27FC236}">
                    <a16:creationId xmlns:a16="http://schemas.microsoft.com/office/drawing/2014/main" id="{A840C77B-266E-4613-A3E4-BA9ADBAA4534}"/>
                  </a:ext>
                </a:extLst>
              </p:cNvPr>
              <p:cNvSpPr/>
              <p:nvPr/>
            </p:nvSpPr>
            <p:spPr>
              <a:xfrm>
                <a:off x="6073560" y="3261600"/>
                <a:ext cx="60120" cy="6840"/>
              </a:xfrm>
              <a:prstGeom prst="line">
                <a:avLst/>
              </a:prstGeom>
              <a:ln>
                <a:solidFill>
                  <a:srgbClr val="585858"/>
                </a:solidFill>
              </a:ln>
            </p:spPr>
            <p:style>
              <a:lnRef idx="0">
                <a:scrgbClr r="0" g="0" b="0"/>
              </a:lnRef>
              <a:fillRef idx="0">
                <a:scrgbClr r="0" g="0" b="0"/>
              </a:fillRef>
              <a:effectRef idx="0">
                <a:scrgbClr r="0" g="0" b="0"/>
              </a:effectRef>
              <a:fontRef idx="minor"/>
            </p:style>
          </p:sp>
          <p:sp>
            <p:nvSpPr>
              <p:cNvPr id="1935" name="Line 1320">
                <a:extLst>
                  <a:ext uri="{FF2B5EF4-FFF2-40B4-BE49-F238E27FC236}">
                    <a16:creationId xmlns:a16="http://schemas.microsoft.com/office/drawing/2014/main" id="{AA6E63CE-FC3C-4EEB-9410-BC7996B31227}"/>
                  </a:ext>
                </a:extLst>
              </p:cNvPr>
              <p:cNvSpPr/>
              <p:nvPr/>
            </p:nvSpPr>
            <p:spPr>
              <a:xfrm>
                <a:off x="5951520" y="3198240"/>
                <a:ext cx="61200" cy="42120"/>
              </a:xfrm>
              <a:prstGeom prst="line">
                <a:avLst/>
              </a:prstGeom>
              <a:ln>
                <a:solidFill>
                  <a:srgbClr val="5B5B5B"/>
                </a:solidFill>
              </a:ln>
            </p:spPr>
            <p:style>
              <a:lnRef idx="0">
                <a:scrgbClr r="0" g="0" b="0"/>
              </a:lnRef>
              <a:fillRef idx="0">
                <a:scrgbClr r="0" g="0" b="0"/>
              </a:fillRef>
              <a:effectRef idx="0">
                <a:scrgbClr r="0" g="0" b="0"/>
              </a:effectRef>
              <a:fontRef idx="minor"/>
            </p:style>
          </p:sp>
          <p:sp>
            <p:nvSpPr>
              <p:cNvPr id="1936" name="Line 1321">
                <a:extLst>
                  <a:ext uri="{FF2B5EF4-FFF2-40B4-BE49-F238E27FC236}">
                    <a16:creationId xmlns:a16="http://schemas.microsoft.com/office/drawing/2014/main" id="{DAB6DF12-FDBE-45CF-9509-7A0096C6BAC8}"/>
                  </a:ext>
                </a:extLst>
              </p:cNvPr>
              <p:cNvSpPr/>
              <p:nvPr/>
            </p:nvSpPr>
            <p:spPr>
              <a:xfrm>
                <a:off x="6012720" y="3240360"/>
                <a:ext cx="60840" cy="21240"/>
              </a:xfrm>
              <a:prstGeom prst="line">
                <a:avLst/>
              </a:prstGeom>
              <a:ln>
                <a:solidFill>
                  <a:srgbClr val="585858"/>
                </a:solidFill>
              </a:ln>
            </p:spPr>
            <p:style>
              <a:lnRef idx="0">
                <a:scrgbClr r="0" g="0" b="0"/>
              </a:lnRef>
              <a:fillRef idx="0">
                <a:scrgbClr r="0" g="0" b="0"/>
              </a:fillRef>
              <a:effectRef idx="0">
                <a:scrgbClr r="0" g="0" b="0"/>
              </a:effectRef>
              <a:fontRef idx="minor"/>
            </p:style>
          </p:sp>
          <p:sp>
            <p:nvSpPr>
              <p:cNvPr id="1937" name="Line 1322">
                <a:extLst>
                  <a:ext uri="{FF2B5EF4-FFF2-40B4-BE49-F238E27FC236}">
                    <a16:creationId xmlns:a16="http://schemas.microsoft.com/office/drawing/2014/main" id="{617CD845-F375-4F10-A53F-0E283E7064A0}"/>
                  </a:ext>
                </a:extLst>
              </p:cNvPr>
              <p:cNvSpPr/>
              <p:nvPr/>
            </p:nvSpPr>
            <p:spPr>
              <a:xfrm>
                <a:off x="5891760" y="3165480"/>
                <a:ext cx="59760" cy="42120"/>
              </a:xfrm>
              <a:prstGeom prst="line">
                <a:avLst/>
              </a:prstGeom>
              <a:ln>
                <a:solidFill>
                  <a:srgbClr val="5D5D5D"/>
                </a:solidFill>
              </a:ln>
            </p:spPr>
            <p:style>
              <a:lnRef idx="0">
                <a:scrgbClr r="0" g="0" b="0"/>
              </a:lnRef>
              <a:fillRef idx="0">
                <a:scrgbClr r="0" g="0" b="0"/>
              </a:fillRef>
              <a:effectRef idx="0">
                <a:scrgbClr r="0" g="0" b="0"/>
              </a:effectRef>
              <a:fontRef idx="minor"/>
            </p:style>
          </p:sp>
          <p:sp>
            <p:nvSpPr>
              <p:cNvPr id="1938" name="Line 1323">
                <a:extLst>
                  <a:ext uri="{FF2B5EF4-FFF2-40B4-BE49-F238E27FC236}">
                    <a16:creationId xmlns:a16="http://schemas.microsoft.com/office/drawing/2014/main" id="{BCC7C499-252B-4F2C-84F5-F86A72069011}"/>
                  </a:ext>
                </a:extLst>
              </p:cNvPr>
              <p:cNvSpPr/>
              <p:nvPr/>
            </p:nvSpPr>
            <p:spPr>
              <a:xfrm>
                <a:off x="5951520" y="3207600"/>
                <a:ext cx="61200" cy="32760"/>
              </a:xfrm>
              <a:prstGeom prst="line">
                <a:avLst/>
              </a:prstGeom>
              <a:ln>
                <a:solidFill>
                  <a:srgbClr val="595959"/>
                </a:solidFill>
              </a:ln>
            </p:spPr>
            <p:style>
              <a:lnRef idx="0">
                <a:scrgbClr r="0" g="0" b="0"/>
              </a:lnRef>
              <a:fillRef idx="0">
                <a:scrgbClr r="0" g="0" b="0"/>
              </a:fillRef>
              <a:effectRef idx="0">
                <a:scrgbClr r="0" g="0" b="0"/>
              </a:effectRef>
              <a:fontRef idx="minor"/>
            </p:style>
          </p:sp>
          <p:sp>
            <p:nvSpPr>
              <p:cNvPr id="1939" name="Line 1324">
                <a:extLst>
                  <a:ext uri="{FF2B5EF4-FFF2-40B4-BE49-F238E27FC236}">
                    <a16:creationId xmlns:a16="http://schemas.microsoft.com/office/drawing/2014/main" id="{6920E1A6-4AF9-4BE3-8FD7-6CBC671EA631}"/>
                  </a:ext>
                </a:extLst>
              </p:cNvPr>
              <p:cNvSpPr/>
              <p:nvPr/>
            </p:nvSpPr>
            <p:spPr>
              <a:xfrm>
                <a:off x="5832720" y="3119400"/>
                <a:ext cx="59040" cy="42120"/>
              </a:xfrm>
              <a:prstGeom prst="line">
                <a:avLst/>
              </a:prstGeom>
              <a:ln>
                <a:solidFill>
                  <a:srgbClr val="606060"/>
                </a:solidFill>
              </a:ln>
            </p:spPr>
            <p:style>
              <a:lnRef idx="0">
                <a:scrgbClr r="0" g="0" b="0"/>
              </a:lnRef>
              <a:fillRef idx="0">
                <a:scrgbClr r="0" g="0" b="0"/>
              </a:fillRef>
              <a:effectRef idx="0">
                <a:scrgbClr r="0" g="0" b="0"/>
              </a:effectRef>
              <a:fontRef idx="minor"/>
            </p:style>
          </p:sp>
          <p:sp>
            <p:nvSpPr>
              <p:cNvPr id="1940" name="Line 1325">
                <a:extLst>
                  <a:ext uri="{FF2B5EF4-FFF2-40B4-BE49-F238E27FC236}">
                    <a16:creationId xmlns:a16="http://schemas.microsoft.com/office/drawing/2014/main" id="{578E9414-0E7D-4103-8A93-33A57BA571BD}"/>
                  </a:ext>
                </a:extLst>
              </p:cNvPr>
              <p:cNvSpPr/>
              <p:nvPr/>
            </p:nvSpPr>
            <p:spPr>
              <a:xfrm>
                <a:off x="5891760" y="3161520"/>
                <a:ext cx="59760" cy="46080"/>
              </a:xfrm>
              <a:prstGeom prst="line">
                <a:avLst/>
              </a:prstGeom>
              <a:ln>
                <a:solidFill>
                  <a:srgbClr val="5B5B5B"/>
                </a:solidFill>
              </a:ln>
            </p:spPr>
            <p:style>
              <a:lnRef idx="0">
                <a:scrgbClr r="0" g="0" b="0"/>
              </a:lnRef>
              <a:fillRef idx="0">
                <a:scrgbClr r="0" g="0" b="0"/>
              </a:fillRef>
              <a:effectRef idx="0">
                <a:scrgbClr r="0" g="0" b="0"/>
              </a:effectRef>
              <a:fontRef idx="minor"/>
            </p:style>
          </p:sp>
          <p:sp>
            <p:nvSpPr>
              <p:cNvPr id="1941" name="Line 1326">
                <a:extLst>
                  <a:ext uri="{FF2B5EF4-FFF2-40B4-BE49-F238E27FC236}">
                    <a16:creationId xmlns:a16="http://schemas.microsoft.com/office/drawing/2014/main" id="{F62F429F-46E4-4F27-A25D-E625A1780C1E}"/>
                  </a:ext>
                </a:extLst>
              </p:cNvPr>
              <p:cNvSpPr/>
              <p:nvPr/>
            </p:nvSpPr>
            <p:spPr>
              <a:xfrm>
                <a:off x="5771520" y="3060360"/>
                <a:ext cx="61200" cy="42840"/>
              </a:xfrm>
              <a:prstGeom prst="line">
                <a:avLst/>
              </a:prstGeom>
              <a:ln>
                <a:solidFill>
                  <a:srgbClr val="646464"/>
                </a:solidFill>
              </a:ln>
            </p:spPr>
            <p:style>
              <a:lnRef idx="0">
                <a:scrgbClr r="0" g="0" b="0"/>
              </a:lnRef>
              <a:fillRef idx="0">
                <a:scrgbClr r="0" g="0" b="0"/>
              </a:fillRef>
              <a:effectRef idx="0">
                <a:scrgbClr r="0" g="0" b="0"/>
              </a:effectRef>
              <a:fontRef idx="minor"/>
            </p:style>
          </p:sp>
          <p:sp>
            <p:nvSpPr>
              <p:cNvPr id="1942" name="Line 1327">
                <a:extLst>
                  <a:ext uri="{FF2B5EF4-FFF2-40B4-BE49-F238E27FC236}">
                    <a16:creationId xmlns:a16="http://schemas.microsoft.com/office/drawing/2014/main" id="{2DB8B8FB-F29E-4E48-AF3C-FBCAD1B9AE3F}"/>
                  </a:ext>
                </a:extLst>
              </p:cNvPr>
              <p:cNvSpPr/>
              <p:nvPr/>
            </p:nvSpPr>
            <p:spPr>
              <a:xfrm>
                <a:off x="5832720" y="3103200"/>
                <a:ext cx="59040" cy="58320"/>
              </a:xfrm>
              <a:prstGeom prst="line">
                <a:avLst/>
              </a:prstGeom>
              <a:ln>
                <a:solidFill>
                  <a:srgbClr val="5F5F5F"/>
                </a:solidFill>
              </a:ln>
            </p:spPr>
            <p:style>
              <a:lnRef idx="0">
                <a:scrgbClr r="0" g="0" b="0"/>
              </a:lnRef>
              <a:fillRef idx="0">
                <a:scrgbClr r="0" g="0" b="0"/>
              </a:fillRef>
              <a:effectRef idx="0">
                <a:scrgbClr r="0" g="0" b="0"/>
              </a:effectRef>
              <a:fontRef idx="minor"/>
            </p:style>
          </p:sp>
        </p:grpSp>
        <p:grpSp>
          <p:nvGrpSpPr>
            <p:cNvPr id="929" name="Group 1328">
              <a:extLst>
                <a:ext uri="{FF2B5EF4-FFF2-40B4-BE49-F238E27FC236}">
                  <a16:creationId xmlns:a16="http://schemas.microsoft.com/office/drawing/2014/main" id="{0020AD55-9FB1-44A5-B214-B447436B33FB}"/>
                </a:ext>
              </a:extLst>
            </p:cNvPr>
            <p:cNvGrpSpPr/>
            <p:nvPr/>
          </p:nvGrpSpPr>
          <p:grpSpPr>
            <a:xfrm>
              <a:off x="5287320" y="2144520"/>
              <a:ext cx="1752120" cy="1175040"/>
              <a:chOff x="5287320" y="2144520"/>
              <a:chExt cx="1752120" cy="1175040"/>
            </a:xfrm>
          </p:grpSpPr>
          <p:sp>
            <p:nvSpPr>
              <p:cNvPr id="1543" name="Line 1329">
                <a:extLst>
                  <a:ext uri="{FF2B5EF4-FFF2-40B4-BE49-F238E27FC236}">
                    <a16:creationId xmlns:a16="http://schemas.microsoft.com/office/drawing/2014/main" id="{B1E250FF-1337-49B2-9ACD-F6DEDB252F6B}"/>
                  </a:ext>
                </a:extLst>
              </p:cNvPr>
              <p:cNvSpPr/>
              <p:nvPr/>
            </p:nvSpPr>
            <p:spPr>
              <a:xfrm>
                <a:off x="5710320" y="2990160"/>
                <a:ext cx="61200" cy="42120"/>
              </a:xfrm>
              <a:prstGeom prst="line">
                <a:avLst/>
              </a:prstGeom>
              <a:ln>
                <a:solidFill>
                  <a:srgbClr val="696969"/>
                </a:solidFill>
              </a:ln>
            </p:spPr>
            <p:style>
              <a:lnRef idx="0">
                <a:scrgbClr r="0" g="0" b="0"/>
              </a:lnRef>
              <a:fillRef idx="0">
                <a:scrgbClr r="0" g="0" b="0"/>
              </a:fillRef>
              <a:effectRef idx="0">
                <a:scrgbClr r="0" g="0" b="0"/>
              </a:effectRef>
              <a:fontRef idx="minor"/>
            </p:style>
          </p:sp>
          <p:sp>
            <p:nvSpPr>
              <p:cNvPr id="1544" name="Line 1330">
                <a:extLst>
                  <a:ext uri="{FF2B5EF4-FFF2-40B4-BE49-F238E27FC236}">
                    <a16:creationId xmlns:a16="http://schemas.microsoft.com/office/drawing/2014/main" id="{75A136DF-2BD9-4514-A221-6DB6C6C044B9}"/>
                  </a:ext>
                </a:extLst>
              </p:cNvPr>
              <p:cNvSpPr/>
              <p:nvPr/>
            </p:nvSpPr>
            <p:spPr>
              <a:xfrm>
                <a:off x="5771520" y="3032280"/>
                <a:ext cx="61200" cy="70920"/>
              </a:xfrm>
              <a:prstGeom prst="line">
                <a:avLst/>
              </a:prstGeom>
              <a:ln>
                <a:solidFill>
                  <a:srgbClr val="646464"/>
                </a:solidFill>
              </a:ln>
            </p:spPr>
            <p:style>
              <a:lnRef idx="0">
                <a:scrgbClr r="0" g="0" b="0"/>
              </a:lnRef>
              <a:fillRef idx="0">
                <a:scrgbClr r="0" g="0" b="0"/>
              </a:fillRef>
              <a:effectRef idx="0">
                <a:scrgbClr r="0" g="0" b="0"/>
              </a:effectRef>
              <a:fontRef idx="minor"/>
            </p:style>
          </p:sp>
          <p:sp>
            <p:nvSpPr>
              <p:cNvPr id="1545" name="Line 1331">
                <a:extLst>
                  <a:ext uri="{FF2B5EF4-FFF2-40B4-BE49-F238E27FC236}">
                    <a16:creationId xmlns:a16="http://schemas.microsoft.com/office/drawing/2014/main" id="{32146FBC-DA31-4346-8F87-0C7C183645B1}"/>
                  </a:ext>
                </a:extLst>
              </p:cNvPr>
              <p:cNvSpPr/>
              <p:nvPr/>
            </p:nvSpPr>
            <p:spPr>
              <a:xfrm>
                <a:off x="5650560" y="2907000"/>
                <a:ext cx="59760" cy="43200"/>
              </a:xfrm>
              <a:prstGeom prst="line">
                <a:avLst/>
              </a:prstGeom>
              <a:ln>
                <a:solidFill>
                  <a:srgbClr val="707070"/>
                </a:solidFill>
              </a:ln>
            </p:spPr>
            <p:style>
              <a:lnRef idx="0">
                <a:scrgbClr r="0" g="0" b="0"/>
              </a:lnRef>
              <a:fillRef idx="0">
                <a:scrgbClr r="0" g="0" b="0"/>
              </a:fillRef>
              <a:effectRef idx="0">
                <a:scrgbClr r="0" g="0" b="0"/>
              </a:effectRef>
              <a:fontRef idx="minor"/>
            </p:style>
          </p:sp>
          <p:sp>
            <p:nvSpPr>
              <p:cNvPr id="1546" name="Line 1332">
                <a:extLst>
                  <a:ext uri="{FF2B5EF4-FFF2-40B4-BE49-F238E27FC236}">
                    <a16:creationId xmlns:a16="http://schemas.microsoft.com/office/drawing/2014/main" id="{233F2D31-5256-4E1C-BD65-8980E4D6B058}"/>
                  </a:ext>
                </a:extLst>
              </p:cNvPr>
              <p:cNvSpPr/>
              <p:nvPr/>
            </p:nvSpPr>
            <p:spPr>
              <a:xfrm>
                <a:off x="5710320" y="2950200"/>
                <a:ext cx="61200" cy="82080"/>
              </a:xfrm>
              <a:prstGeom prst="line">
                <a:avLst/>
              </a:prstGeom>
              <a:ln>
                <a:solidFill>
                  <a:srgbClr val="6A6A6A"/>
                </a:solidFill>
              </a:ln>
            </p:spPr>
            <p:style>
              <a:lnRef idx="0">
                <a:scrgbClr r="0" g="0" b="0"/>
              </a:lnRef>
              <a:fillRef idx="0">
                <a:scrgbClr r="0" g="0" b="0"/>
              </a:fillRef>
              <a:effectRef idx="0">
                <a:scrgbClr r="0" g="0" b="0"/>
              </a:effectRef>
              <a:fontRef idx="minor"/>
            </p:style>
          </p:sp>
          <p:sp>
            <p:nvSpPr>
              <p:cNvPr id="1547" name="Line 1333">
                <a:extLst>
                  <a:ext uri="{FF2B5EF4-FFF2-40B4-BE49-F238E27FC236}">
                    <a16:creationId xmlns:a16="http://schemas.microsoft.com/office/drawing/2014/main" id="{86B649A8-4CCD-40B0-BC5A-8FC1D495DB72}"/>
                  </a:ext>
                </a:extLst>
              </p:cNvPr>
              <p:cNvSpPr/>
              <p:nvPr/>
            </p:nvSpPr>
            <p:spPr>
              <a:xfrm>
                <a:off x="5589360" y="2811960"/>
                <a:ext cx="61200" cy="42120"/>
              </a:xfrm>
              <a:prstGeom prst="line">
                <a:avLst/>
              </a:prstGeom>
              <a:ln>
                <a:solidFill>
                  <a:srgbClr val="787878"/>
                </a:solidFill>
              </a:ln>
            </p:spPr>
            <p:style>
              <a:lnRef idx="0">
                <a:scrgbClr r="0" g="0" b="0"/>
              </a:lnRef>
              <a:fillRef idx="0">
                <a:scrgbClr r="0" g="0" b="0"/>
              </a:fillRef>
              <a:effectRef idx="0">
                <a:scrgbClr r="0" g="0" b="0"/>
              </a:effectRef>
              <a:fontRef idx="minor"/>
            </p:style>
          </p:sp>
          <p:sp>
            <p:nvSpPr>
              <p:cNvPr id="1548" name="Line 1334">
                <a:extLst>
                  <a:ext uri="{FF2B5EF4-FFF2-40B4-BE49-F238E27FC236}">
                    <a16:creationId xmlns:a16="http://schemas.microsoft.com/office/drawing/2014/main" id="{DC57355F-ED42-4D35-96A3-0379CA832DA9}"/>
                  </a:ext>
                </a:extLst>
              </p:cNvPr>
              <p:cNvSpPr/>
              <p:nvPr/>
            </p:nvSpPr>
            <p:spPr>
              <a:xfrm>
                <a:off x="5650560" y="2854080"/>
                <a:ext cx="59760" cy="96120"/>
              </a:xfrm>
              <a:prstGeom prst="line">
                <a:avLst/>
              </a:prstGeom>
              <a:ln>
                <a:solidFill>
                  <a:srgbClr val="717171"/>
                </a:solidFill>
              </a:ln>
            </p:spPr>
            <p:style>
              <a:lnRef idx="0">
                <a:scrgbClr r="0" g="0" b="0"/>
              </a:lnRef>
              <a:fillRef idx="0">
                <a:scrgbClr r="0" g="0" b="0"/>
              </a:fillRef>
              <a:effectRef idx="0">
                <a:scrgbClr r="0" g="0" b="0"/>
              </a:effectRef>
              <a:fontRef idx="minor"/>
            </p:style>
          </p:sp>
          <p:sp>
            <p:nvSpPr>
              <p:cNvPr id="1549" name="Line 1335">
                <a:extLst>
                  <a:ext uri="{FF2B5EF4-FFF2-40B4-BE49-F238E27FC236}">
                    <a16:creationId xmlns:a16="http://schemas.microsoft.com/office/drawing/2014/main" id="{B5A49E5D-6957-4753-A602-FDE04D8313BF}"/>
                  </a:ext>
                </a:extLst>
              </p:cNvPr>
              <p:cNvSpPr/>
              <p:nvPr/>
            </p:nvSpPr>
            <p:spPr>
              <a:xfrm>
                <a:off x="5528160" y="2702880"/>
                <a:ext cx="61200" cy="42120"/>
              </a:xfrm>
              <a:prstGeom prst="line">
                <a:avLst/>
              </a:prstGeom>
              <a:ln>
                <a:solidFill>
                  <a:srgbClr val="818181"/>
                </a:solidFill>
              </a:ln>
            </p:spPr>
            <p:style>
              <a:lnRef idx="0">
                <a:scrgbClr r="0" g="0" b="0"/>
              </a:lnRef>
              <a:fillRef idx="0">
                <a:scrgbClr r="0" g="0" b="0"/>
              </a:fillRef>
              <a:effectRef idx="0">
                <a:scrgbClr r="0" g="0" b="0"/>
              </a:effectRef>
              <a:fontRef idx="minor"/>
            </p:style>
          </p:sp>
          <p:sp>
            <p:nvSpPr>
              <p:cNvPr id="1550" name="Line 1336">
                <a:extLst>
                  <a:ext uri="{FF2B5EF4-FFF2-40B4-BE49-F238E27FC236}">
                    <a16:creationId xmlns:a16="http://schemas.microsoft.com/office/drawing/2014/main" id="{E0C7C30B-41CE-44E8-99E3-40580B1781CF}"/>
                  </a:ext>
                </a:extLst>
              </p:cNvPr>
              <p:cNvSpPr/>
              <p:nvPr/>
            </p:nvSpPr>
            <p:spPr>
              <a:xfrm>
                <a:off x="5589360" y="2745000"/>
                <a:ext cx="61200" cy="109080"/>
              </a:xfrm>
              <a:prstGeom prst="line">
                <a:avLst/>
              </a:prstGeom>
              <a:ln>
                <a:solidFill>
                  <a:srgbClr val="7A7A7A"/>
                </a:solidFill>
              </a:ln>
            </p:spPr>
            <p:style>
              <a:lnRef idx="0">
                <a:scrgbClr r="0" g="0" b="0"/>
              </a:lnRef>
              <a:fillRef idx="0">
                <a:scrgbClr r="0" g="0" b="0"/>
              </a:fillRef>
              <a:effectRef idx="0">
                <a:scrgbClr r="0" g="0" b="0"/>
              </a:effectRef>
              <a:fontRef idx="minor"/>
            </p:style>
          </p:sp>
          <p:sp>
            <p:nvSpPr>
              <p:cNvPr id="1551" name="Line 1337">
                <a:extLst>
                  <a:ext uri="{FF2B5EF4-FFF2-40B4-BE49-F238E27FC236}">
                    <a16:creationId xmlns:a16="http://schemas.microsoft.com/office/drawing/2014/main" id="{B2EF818A-CEEA-4BBC-932A-A9504BFB532E}"/>
                  </a:ext>
                </a:extLst>
              </p:cNvPr>
              <p:cNvSpPr/>
              <p:nvPr/>
            </p:nvSpPr>
            <p:spPr>
              <a:xfrm>
                <a:off x="5469120" y="2581920"/>
                <a:ext cx="59040" cy="41760"/>
              </a:xfrm>
              <a:prstGeom prst="line">
                <a:avLst/>
              </a:prstGeom>
              <a:ln>
                <a:solidFill>
                  <a:srgbClr val="8B8B8B"/>
                </a:solidFill>
              </a:ln>
            </p:spPr>
            <p:style>
              <a:lnRef idx="0">
                <a:scrgbClr r="0" g="0" b="0"/>
              </a:lnRef>
              <a:fillRef idx="0">
                <a:scrgbClr r="0" g="0" b="0"/>
              </a:fillRef>
              <a:effectRef idx="0">
                <a:scrgbClr r="0" g="0" b="0"/>
              </a:effectRef>
              <a:fontRef idx="minor"/>
            </p:style>
          </p:sp>
          <p:sp>
            <p:nvSpPr>
              <p:cNvPr id="1552" name="Line 1338">
                <a:extLst>
                  <a:ext uri="{FF2B5EF4-FFF2-40B4-BE49-F238E27FC236}">
                    <a16:creationId xmlns:a16="http://schemas.microsoft.com/office/drawing/2014/main" id="{7C53CCF2-0F0B-4B6F-BFA7-067743102301}"/>
                  </a:ext>
                </a:extLst>
              </p:cNvPr>
              <p:cNvSpPr/>
              <p:nvPr/>
            </p:nvSpPr>
            <p:spPr>
              <a:xfrm>
                <a:off x="5528160" y="2623680"/>
                <a:ext cx="61200" cy="121320"/>
              </a:xfrm>
              <a:prstGeom prst="line">
                <a:avLst/>
              </a:prstGeom>
              <a:ln>
                <a:solidFill>
                  <a:srgbClr val="838383"/>
                </a:solidFill>
              </a:ln>
            </p:spPr>
            <p:style>
              <a:lnRef idx="0">
                <a:scrgbClr r="0" g="0" b="0"/>
              </a:lnRef>
              <a:fillRef idx="0">
                <a:scrgbClr r="0" g="0" b="0"/>
              </a:fillRef>
              <a:effectRef idx="0">
                <a:scrgbClr r="0" g="0" b="0"/>
              </a:effectRef>
              <a:fontRef idx="minor"/>
            </p:style>
          </p:sp>
          <p:sp>
            <p:nvSpPr>
              <p:cNvPr id="1553" name="Line 1339">
                <a:extLst>
                  <a:ext uri="{FF2B5EF4-FFF2-40B4-BE49-F238E27FC236}">
                    <a16:creationId xmlns:a16="http://schemas.microsoft.com/office/drawing/2014/main" id="{36E99605-B99C-4241-B12F-3CCFD4D42DAB}"/>
                  </a:ext>
                </a:extLst>
              </p:cNvPr>
              <p:cNvSpPr/>
              <p:nvPr/>
            </p:nvSpPr>
            <p:spPr>
              <a:xfrm>
                <a:off x="5409360" y="2448720"/>
                <a:ext cx="59760" cy="42840"/>
              </a:xfrm>
              <a:prstGeom prst="line">
                <a:avLst/>
              </a:prstGeom>
              <a:ln>
                <a:solidFill>
                  <a:srgbClr val="969696"/>
                </a:solidFill>
              </a:ln>
            </p:spPr>
            <p:style>
              <a:lnRef idx="0">
                <a:scrgbClr r="0" g="0" b="0"/>
              </a:lnRef>
              <a:fillRef idx="0">
                <a:scrgbClr r="0" g="0" b="0"/>
              </a:fillRef>
              <a:effectRef idx="0">
                <a:scrgbClr r="0" g="0" b="0"/>
              </a:effectRef>
              <a:fontRef idx="minor"/>
            </p:style>
          </p:sp>
          <p:sp>
            <p:nvSpPr>
              <p:cNvPr id="1554" name="Line 1340">
                <a:extLst>
                  <a:ext uri="{FF2B5EF4-FFF2-40B4-BE49-F238E27FC236}">
                    <a16:creationId xmlns:a16="http://schemas.microsoft.com/office/drawing/2014/main" id="{B70D82C8-B211-4D3A-A951-D18D4610DF56}"/>
                  </a:ext>
                </a:extLst>
              </p:cNvPr>
              <p:cNvSpPr/>
              <p:nvPr/>
            </p:nvSpPr>
            <p:spPr>
              <a:xfrm>
                <a:off x="5469120" y="2491560"/>
                <a:ext cx="59040" cy="132120"/>
              </a:xfrm>
              <a:prstGeom prst="line">
                <a:avLst/>
              </a:prstGeom>
              <a:ln>
                <a:solidFill>
                  <a:srgbClr val="8E8E8E"/>
                </a:solidFill>
              </a:ln>
            </p:spPr>
            <p:style>
              <a:lnRef idx="0">
                <a:scrgbClr r="0" g="0" b="0"/>
              </a:lnRef>
              <a:fillRef idx="0">
                <a:scrgbClr r="0" g="0" b="0"/>
              </a:fillRef>
              <a:effectRef idx="0">
                <a:scrgbClr r="0" g="0" b="0"/>
              </a:effectRef>
              <a:fontRef idx="minor"/>
            </p:style>
          </p:sp>
          <p:sp>
            <p:nvSpPr>
              <p:cNvPr id="1555" name="Line 1341">
                <a:extLst>
                  <a:ext uri="{FF2B5EF4-FFF2-40B4-BE49-F238E27FC236}">
                    <a16:creationId xmlns:a16="http://schemas.microsoft.com/office/drawing/2014/main" id="{4E2AB0F7-BA2C-49A2-9C75-F8DDD21B41A1}"/>
                  </a:ext>
                </a:extLst>
              </p:cNvPr>
              <p:cNvSpPr/>
              <p:nvPr/>
            </p:nvSpPr>
            <p:spPr>
              <a:xfrm>
                <a:off x="5348160" y="2302560"/>
                <a:ext cx="61200" cy="42120"/>
              </a:xfrm>
              <a:prstGeom prst="line">
                <a:avLst/>
              </a:prstGeom>
              <a:ln>
                <a:solidFill>
                  <a:srgbClr val="A3A3A3"/>
                </a:solidFill>
              </a:ln>
            </p:spPr>
            <p:style>
              <a:lnRef idx="0">
                <a:scrgbClr r="0" g="0" b="0"/>
              </a:lnRef>
              <a:fillRef idx="0">
                <a:scrgbClr r="0" g="0" b="0"/>
              </a:fillRef>
              <a:effectRef idx="0">
                <a:scrgbClr r="0" g="0" b="0"/>
              </a:effectRef>
              <a:fontRef idx="minor"/>
            </p:style>
          </p:sp>
          <p:sp>
            <p:nvSpPr>
              <p:cNvPr id="1556" name="Line 1342">
                <a:extLst>
                  <a:ext uri="{FF2B5EF4-FFF2-40B4-BE49-F238E27FC236}">
                    <a16:creationId xmlns:a16="http://schemas.microsoft.com/office/drawing/2014/main" id="{F9CE538A-F628-4DC4-A703-A10C06D124AE}"/>
                  </a:ext>
                </a:extLst>
              </p:cNvPr>
              <p:cNvSpPr/>
              <p:nvPr/>
            </p:nvSpPr>
            <p:spPr>
              <a:xfrm>
                <a:off x="5409360" y="2344680"/>
                <a:ext cx="59760" cy="146880"/>
              </a:xfrm>
              <a:prstGeom prst="line">
                <a:avLst/>
              </a:prstGeom>
              <a:ln>
                <a:solidFill>
                  <a:srgbClr val="9A9A9A"/>
                </a:solidFill>
              </a:ln>
            </p:spPr>
            <p:style>
              <a:lnRef idx="0">
                <a:scrgbClr r="0" g="0" b="0"/>
              </a:lnRef>
              <a:fillRef idx="0">
                <a:scrgbClr r="0" g="0" b="0"/>
              </a:fillRef>
              <a:effectRef idx="0">
                <a:scrgbClr r="0" g="0" b="0"/>
              </a:effectRef>
              <a:fontRef idx="minor"/>
            </p:style>
          </p:sp>
          <p:sp>
            <p:nvSpPr>
              <p:cNvPr id="1557" name="Line 1343">
                <a:extLst>
                  <a:ext uri="{FF2B5EF4-FFF2-40B4-BE49-F238E27FC236}">
                    <a16:creationId xmlns:a16="http://schemas.microsoft.com/office/drawing/2014/main" id="{BCD516CE-0733-45A4-AA08-AAD52DDB56F6}"/>
                  </a:ext>
                </a:extLst>
              </p:cNvPr>
              <p:cNvSpPr/>
              <p:nvPr/>
            </p:nvSpPr>
            <p:spPr>
              <a:xfrm>
                <a:off x="5287320" y="2144520"/>
                <a:ext cx="60840" cy="41760"/>
              </a:xfrm>
              <a:prstGeom prst="line">
                <a:avLst/>
              </a:prstGeom>
              <a:ln>
                <a:solidFill>
                  <a:srgbClr val="B1B1B1"/>
                </a:solidFill>
              </a:ln>
            </p:spPr>
            <p:style>
              <a:lnRef idx="0">
                <a:scrgbClr r="0" g="0" b="0"/>
              </a:lnRef>
              <a:fillRef idx="0">
                <a:scrgbClr r="0" g="0" b="0"/>
              </a:fillRef>
              <a:effectRef idx="0">
                <a:scrgbClr r="0" g="0" b="0"/>
              </a:effectRef>
              <a:fontRef idx="minor"/>
            </p:style>
          </p:sp>
          <p:sp>
            <p:nvSpPr>
              <p:cNvPr id="1558" name="Line 1344">
                <a:extLst>
                  <a:ext uri="{FF2B5EF4-FFF2-40B4-BE49-F238E27FC236}">
                    <a16:creationId xmlns:a16="http://schemas.microsoft.com/office/drawing/2014/main" id="{A1BE8803-25D4-4782-B9B9-3C6F7C7EB735}"/>
                  </a:ext>
                </a:extLst>
              </p:cNvPr>
              <p:cNvSpPr/>
              <p:nvPr/>
            </p:nvSpPr>
            <p:spPr>
              <a:xfrm>
                <a:off x="5348160" y="2186280"/>
                <a:ext cx="61200" cy="158400"/>
              </a:xfrm>
              <a:prstGeom prst="line">
                <a:avLst/>
              </a:prstGeom>
              <a:ln>
                <a:solidFill>
                  <a:srgbClr val="A7A7A7"/>
                </a:solidFill>
              </a:ln>
            </p:spPr>
            <p:style>
              <a:lnRef idx="0">
                <a:scrgbClr r="0" g="0" b="0"/>
              </a:lnRef>
              <a:fillRef idx="0">
                <a:scrgbClr r="0" g="0" b="0"/>
              </a:fillRef>
              <a:effectRef idx="0">
                <a:scrgbClr r="0" g="0" b="0"/>
              </a:effectRef>
              <a:fontRef idx="minor"/>
            </p:style>
          </p:sp>
          <p:sp>
            <p:nvSpPr>
              <p:cNvPr id="1559" name="Line 1345">
                <a:extLst>
                  <a:ext uri="{FF2B5EF4-FFF2-40B4-BE49-F238E27FC236}">
                    <a16:creationId xmlns:a16="http://schemas.microsoft.com/office/drawing/2014/main" id="{B72E452D-9563-4BBC-B410-35052080E34A}"/>
                  </a:ext>
                </a:extLst>
              </p:cNvPr>
              <p:cNvSpPr/>
              <p:nvPr/>
            </p:nvSpPr>
            <p:spPr>
              <a:xfrm>
                <a:off x="6737040" y="2660040"/>
                <a:ext cx="61200" cy="28800"/>
              </a:xfrm>
              <a:prstGeom prst="line">
                <a:avLst/>
              </a:prstGeom>
              <a:ln>
                <a:solidFill>
                  <a:srgbClr val="9E9E9E"/>
                </a:solidFill>
              </a:ln>
            </p:spPr>
            <p:style>
              <a:lnRef idx="0">
                <a:scrgbClr r="0" g="0" b="0"/>
              </a:lnRef>
              <a:fillRef idx="0">
                <a:scrgbClr r="0" g="0" b="0"/>
              </a:fillRef>
              <a:effectRef idx="0">
                <a:scrgbClr r="0" g="0" b="0"/>
              </a:effectRef>
              <a:fontRef idx="minor"/>
            </p:style>
          </p:sp>
          <p:sp>
            <p:nvSpPr>
              <p:cNvPr id="1560" name="Line 1346">
                <a:extLst>
                  <a:ext uri="{FF2B5EF4-FFF2-40B4-BE49-F238E27FC236}">
                    <a16:creationId xmlns:a16="http://schemas.microsoft.com/office/drawing/2014/main" id="{F348BCDF-146F-4B4E-80A2-4BA8E2CFE21A}"/>
                  </a:ext>
                </a:extLst>
              </p:cNvPr>
              <p:cNvSpPr/>
              <p:nvPr/>
            </p:nvSpPr>
            <p:spPr>
              <a:xfrm flipH="1" flipV="1">
                <a:off x="6798240" y="2529720"/>
                <a:ext cx="61200" cy="29160"/>
              </a:xfrm>
              <a:prstGeom prst="line">
                <a:avLst/>
              </a:prstGeom>
              <a:ln>
                <a:solidFill>
                  <a:srgbClr val="ACACAC"/>
                </a:solidFill>
              </a:ln>
            </p:spPr>
            <p:style>
              <a:lnRef idx="0">
                <a:scrgbClr r="0" g="0" b="0"/>
              </a:lnRef>
              <a:fillRef idx="0">
                <a:scrgbClr r="0" g="0" b="0"/>
              </a:fillRef>
              <a:effectRef idx="0">
                <a:scrgbClr r="0" g="0" b="0"/>
              </a:effectRef>
              <a:fontRef idx="minor"/>
            </p:style>
          </p:sp>
          <p:sp>
            <p:nvSpPr>
              <p:cNvPr id="1561" name="Line 1347">
                <a:extLst>
                  <a:ext uri="{FF2B5EF4-FFF2-40B4-BE49-F238E27FC236}">
                    <a16:creationId xmlns:a16="http://schemas.microsoft.com/office/drawing/2014/main" id="{D9214E61-9E75-45FE-95B2-FF964E541570}"/>
                  </a:ext>
                </a:extLst>
              </p:cNvPr>
              <p:cNvSpPr/>
              <p:nvPr/>
            </p:nvSpPr>
            <p:spPr>
              <a:xfrm flipV="1">
                <a:off x="6798240" y="2558880"/>
                <a:ext cx="61200" cy="129960"/>
              </a:xfrm>
              <a:prstGeom prst="line">
                <a:avLst/>
              </a:prstGeom>
              <a:ln>
                <a:solidFill>
                  <a:srgbClr val="A3A3A3"/>
                </a:solidFill>
              </a:ln>
            </p:spPr>
            <p:style>
              <a:lnRef idx="0">
                <a:scrgbClr r="0" g="0" b="0"/>
              </a:lnRef>
              <a:fillRef idx="0">
                <a:scrgbClr r="0" g="0" b="0"/>
              </a:fillRef>
              <a:effectRef idx="0">
                <a:scrgbClr r="0" g="0" b="0"/>
              </a:effectRef>
              <a:fontRef idx="minor"/>
            </p:style>
          </p:sp>
          <p:sp>
            <p:nvSpPr>
              <p:cNvPr id="1562" name="Line 1348">
                <a:extLst>
                  <a:ext uri="{FF2B5EF4-FFF2-40B4-BE49-F238E27FC236}">
                    <a16:creationId xmlns:a16="http://schemas.microsoft.com/office/drawing/2014/main" id="{EC2D5DD7-AC39-4BC6-8CA7-BC4236956D35}"/>
                  </a:ext>
                </a:extLst>
              </p:cNvPr>
              <p:cNvSpPr/>
              <p:nvPr/>
            </p:nvSpPr>
            <p:spPr>
              <a:xfrm>
                <a:off x="6677280" y="2777040"/>
                <a:ext cx="59760" cy="29880"/>
              </a:xfrm>
              <a:prstGeom prst="line">
                <a:avLst/>
              </a:prstGeom>
              <a:ln>
                <a:solidFill>
                  <a:srgbClr val="929292"/>
                </a:solidFill>
              </a:ln>
            </p:spPr>
            <p:style>
              <a:lnRef idx="0">
                <a:scrgbClr r="0" g="0" b="0"/>
              </a:lnRef>
              <a:fillRef idx="0">
                <a:scrgbClr r="0" g="0" b="0"/>
              </a:fillRef>
              <a:effectRef idx="0">
                <a:scrgbClr r="0" g="0" b="0"/>
              </a:effectRef>
              <a:fontRef idx="minor"/>
            </p:style>
          </p:sp>
          <p:sp>
            <p:nvSpPr>
              <p:cNvPr id="1563" name="Line 1349">
                <a:extLst>
                  <a:ext uri="{FF2B5EF4-FFF2-40B4-BE49-F238E27FC236}">
                    <a16:creationId xmlns:a16="http://schemas.microsoft.com/office/drawing/2014/main" id="{29AB6C6D-AFD8-4BF3-899F-5254D7172E7B}"/>
                  </a:ext>
                </a:extLst>
              </p:cNvPr>
              <p:cNvSpPr/>
              <p:nvPr/>
            </p:nvSpPr>
            <p:spPr>
              <a:xfrm flipV="1">
                <a:off x="6737040" y="2688840"/>
                <a:ext cx="61200" cy="118080"/>
              </a:xfrm>
              <a:prstGeom prst="line">
                <a:avLst/>
              </a:prstGeom>
              <a:ln>
                <a:solidFill>
                  <a:srgbClr val="969696"/>
                </a:solidFill>
              </a:ln>
            </p:spPr>
            <p:style>
              <a:lnRef idx="0">
                <a:scrgbClr r="0" g="0" b="0"/>
              </a:lnRef>
              <a:fillRef idx="0">
                <a:scrgbClr r="0" g="0" b="0"/>
              </a:fillRef>
              <a:effectRef idx="0">
                <a:scrgbClr r="0" g="0" b="0"/>
              </a:effectRef>
              <a:fontRef idx="minor"/>
            </p:style>
          </p:sp>
          <p:sp>
            <p:nvSpPr>
              <p:cNvPr id="1564" name="Line 1350">
                <a:extLst>
                  <a:ext uri="{FF2B5EF4-FFF2-40B4-BE49-F238E27FC236}">
                    <a16:creationId xmlns:a16="http://schemas.microsoft.com/office/drawing/2014/main" id="{6B0A6A4C-3A94-4097-A2D9-CE6D0E7D3E2E}"/>
                  </a:ext>
                </a:extLst>
              </p:cNvPr>
              <p:cNvSpPr/>
              <p:nvPr/>
            </p:nvSpPr>
            <p:spPr>
              <a:xfrm>
                <a:off x="6616080" y="2882160"/>
                <a:ext cx="61200" cy="28800"/>
              </a:xfrm>
              <a:prstGeom prst="line">
                <a:avLst/>
              </a:prstGeom>
              <a:ln>
                <a:solidFill>
                  <a:srgbClr val="868686"/>
                </a:solidFill>
              </a:ln>
            </p:spPr>
            <p:style>
              <a:lnRef idx="0">
                <a:scrgbClr r="0" g="0" b="0"/>
              </a:lnRef>
              <a:fillRef idx="0">
                <a:scrgbClr r="0" g="0" b="0"/>
              </a:fillRef>
              <a:effectRef idx="0">
                <a:scrgbClr r="0" g="0" b="0"/>
              </a:effectRef>
              <a:fontRef idx="minor"/>
            </p:style>
          </p:sp>
          <p:sp>
            <p:nvSpPr>
              <p:cNvPr id="1565" name="Line 1351">
                <a:extLst>
                  <a:ext uri="{FF2B5EF4-FFF2-40B4-BE49-F238E27FC236}">
                    <a16:creationId xmlns:a16="http://schemas.microsoft.com/office/drawing/2014/main" id="{55BFEE29-B130-43F3-A2AD-BF4026F5B8C2}"/>
                  </a:ext>
                </a:extLst>
              </p:cNvPr>
              <p:cNvSpPr/>
              <p:nvPr/>
            </p:nvSpPr>
            <p:spPr>
              <a:xfrm flipV="1">
                <a:off x="6677280" y="2806920"/>
                <a:ext cx="59760" cy="104040"/>
              </a:xfrm>
              <a:prstGeom prst="line">
                <a:avLst/>
              </a:prstGeom>
              <a:ln>
                <a:solidFill>
                  <a:srgbClr val="8A8A8A"/>
                </a:solidFill>
              </a:ln>
            </p:spPr>
            <p:style>
              <a:lnRef idx="0">
                <a:scrgbClr r="0" g="0" b="0"/>
              </a:lnRef>
              <a:fillRef idx="0">
                <a:scrgbClr r="0" g="0" b="0"/>
              </a:fillRef>
              <a:effectRef idx="0">
                <a:scrgbClr r="0" g="0" b="0"/>
              </a:effectRef>
              <a:fontRef idx="minor"/>
            </p:style>
          </p:sp>
          <p:sp>
            <p:nvSpPr>
              <p:cNvPr id="1566" name="Line 1352">
                <a:extLst>
                  <a:ext uri="{FF2B5EF4-FFF2-40B4-BE49-F238E27FC236}">
                    <a16:creationId xmlns:a16="http://schemas.microsoft.com/office/drawing/2014/main" id="{EEFB3895-D1FD-404A-B329-BBE4249F4891}"/>
                  </a:ext>
                </a:extLst>
              </p:cNvPr>
              <p:cNvSpPr/>
              <p:nvPr/>
            </p:nvSpPr>
            <p:spPr>
              <a:xfrm>
                <a:off x="6557040" y="2974320"/>
                <a:ext cx="59040" cy="28800"/>
              </a:xfrm>
              <a:prstGeom prst="line">
                <a:avLst/>
              </a:prstGeom>
              <a:ln>
                <a:solidFill>
                  <a:srgbClr val="7C7C7C"/>
                </a:solidFill>
              </a:ln>
            </p:spPr>
            <p:style>
              <a:lnRef idx="0">
                <a:scrgbClr r="0" g="0" b="0"/>
              </a:lnRef>
              <a:fillRef idx="0">
                <a:scrgbClr r="0" g="0" b="0"/>
              </a:fillRef>
              <a:effectRef idx="0">
                <a:scrgbClr r="0" g="0" b="0"/>
              </a:effectRef>
              <a:fontRef idx="minor"/>
            </p:style>
          </p:sp>
          <p:sp>
            <p:nvSpPr>
              <p:cNvPr id="1567" name="Line 1353">
                <a:extLst>
                  <a:ext uri="{FF2B5EF4-FFF2-40B4-BE49-F238E27FC236}">
                    <a16:creationId xmlns:a16="http://schemas.microsoft.com/office/drawing/2014/main" id="{8F306D40-DADF-4FA7-A574-D2D18FFA204A}"/>
                  </a:ext>
                </a:extLst>
              </p:cNvPr>
              <p:cNvSpPr/>
              <p:nvPr/>
            </p:nvSpPr>
            <p:spPr>
              <a:xfrm flipV="1">
                <a:off x="6616080" y="2910960"/>
                <a:ext cx="61200" cy="92160"/>
              </a:xfrm>
              <a:prstGeom prst="line">
                <a:avLst/>
              </a:prstGeom>
              <a:ln>
                <a:solidFill>
                  <a:srgbClr val="7F7F7F"/>
                </a:solidFill>
              </a:ln>
            </p:spPr>
            <p:style>
              <a:lnRef idx="0">
                <a:scrgbClr r="0" g="0" b="0"/>
              </a:lnRef>
              <a:fillRef idx="0">
                <a:scrgbClr r="0" g="0" b="0"/>
              </a:fillRef>
              <a:effectRef idx="0">
                <a:scrgbClr r="0" g="0" b="0"/>
              </a:effectRef>
              <a:fontRef idx="minor"/>
            </p:style>
          </p:sp>
          <p:sp>
            <p:nvSpPr>
              <p:cNvPr id="1568" name="Line 1354">
                <a:extLst>
                  <a:ext uri="{FF2B5EF4-FFF2-40B4-BE49-F238E27FC236}">
                    <a16:creationId xmlns:a16="http://schemas.microsoft.com/office/drawing/2014/main" id="{268EB087-2CBE-43F0-8360-082DC0753EC0}"/>
                  </a:ext>
                </a:extLst>
              </p:cNvPr>
              <p:cNvSpPr/>
              <p:nvPr/>
            </p:nvSpPr>
            <p:spPr>
              <a:xfrm>
                <a:off x="6496920" y="3054240"/>
                <a:ext cx="60120" cy="29160"/>
              </a:xfrm>
              <a:prstGeom prst="line">
                <a:avLst/>
              </a:prstGeom>
              <a:ln>
                <a:solidFill>
                  <a:srgbClr val="737373"/>
                </a:solidFill>
              </a:ln>
            </p:spPr>
            <p:style>
              <a:lnRef idx="0">
                <a:scrgbClr r="0" g="0" b="0"/>
              </a:lnRef>
              <a:fillRef idx="0">
                <a:scrgbClr r="0" g="0" b="0"/>
              </a:fillRef>
              <a:effectRef idx="0">
                <a:scrgbClr r="0" g="0" b="0"/>
              </a:effectRef>
              <a:fontRef idx="minor"/>
            </p:style>
          </p:sp>
          <p:sp>
            <p:nvSpPr>
              <p:cNvPr id="1569" name="Line 1355">
                <a:extLst>
                  <a:ext uri="{FF2B5EF4-FFF2-40B4-BE49-F238E27FC236}">
                    <a16:creationId xmlns:a16="http://schemas.microsoft.com/office/drawing/2014/main" id="{17F9EA27-86C1-445F-8B19-A8AA6BA3A20E}"/>
                  </a:ext>
                </a:extLst>
              </p:cNvPr>
              <p:cNvSpPr/>
              <p:nvPr/>
            </p:nvSpPr>
            <p:spPr>
              <a:xfrm flipV="1">
                <a:off x="6557040" y="3003120"/>
                <a:ext cx="59040" cy="80280"/>
              </a:xfrm>
              <a:prstGeom prst="line">
                <a:avLst/>
              </a:prstGeom>
              <a:ln>
                <a:solidFill>
                  <a:srgbClr val="757575"/>
                </a:solidFill>
              </a:ln>
            </p:spPr>
            <p:style>
              <a:lnRef idx="0">
                <a:scrgbClr r="0" g="0" b="0"/>
              </a:lnRef>
              <a:fillRef idx="0">
                <a:scrgbClr r="0" g="0" b="0"/>
              </a:fillRef>
              <a:effectRef idx="0">
                <a:scrgbClr r="0" g="0" b="0"/>
              </a:effectRef>
              <a:fontRef idx="minor"/>
            </p:style>
          </p:sp>
          <p:sp>
            <p:nvSpPr>
              <p:cNvPr id="1570" name="Line 1356">
                <a:extLst>
                  <a:ext uri="{FF2B5EF4-FFF2-40B4-BE49-F238E27FC236}">
                    <a16:creationId xmlns:a16="http://schemas.microsoft.com/office/drawing/2014/main" id="{02724ED7-DFD6-44B5-A008-8E57F83E4136}"/>
                  </a:ext>
                </a:extLst>
              </p:cNvPr>
              <p:cNvSpPr/>
              <p:nvPr/>
            </p:nvSpPr>
            <p:spPr>
              <a:xfrm>
                <a:off x="6436080" y="3120480"/>
                <a:ext cx="60840" cy="29880"/>
              </a:xfrm>
              <a:prstGeom prst="line">
                <a:avLst/>
              </a:prstGeom>
              <a:ln>
                <a:solidFill>
                  <a:srgbClr val="6B6B6B"/>
                </a:solidFill>
              </a:ln>
            </p:spPr>
            <p:style>
              <a:lnRef idx="0">
                <a:scrgbClr r="0" g="0" b="0"/>
              </a:lnRef>
              <a:fillRef idx="0">
                <a:scrgbClr r="0" g="0" b="0"/>
              </a:fillRef>
              <a:effectRef idx="0">
                <a:scrgbClr r="0" g="0" b="0"/>
              </a:effectRef>
              <a:fontRef idx="minor"/>
            </p:style>
          </p:sp>
          <p:sp>
            <p:nvSpPr>
              <p:cNvPr id="1571" name="Line 1357">
                <a:extLst>
                  <a:ext uri="{FF2B5EF4-FFF2-40B4-BE49-F238E27FC236}">
                    <a16:creationId xmlns:a16="http://schemas.microsoft.com/office/drawing/2014/main" id="{9C863AD6-2450-44E3-8143-D2BC5E0B9173}"/>
                  </a:ext>
                </a:extLst>
              </p:cNvPr>
              <p:cNvSpPr/>
              <p:nvPr/>
            </p:nvSpPr>
            <p:spPr>
              <a:xfrm flipV="1">
                <a:off x="6496920" y="3083400"/>
                <a:ext cx="60120" cy="66960"/>
              </a:xfrm>
              <a:prstGeom prst="line">
                <a:avLst/>
              </a:prstGeom>
              <a:ln>
                <a:solidFill>
                  <a:srgbClr val="6D6D6D"/>
                </a:solidFill>
              </a:ln>
            </p:spPr>
            <p:style>
              <a:lnRef idx="0">
                <a:scrgbClr r="0" g="0" b="0"/>
              </a:lnRef>
              <a:fillRef idx="0">
                <a:scrgbClr r="0" g="0" b="0"/>
              </a:fillRef>
              <a:effectRef idx="0">
                <a:scrgbClr r="0" g="0" b="0"/>
              </a:effectRef>
              <a:fontRef idx="minor"/>
            </p:style>
          </p:sp>
          <p:sp>
            <p:nvSpPr>
              <p:cNvPr id="1572" name="Line 1358">
                <a:extLst>
                  <a:ext uri="{FF2B5EF4-FFF2-40B4-BE49-F238E27FC236}">
                    <a16:creationId xmlns:a16="http://schemas.microsoft.com/office/drawing/2014/main" id="{BE70A47B-AAC9-457F-B771-C9338B748DCD}"/>
                  </a:ext>
                </a:extLst>
              </p:cNvPr>
              <p:cNvSpPr/>
              <p:nvPr/>
            </p:nvSpPr>
            <p:spPr>
              <a:xfrm>
                <a:off x="6374880" y="3175560"/>
                <a:ext cx="61200" cy="29880"/>
              </a:xfrm>
              <a:prstGeom prst="line">
                <a:avLst/>
              </a:prstGeom>
              <a:ln>
                <a:solidFill>
                  <a:srgbClr val="646464"/>
                </a:solidFill>
              </a:ln>
            </p:spPr>
            <p:style>
              <a:lnRef idx="0">
                <a:scrgbClr r="0" g="0" b="0"/>
              </a:lnRef>
              <a:fillRef idx="0">
                <a:scrgbClr r="0" g="0" b="0"/>
              </a:fillRef>
              <a:effectRef idx="0">
                <a:scrgbClr r="0" g="0" b="0"/>
              </a:effectRef>
              <a:fontRef idx="minor"/>
            </p:style>
          </p:sp>
          <p:sp>
            <p:nvSpPr>
              <p:cNvPr id="1573" name="Line 1359">
                <a:extLst>
                  <a:ext uri="{FF2B5EF4-FFF2-40B4-BE49-F238E27FC236}">
                    <a16:creationId xmlns:a16="http://schemas.microsoft.com/office/drawing/2014/main" id="{77F3C282-B5FC-4B0D-94CD-7CFF4A2D1A12}"/>
                  </a:ext>
                </a:extLst>
              </p:cNvPr>
              <p:cNvSpPr/>
              <p:nvPr/>
            </p:nvSpPr>
            <p:spPr>
              <a:xfrm flipV="1">
                <a:off x="6436080" y="3150360"/>
                <a:ext cx="60840" cy="55080"/>
              </a:xfrm>
              <a:prstGeom prst="line">
                <a:avLst/>
              </a:prstGeom>
              <a:ln>
                <a:solidFill>
                  <a:srgbClr val="666666"/>
                </a:solidFill>
              </a:ln>
            </p:spPr>
            <p:style>
              <a:lnRef idx="0">
                <a:scrgbClr r="0" g="0" b="0"/>
              </a:lnRef>
              <a:fillRef idx="0">
                <a:scrgbClr r="0" g="0" b="0"/>
              </a:fillRef>
              <a:effectRef idx="0">
                <a:scrgbClr r="0" g="0" b="0"/>
              </a:effectRef>
              <a:fontRef idx="minor"/>
            </p:style>
          </p:sp>
          <p:sp>
            <p:nvSpPr>
              <p:cNvPr id="1574" name="Line 1360">
                <a:extLst>
                  <a:ext uri="{FF2B5EF4-FFF2-40B4-BE49-F238E27FC236}">
                    <a16:creationId xmlns:a16="http://schemas.microsoft.com/office/drawing/2014/main" id="{60137ECD-3CD3-4F72-933B-F20F0F373B02}"/>
                  </a:ext>
                </a:extLst>
              </p:cNvPr>
              <p:cNvSpPr/>
              <p:nvPr/>
            </p:nvSpPr>
            <p:spPr>
              <a:xfrm>
                <a:off x="6314760" y="3217320"/>
                <a:ext cx="60120" cy="30240"/>
              </a:xfrm>
              <a:prstGeom prst="line">
                <a:avLst/>
              </a:prstGeom>
              <a:ln>
                <a:solidFill>
                  <a:srgbClr val="5F5F5F"/>
                </a:solidFill>
              </a:ln>
            </p:spPr>
            <p:style>
              <a:lnRef idx="0">
                <a:scrgbClr r="0" g="0" b="0"/>
              </a:lnRef>
              <a:fillRef idx="0">
                <a:scrgbClr r="0" g="0" b="0"/>
              </a:fillRef>
              <a:effectRef idx="0">
                <a:scrgbClr r="0" g="0" b="0"/>
              </a:effectRef>
              <a:fontRef idx="minor"/>
            </p:style>
          </p:sp>
          <p:sp>
            <p:nvSpPr>
              <p:cNvPr id="1575" name="Line 1361">
                <a:extLst>
                  <a:ext uri="{FF2B5EF4-FFF2-40B4-BE49-F238E27FC236}">
                    <a16:creationId xmlns:a16="http://schemas.microsoft.com/office/drawing/2014/main" id="{40DF845D-D458-4ED6-8E41-99805D5A89DF}"/>
                  </a:ext>
                </a:extLst>
              </p:cNvPr>
              <p:cNvSpPr/>
              <p:nvPr/>
            </p:nvSpPr>
            <p:spPr>
              <a:xfrm flipV="1">
                <a:off x="6374880" y="3205440"/>
                <a:ext cx="61200" cy="42120"/>
              </a:xfrm>
              <a:prstGeom prst="line">
                <a:avLst/>
              </a:prstGeom>
              <a:ln>
                <a:solidFill>
                  <a:srgbClr val="606060"/>
                </a:solidFill>
              </a:ln>
            </p:spPr>
            <p:style>
              <a:lnRef idx="0">
                <a:scrgbClr r="0" g="0" b="0"/>
              </a:lnRef>
              <a:fillRef idx="0">
                <a:scrgbClr r="0" g="0" b="0"/>
              </a:fillRef>
              <a:effectRef idx="0">
                <a:scrgbClr r="0" g="0" b="0"/>
              </a:effectRef>
              <a:fontRef idx="minor"/>
            </p:style>
          </p:sp>
          <p:sp>
            <p:nvSpPr>
              <p:cNvPr id="1576" name="Line 1362">
                <a:extLst>
                  <a:ext uri="{FF2B5EF4-FFF2-40B4-BE49-F238E27FC236}">
                    <a16:creationId xmlns:a16="http://schemas.microsoft.com/office/drawing/2014/main" id="{7A7833C8-A93D-4A40-AE64-351A32ECA01A}"/>
                  </a:ext>
                </a:extLst>
              </p:cNvPr>
              <p:cNvSpPr/>
              <p:nvPr/>
            </p:nvSpPr>
            <p:spPr>
              <a:xfrm>
                <a:off x="6253920" y="3247560"/>
                <a:ext cx="60840" cy="28800"/>
              </a:xfrm>
              <a:prstGeom prst="line">
                <a:avLst/>
              </a:prstGeom>
              <a:ln>
                <a:solidFill>
                  <a:srgbClr val="5B5B5B"/>
                </a:solidFill>
              </a:ln>
            </p:spPr>
            <p:style>
              <a:lnRef idx="0">
                <a:scrgbClr r="0" g="0" b="0"/>
              </a:lnRef>
              <a:fillRef idx="0">
                <a:scrgbClr r="0" g="0" b="0"/>
              </a:fillRef>
              <a:effectRef idx="0">
                <a:scrgbClr r="0" g="0" b="0"/>
              </a:effectRef>
              <a:fontRef idx="minor"/>
            </p:style>
          </p:sp>
          <p:sp>
            <p:nvSpPr>
              <p:cNvPr id="1577" name="Line 1363">
                <a:extLst>
                  <a:ext uri="{FF2B5EF4-FFF2-40B4-BE49-F238E27FC236}">
                    <a16:creationId xmlns:a16="http://schemas.microsoft.com/office/drawing/2014/main" id="{1BF0DA7B-A02B-4E9C-B31D-0183CCDD0E2F}"/>
                  </a:ext>
                </a:extLst>
              </p:cNvPr>
              <p:cNvSpPr/>
              <p:nvPr/>
            </p:nvSpPr>
            <p:spPr>
              <a:xfrm flipV="1">
                <a:off x="6314760" y="3247560"/>
                <a:ext cx="60120" cy="28800"/>
              </a:xfrm>
              <a:prstGeom prst="line">
                <a:avLst/>
              </a:prstGeom>
              <a:ln>
                <a:solidFill>
                  <a:srgbClr val="5B5B5B"/>
                </a:solidFill>
              </a:ln>
            </p:spPr>
            <p:style>
              <a:lnRef idx="0">
                <a:scrgbClr r="0" g="0" b="0"/>
              </a:lnRef>
              <a:fillRef idx="0">
                <a:scrgbClr r="0" g="0" b="0"/>
              </a:fillRef>
              <a:effectRef idx="0">
                <a:scrgbClr r="0" g="0" b="0"/>
              </a:effectRef>
              <a:fontRef idx="minor"/>
            </p:style>
          </p:sp>
          <p:sp>
            <p:nvSpPr>
              <p:cNvPr id="1578" name="Line 1364">
                <a:extLst>
                  <a:ext uri="{FF2B5EF4-FFF2-40B4-BE49-F238E27FC236}">
                    <a16:creationId xmlns:a16="http://schemas.microsoft.com/office/drawing/2014/main" id="{E566552E-5BA9-4F96-B68E-AA4251A1EA42}"/>
                  </a:ext>
                </a:extLst>
              </p:cNvPr>
              <p:cNvSpPr/>
              <p:nvPr/>
            </p:nvSpPr>
            <p:spPr>
              <a:xfrm>
                <a:off x="6194880" y="3265560"/>
                <a:ext cx="59040" cy="28800"/>
              </a:xfrm>
              <a:prstGeom prst="line">
                <a:avLst/>
              </a:prstGeom>
              <a:ln>
                <a:solidFill>
                  <a:srgbClr val="585858"/>
                </a:solidFill>
              </a:ln>
            </p:spPr>
            <p:style>
              <a:lnRef idx="0">
                <a:scrgbClr r="0" g="0" b="0"/>
              </a:lnRef>
              <a:fillRef idx="0">
                <a:scrgbClr r="0" g="0" b="0"/>
              </a:fillRef>
              <a:effectRef idx="0">
                <a:scrgbClr r="0" g="0" b="0"/>
              </a:effectRef>
              <a:fontRef idx="minor"/>
            </p:style>
          </p:sp>
          <p:sp>
            <p:nvSpPr>
              <p:cNvPr id="1579" name="Line 1365">
                <a:extLst>
                  <a:ext uri="{FF2B5EF4-FFF2-40B4-BE49-F238E27FC236}">
                    <a16:creationId xmlns:a16="http://schemas.microsoft.com/office/drawing/2014/main" id="{02757447-EF0A-4FA2-B54E-34B672FA62A0}"/>
                  </a:ext>
                </a:extLst>
              </p:cNvPr>
              <p:cNvSpPr/>
              <p:nvPr/>
            </p:nvSpPr>
            <p:spPr>
              <a:xfrm flipV="1">
                <a:off x="6253920" y="3276360"/>
                <a:ext cx="60840" cy="18000"/>
              </a:xfrm>
              <a:prstGeom prst="line">
                <a:avLst/>
              </a:prstGeom>
              <a:ln>
                <a:solidFill>
                  <a:srgbClr val="575757"/>
                </a:solidFill>
              </a:ln>
            </p:spPr>
            <p:style>
              <a:lnRef idx="0">
                <a:scrgbClr r="0" g="0" b="0"/>
              </a:lnRef>
              <a:fillRef idx="0">
                <a:scrgbClr r="0" g="0" b="0"/>
              </a:fillRef>
              <a:effectRef idx="0">
                <a:scrgbClr r="0" g="0" b="0"/>
              </a:effectRef>
              <a:fontRef idx="minor"/>
            </p:style>
          </p:sp>
          <p:sp>
            <p:nvSpPr>
              <p:cNvPr id="1580" name="Line 1366">
                <a:extLst>
                  <a:ext uri="{FF2B5EF4-FFF2-40B4-BE49-F238E27FC236}">
                    <a16:creationId xmlns:a16="http://schemas.microsoft.com/office/drawing/2014/main" id="{57B7AA0F-2624-41F3-B0CA-BCCA07B13250}"/>
                  </a:ext>
                </a:extLst>
              </p:cNvPr>
              <p:cNvSpPr/>
              <p:nvPr/>
            </p:nvSpPr>
            <p:spPr>
              <a:xfrm>
                <a:off x="6133680" y="3268440"/>
                <a:ext cx="61200" cy="30240"/>
              </a:xfrm>
              <a:prstGeom prst="line">
                <a:avLst/>
              </a:prstGeom>
              <a:ln>
                <a:solidFill>
                  <a:srgbClr val="565656"/>
                </a:solidFill>
              </a:ln>
            </p:spPr>
            <p:style>
              <a:lnRef idx="0">
                <a:scrgbClr r="0" g="0" b="0"/>
              </a:lnRef>
              <a:fillRef idx="0">
                <a:scrgbClr r="0" g="0" b="0"/>
              </a:fillRef>
              <a:effectRef idx="0">
                <a:scrgbClr r="0" g="0" b="0"/>
              </a:effectRef>
              <a:fontRef idx="minor"/>
            </p:style>
          </p:sp>
          <p:sp>
            <p:nvSpPr>
              <p:cNvPr id="1581" name="Line 1367">
                <a:extLst>
                  <a:ext uri="{FF2B5EF4-FFF2-40B4-BE49-F238E27FC236}">
                    <a16:creationId xmlns:a16="http://schemas.microsoft.com/office/drawing/2014/main" id="{5CED0558-FCBB-4247-B93A-F33F44B8FF42}"/>
                  </a:ext>
                </a:extLst>
              </p:cNvPr>
              <p:cNvSpPr/>
              <p:nvPr/>
            </p:nvSpPr>
            <p:spPr>
              <a:xfrm flipV="1">
                <a:off x="6194880" y="3294360"/>
                <a:ext cx="59040" cy="4320"/>
              </a:xfrm>
              <a:prstGeom prst="line">
                <a:avLst/>
              </a:prstGeom>
              <a:ln>
                <a:solidFill>
                  <a:srgbClr val="555555"/>
                </a:solidFill>
              </a:ln>
            </p:spPr>
            <p:style>
              <a:lnRef idx="0">
                <a:scrgbClr r="0" g="0" b="0"/>
              </a:lnRef>
              <a:fillRef idx="0">
                <a:scrgbClr r="0" g="0" b="0"/>
              </a:fillRef>
              <a:effectRef idx="0">
                <a:scrgbClr r="0" g="0" b="0"/>
              </a:effectRef>
              <a:fontRef idx="minor"/>
            </p:style>
          </p:sp>
          <p:sp>
            <p:nvSpPr>
              <p:cNvPr id="1582" name="Line 1368">
                <a:extLst>
                  <a:ext uri="{FF2B5EF4-FFF2-40B4-BE49-F238E27FC236}">
                    <a16:creationId xmlns:a16="http://schemas.microsoft.com/office/drawing/2014/main" id="{09CEFF45-0BC6-4D47-82BD-C4B79C35C9DC}"/>
                  </a:ext>
                </a:extLst>
              </p:cNvPr>
              <p:cNvSpPr/>
              <p:nvPr/>
            </p:nvSpPr>
            <p:spPr>
              <a:xfrm>
                <a:off x="6073560" y="3261600"/>
                <a:ext cx="60120" cy="28800"/>
              </a:xfrm>
              <a:prstGeom prst="line">
                <a:avLst/>
              </a:prstGeom>
              <a:ln>
                <a:solidFill>
                  <a:srgbClr val="555555"/>
                </a:solidFill>
              </a:ln>
            </p:spPr>
            <p:style>
              <a:lnRef idx="0">
                <a:scrgbClr r="0" g="0" b="0"/>
              </a:lnRef>
              <a:fillRef idx="0">
                <a:scrgbClr r="0" g="0" b="0"/>
              </a:fillRef>
              <a:effectRef idx="0">
                <a:scrgbClr r="0" g="0" b="0"/>
              </a:effectRef>
              <a:fontRef idx="minor"/>
            </p:style>
          </p:sp>
          <p:sp>
            <p:nvSpPr>
              <p:cNvPr id="1583" name="Line 1369">
                <a:extLst>
                  <a:ext uri="{FF2B5EF4-FFF2-40B4-BE49-F238E27FC236}">
                    <a16:creationId xmlns:a16="http://schemas.microsoft.com/office/drawing/2014/main" id="{6B9B0DF0-66B8-406F-9E99-F1C5B3EFD03E}"/>
                  </a:ext>
                </a:extLst>
              </p:cNvPr>
              <p:cNvSpPr/>
              <p:nvPr/>
            </p:nvSpPr>
            <p:spPr>
              <a:xfrm>
                <a:off x="6133680" y="3290400"/>
                <a:ext cx="61200" cy="8280"/>
              </a:xfrm>
              <a:prstGeom prst="line">
                <a:avLst/>
              </a:prstGeom>
              <a:ln>
                <a:solidFill>
                  <a:srgbClr val="545454"/>
                </a:solidFill>
              </a:ln>
            </p:spPr>
            <p:style>
              <a:lnRef idx="0">
                <a:scrgbClr r="0" g="0" b="0"/>
              </a:lnRef>
              <a:fillRef idx="0">
                <a:scrgbClr r="0" g="0" b="0"/>
              </a:fillRef>
              <a:effectRef idx="0">
                <a:scrgbClr r="0" g="0" b="0"/>
              </a:effectRef>
              <a:fontRef idx="minor"/>
            </p:style>
          </p:sp>
          <p:sp>
            <p:nvSpPr>
              <p:cNvPr id="1584" name="Line 1370">
                <a:extLst>
                  <a:ext uri="{FF2B5EF4-FFF2-40B4-BE49-F238E27FC236}">
                    <a16:creationId xmlns:a16="http://schemas.microsoft.com/office/drawing/2014/main" id="{03859E01-0DAC-4B20-A4FA-53909EA61AB3}"/>
                  </a:ext>
                </a:extLst>
              </p:cNvPr>
              <p:cNvSpPr/>
              <p:nvPr/>
            </p:nvSpPr>
            <p:spPr>
              <a:xfrm>
                <a:off x="6012720" y="3240360"/>
                <a:ext cx="60840" cy="30240"/>
              </a:xfrm>
              <a:prstGeom prst="line">
                <a:avLst/>
              </a:prstGeom>
              <a:ln>
                <a:solidFill>
                  <a:srgbClr val="565656"/>
                </a:solidFill>
              </a:ln>
            </p:spPr>
            <p:style>
              <a:lnRef idx="0">
                <a:scrgbClr r="0" g="0" b="0"/>
              </a:lnRef>
              <a:fillRef idx="0">
                <a:scrgbClr r="0" g="0" b="0"/>
              </a:fillRef>
              <a:effectRef idx="0">
                <a:scrgbClr r="0" g="0" b="0"/>
              </a:effectRef>
              <a:fontRef idx="minor"/>
            </p:style>
          </p:sp>
          <p:sp>
            <p:nvSpPr>
              <p:cNvPr id="1585" name="Line 1371">
                <a:extLst>
                  <a:ext uri="{FF2B5EF4-FFF2-40B4-BE49-F238E27FC236}">
                    <a16:creationId xmlns:a16="http://schemas.microsoft.com/office/drawing/2014/main" id="{BB685FF3-F00A-44FC-8835-DF33BD680767}"/>
                  </a:ext>
                </a:extLst>
              </p:cNvPr>
              <p:cNvSpPr/>
              <p:nvPr/>
            </p:nvSpPr>
            <p:spPr>
              <a:xfrm>
                <a:off x="6073560" y="3270600"/>
                <a:ext cx="60120" cy="19800"/>
              </a:xfrm>
              <a:prstGeom prst="line">
                <a:avLst/>
              </a:prstGeom>
              <a:ln>
                <a:solidFill>
                  <a:srgbClr val="545454"/>
                </a:solidFill>
              </a:ln>
            </p:spPr>
            <p:style>
              <a:lnRef idx="0">
                <a:scrgbClr r="0" g="0" b="0"/>
              </a:lnRef>
              <a:fillRef idx="0">
                <a:scrgbClr r="0" g="0" b="0"/>
              </a:fillRef>
              <a:effectRef idx="0">
                <a:scrgbClr r="0" g="0" b="0"/>
              </a:effectRef>
              <a:fontRef idx="minor"/>
            </p:style>
          </p:sp>
          <p:sp>
            <p:nvSpPr>
              <p:cNvPr id="1586" name="Line 1372">
                <a:extLst>
                  <a:ext uri="{FF2B5EF4-FFF2-40B4-BE49-F238E27FC236}">
                    <a16:creationId xmlns:a16="http://schemas.microsoft.com/office/drawing/2014/main" id="{8F742EF5-4849-4B18-A5A3-A8EA9F90273C}"/>
                  </a:ext>
                </a:extLst>
              </p:cNvPr>
              <p:cNvSpPr/>
              <p:nvPr/>
            </p:nvSpPr>
            <p:spPr>
              <a:xfrm>
                <a:off x="5951520" y="3207600"/>
                <a:ext cx="61200" cy="29880"/>
              </a:xfrm>
              <a:prstGeom prst="line">
                <a:avLst/>
              </a:prstGeom>
              <a:ln>
                <a:solidFill>
                  <a:srgbClr val="585858"/>
                </a:solidFill>
              </a:ln>
            </p:spPr>
            <p:style>
              <a:lnRef idx="0">
                <a:scrgbClr r="0" g="0" b="0"/>
              </a:lnRef>
              <a:fillRef idx="0">
                <a:scrgbClr r="0" g="0" b="0"/>
              </a:fillRef>
              <a:effectRef idx="0">
                <a:scrgbClr r="0" g="0" b="0"/>
              </a:effectRef>
              <a:fontRef idx="minor"/>
            </p:style>
          </p:sp>
          <p:sp>
            <p:nvSpPr>
              <p:cNvPr id="1587" name="Line 1373">
                <a:extLst>
                  <a:ext uri="{FF2B5EF4-FFF2-40B4-BE49-F238E27FC236}">
                    <a16:creationId xmlns:a16="http://schemas.microsoft.com/office/drawing/2014/main" id="{BA890EBD-AFF0-4D75-A344-51FAC4E03A7F}"/>
                  </a:ext>
                </a:extLst>
              </p:cNvPr>
              <p:cNvSpPr/>
              <p:nvPr/>
            </p:nvSpPr>
            <p:spPr>
              <a:xfrm>
                <a:off x="6012720" y="3237480"/>
                <a:ext cx="60840" cy="33120"/>
              </a:xfrm>
              <a:prstGeom prst="line">
                <a:avLst/>
              </a:prstGeom>
              <a:ln>
                <a:solidFill>
                  <a:srgbClr val="555555"/>
                </a:solidFill>
              </a:ln>
            </p:spPr>
            <p:style>
              <a:lnRef idx="0">
                <a:scrgbClr r="0" g="0" b="0"/>
              </a:lnRef>
              <a:fillRef idx="0">
                <a:scrgbClr r="0" g="0" b="0"/>
              </a:fillRef>
              <a:effectRef idx="0">
                <a:scrgbClr r="0" g="0" b="0"/>
              </a:effectRef>
              <a:fontRef idx="minor"/>
            </p:style>
          </p:sp>
          <p:sp>
            <p:nvSpPr>
              <p:cNvPr id="1588" name="Line 1374">
                <a:extLst>
                  <a:ext uri="{FF2B5EF4-FFF2-40B4-BE49-F238E27FC236}">
                    <a16:creationId xmlns:a16="http://schemas.microsoft.com/office/drawing/2014/main" id="{46A77A82-2A1B-4A74-BF94-F9FDBC41C2BE}"/>
                  </a:ext>
                </a:extLst>
              </p:cNvPr>
              <p:cNvSpPr/>
              <p:nvPr/>
            </p:nvSpPr>
            <p:spPr>
              <a:xfrm>
                <a:off x="5891760" y="3161520"/>
                <a:ext cx="59760" cy="29880"/>
              </a:xfrm>
              <a:prstGeom prst="line">
                <a:avLst/>
              </a:prstGeom>
              <a:ln>
                <a:solidFill>
                  <a:srgbClr val="5B5B5B"/>
                </a:solidFill>
              </a:ln>
            </p:spPr>
            <p:style>
              <a:lnRef idx="0">
                <a:scrgbClr r="0" g="0" b="0"/>
              </a:lnRef>
              <a:fillRef idx="0">
                <a:scrgbClr r="0" g="0" b="0"/>
              </a:fillRef>
              <a:effectRef idx="0">
                <a:scrgbClr r="0" g="0" b="0"/>
              </a:effectRef>
              <a:fontRef idx="minor"/>
            </p:style>
          </p:sp>
          <p:sp>
            <p:nvSpPr>
              <p:cNvPr id="1589" name="Line 1375">
                <a:extLst>
                  <a:ext uri="{FF2B5EF4-FFF2-40B4-BE49-F238E27FC236}">
                    <a16:creationId xmlns:a16="http://schemas.microsoft.com/office/drawing/2014/main" id="{13DD3AC1-7035-4CB7-AA72-9C8ECA377E5B}"/>
                  </a:ext>
                </a:extLst>
              </p:cNvPr>
              <p:cNvSpPr/>
              <p:nvPr/>
            </p:nvSpPr>
            <p:spPr>
              <a:xfrm>
                <a:off x="5951520" y="3191400"/>
                <a:ext cx="61200" cy="46080"/>
              </a:xfrm>
              <a:prstGeom prst="line">
                <a:avLst/>
              </a:prstGeom>
              <a:ln>
                <a:solidFill>
                  <a:srgbClr val="575757"/>
                </a:solidFill>
              </a:ln>
            </p:spPr>
            <p:style>
              <a:lnRef idx="0">
                <a:scrgbClr r="0" g="0" b="0"/>
              </a:lnRef>
              <a:fillRef idx="0">
                <a:scrgbClr r="0" g="0" b="0"/>
              </a:fillRef>
              <a:effectRef idx="0">
                <a:scrgbClr r="0" g="0" b="0"/>
              </a:effectRef>
              <a:fontRef idx="minor"/>
            </p:style>
          </p:sp>
          <p:sp>
            <p:nvSpPr>
              <p:cNvPr id="1590" name="Line 1376">
                <a:extLst>
                  <a:ext uri="{FF2B5EF4-FFF2-40B4-BE49-F238E27FC236}">
                    <a16:creationId xmlns:a16="http://schemas.microsoft.com/office/drawing/2014/main" id="{020D4E07-5126-45F6-884D-BEF22AFE4C25}"/>
                  </a:ext>
                </a:extLst>
              </p:cNvPr>
              <p:cNvSpPr/>
              <p:nvPr/>
            </p:nvSpPr>
            <p:spPr>
              <a:xfrm>
                <a:off x="5832720" y="3103200"/>
                <a:ext cx="59040" cy="30240"/>
              </a:xfrm>
              <a:prstGeom prst="line">
                <a:avLst/>
              </a:prstGeom>
              <a:ln>
                <a:solidFill>
                  <a:srgbClr val="5F5F5F"/>
                </a:solidFill>
              </a:ln>
            </p:spPr>
            <p:style>
              <a:lnRef idx="0">
                <a:scrgbClr r="0" g="0" b="0"/>
              </a:lnRef>
              <a:fillRef idx="0">
                <a:scrgbClr r="0" g="0" b="0"/>
              </a:fillRef>
              <a:effectRef idx="0">
                <a:scrgbClr r="0" g="0" b="0"/>
              </a:effectRef>
              <a:fontRef idx="minor"/>
            </p:style>
          </p:sp>
          <p:sp>
            <p:nvSpPr>
              <p:cNvPr id="1591" name="Line 1377">
                <a:extLst>
                  <a:ext uri="{FF2B5EF4-FFF2-40B4-BE49-F238E27FC236}">
                    <a16:creationId xmlns:a16="http://schemas.microsoft.com/office/drawing/2014/main" id="{E4852187-6470-44BD-87DA-3670EC1D57C7}"/>
                  </a:ext>
                </a:extLst>
              </p:cNvPr>
              <p:cNvSpPr/>
              <p:nvPr/>
            </p:nvSpPr>
            <p:spPr>
              <a:xfrm>
                <a:off x="5891760" y="3133440"/>
                <a:ext cx="59760" cy="57960"/>
              </a:xfrm>
              <a:prstGeom prst="line">
                <a:avLst/>
              </a:prstGeom>
              <a:ln>
                <a:solidFill>
                  <a:srgbClr val="5B5B5B"/>
                </a:solidFill>
              </a:ln>
            </p:spPr>
            <p:style>
              <a:lnRef idx="0">
                <a:scrgbClr r="0" g="0" b="0"/>
              </a:lnRef>
              <a:fillRef idx="0">
                <a:scrgbClr r="0" g="0" b="0"/>
              </a:fillRef>
              <a:effectRef idx="0">
                <a:scrgbClr r="0" g="0" b="0"/>
              </a:effectRef>
              <a:fontRef idx="minor"/>
            </p:style>
          </p:sp>
          <p:sp>
            <p:nvSpPr>
              <p:cNvPr id="1592" name="Line 1378">
                <a:extLst>
                  <a:ext uri="{FF2B5EF4-FFF2-40B4-BE49-F238E27FC236}">
                    <a16:creationId xmlns:a16="http://schemas.microsoft.com/office/drawing/2014/main" id="{00132BD5-6779-462C-B3EF-2936BADCA08F}"/>
                  </a:ext>
                </a:extLst>
              </p:cNvPr>
              <p:cNvSpPr/>
              <p:nvPr/>
            </p:nvSpPr>
            <p:spPr>
              <a:xfrm>
                <a:off x="5771520" y="3032280"/>
                <a:ext cx="61200" cy="29880"/>
              </a:xfrm>
              <a:prstGeom prst="line">
                <a:avLst/>
              </a:prstGeom>
              <a:ln>
                <a:solidFill>
                  <a:srgbClr val="646464"/>
                </a:solidFill>
              </a:ln>
            </p:spPr>
            <p:style>
              <a:lnRef idx="0">
                <a:scrgbClr r="0" g="0" b="0"/>
              </a:lnRef>
              <a:fillRef idx="0">
                <a:scrgbClr r="0" g="0" b="0"/>
              </a:fillRef>
              <a:effectRef idx="0">
                <a:scrgbClr r="0" g="0" b="0"/>
              </a:effectRef>
              <a:fontRef idx="minor"/>
            </p:style>
          </p:sp>
          <p:sp>
            <p:nvSpPr>
              <p:cNvPr id="1593" name="Line 1379">
                <a:extLst>
                  <a:ext uri="{FF2B5EF4-FFF2-40B4-BE49-F238E27FC236}">
                    <a16:creationId xmlns:a16="http://schemas.microsoft.com/office/drawing/2014/main" id="{C73BD64E-FBA4-4CC6-8612-1635FE2592E2}"/>
                  </a:ext>
                </a:extLst>
              </p:cNvPr>
              <p:cNvSpPr/>
              <p:nvPr/>
            </p:nvSpPr>
            <p:spPr>
              <a:xfrm>
                <a:off x="5832720" y="3062160"/>
                <a:ext cx="59040" cy="71280"/>
              </a:xfrm>
              <a:prstGeom prst="line">
                <a:avLst/>
              </a:prstGeom>
              <a:ln>
                <a:solidFill>
                  <a:srgbClr val="606060"/>
                </a:solidFill>
              </a:ln>
            </p:spPr>
            <p:style>
              <a:lnRef idx="0">
                <a:scrgbClr r="0" g="0" b="0"/>
              </a:lnRef>
              <a:fillRef idx="0">
                <a:scrgbClr r="0" g="0" b="0"/>
              </a:fillRef>
              <a:effectRef idx="0">
                <a:scrgbClr r="0" g="0" b="0"/>
              </a:effectRef>
              <a:fontRef idx="minor"/>
            </p:style>
          </p:sp>
          <p:sp>
            <p:nvSpPr>
              <p:cNvPr id="1594" name="Line 1380">
                <a:extLst>
                  <a:ext uri="{FF2B5EF4-FFF2-40B4-BE49-F238E27FC236}">
                    <a16:creationId xmlns:a16="http://schemas.microsoft.com/office/drawing/2014/main" id="{1EFE99C7-8190-420C-A35D-8A366EADC138}"/>
                  </a:ext>
                </a:extLst>
              </p:cNvPr>
              <p:cNvSpPr/>
              <p:nvPr/>
            </p:nvSpPr>
            <p:spPr>
              <a:xfrm>
                <a:off x="5710320" y="2950200"/>
                <a:ext cx="61200" cy="29160"/>
              </a:xfrm>
              <a:prstGeom prst="line">
                <a:avLst/>
              </a:prstGeom>
              <a:ln>
                <a:solidFill>
                  <a:srgbClr val="6B6B6B"/>
                </a:solidFill>
              </a:ln>
            </p:spPr>
            <p:style>
              <a:lnRef idx="0">
                <a:scrgbClr r="0" g="0" b="0"/>
              </a:lnRef>
              <a:fillRef idx="0">
                <a:scrgbClr r="0" g="0" b="0"/>
              </a:fillRef>
              <a:effectRef idx="0">
                <a:scrgbClr r="0" g="0" b="0"/>
              </a:effectRef>
              <a:fontRef idx="minor"/>
            </p:style>
          </p:sp>
          <p:sp>
            <p:nvSpPr>
              <p:cNvPr id="1595" name="Line 1381">
                <a:extLst>
                  <a:ext uri="{FF2B5EF4-FFF2-40B4-BE49-F238E27FC236}">
                    <a16:creationId xmlns:a16="http://schemas.microsoft.com/office/drawing/2014/main" id="{02321726-62FC-4A69-8D99-F4326F3A3A17}"/>
                  </a:ext>
                </a:extLst>
              </p:cNvPr>
              <p:cNvSpPr/>
              <p:nvPr/>
            </p:nvSpPr>
            <p:spPr>
              <a:xfrm>
                <a:off x="5771520" y="2979360"/>
                <a:ext cx="61200" cy="82800"/>
              </a:xfrm>
              <a:prstGeom prst="line">
                <a:avLst/>
              </a:prstGeom>
              <a:ln>
                <a:solidFill>
                  <a:srgbClr val="666666"/>
                </a:solidFill>
              </a:ln>
            </p:spPr>
            <p:style>
              <a:lnRef idx="0">
                <a:scrgbClr r="0" g="0" b="0"/>
              </a:lnRef>
              <a:fillRef idx="0">
                <a:scrgbClr r="0" g="0" b="0"/>
              </a:fillRef>
              <a:effectRef idx="0">
                <a:scrgbClr r="0" g="0" b="0"/>
              </a:effectRef>
              <a:fontRef idx="minor"/>
            </p:style>
          </p:sp>
          <p:sp>
            <p:nvSpPr>
              <p:cNvPr id="1596" name="Line 1382">
                <a:extLst>
                  <a:ext uri="{FF2B5EF4-FFF2-40B4-BE49-F238E27FC236}">
                    <a16:creationId xmlns:a16="http://schemas.microsoft.com/office/drawing/2014/main" id="{BDE66277-FED7-4853-BC76-76AC85500D75}"/>
                  </a:ext>
                </a:extLst>
              </p:cNvPr>
              <p:cNvSpPr/>
              <p:nvPr/>
            </p:nvSpPr>
            <p:spPr>
              <a:xfrm>
                <a:off x="5650560" y="2854080"/>
                <a:ext cx="59760" cy="29160"/>
              </a:xfrm>
              <a:prstGeom prst="line">
                <a:avLst/>
              </a:prstGeom>
              <a:ln>
                <a:solidFill>
                  <a:srgbClr val="737373"/>
                </a:solidFill>
              </a:ln>
            </p:spPr>
            <p:style>
              <a:lnRef idx="0">
                <a:scrgbClr r="0" g="0" b="0"/>
              </a:lnRef>
              <a:fillRef idx="0">
                <a:scrgbClr r="0" g="0" b="0"/>
              </a:fillRef>
              <a:effectRef idx="0">
                <a:scrgbClr r="0" g="0" b="0"/>
              </a:effectRef>
              <a:fontRef idx="minor"/>
            </p:style>
          </p:sp>
          <p:sp>
            <p:nvSpPr>
              <p:cNvPr id="1597" name="Line 1383">
                <a:extLst>
                  <a:ext uri="{FF2B5EF4-FFF2-40B4-BE49-F238E27FC236}">
                    <a16:creationId xmlns:a16="http://schemas.microsoft.com/office/drawing/2014/main" id="{C56332CD-C5FF-4557-9FFE-0EC12CF3CB9D}"/>
                  </a:ext>
                </a:extLst>
              </p:cNvPr>
              <p:cNvSpPr/>
              <p:nvPr/>
            </p:nvSpPr>
            <p:spPr>
              <a:xfrm>
                <a:off x="5710320" y="2883240"/>
                <a:ext cx="61200" cy="96120"/>
              </a:xfrm>
              <a:prstGeom prst="line">
                <a:avLst/>
              </a:prstGeom>
              <a:ln>
                <a:solidFill>
                  <a:srgbClr val="6D6D6D"/>
                </a:solidFill>
              </a:ln>
            </p:spPr>
            <p:style>
              <a:lnRef idx="0">
                <a:scrgbClr r="0" g="0" b="0"/>
              </a:lnRef>
              <a:fillRef idx="0">
                <a:scrgbClr r="0" g="0" b="0"/>
              </a:fillRef>
              <a:effectRef idx="0">
                <a:scrgbClr r="0" g="0" b="0"/>
              </a:effectRef>
              <a:fontRef idx="minor"/>
            </p:style>
          </p:sp>
          <p:sp>
            <p:nvSpPr>
              <p:cNvPr id="1598" name="Line 1384">
                <a:extLst>
                  <a:ext uri="{FF2B5EF4-FFF2-40B4-BE49-F238E27FC236}">
                    <a16:creationId xmlns:a16="http://schemas.microsoft.com/office/drawing/2014/main" id="{ACC35282-8152-49A0-BA00-B60AB2434E44}"/>
                  </a:ext>
                </a:extLst>
              </p:cNvPr>
              <p:cNvSpPr/>
              <p:nvPr/>
            </p:nvSpPr>
            <p:spPr>
              <a:xfrm>
                <a:off x="5589360" y="2745000"/>
                <a:ext cx="61200" cy="29880"/>
              </a:xfrm>
              <a:prstGeom prst="line">
                <a:avLst/>
              </a:prstGeom>
              <a:ln>
                <a:solidFill>
                  <a:srgbClr val="7C7C7C"/>
                </a:solidFill>
              </a:ln>
            </p:spPr>
            <p:style>
              <a:lnRef idx="0">
                <a:scrgbClr r="0" g="0" b="0"/>
              </a:lnRef>
              <a:fillRef idx="0">
                <a:scrgbClr r="0" g="0" b="0"/>
              </a:fillRef>
              <a:effectRef idx="0">
                <a:scrgbClr r="0" g="0" b="0"/>
              </a:effectRef>
              <a:fontRef idx="minor"/>
            </p:style>
          </p:sp>
          <p:sp>
            <p:nvSpPr>
              <p:cNvPr id="1599" name="Line 1385">
                <a:extLst>
                  <a:ext uri="{FF2B5EF4-FFF2-40B4-BE49-F238E27FC236}">
                    <a16:creationId xmlns:a16="http://schemas.microsoft.com/office/drawing/2014/main" id="{C584CA65-4690-4B92-A76B-9D9F488499C0}"/>
                  </a:ext>
                </a:extLst>
              </p:cNvPr>
              <p:cNvSpPr/>
              <p:nvPr/>
            </p:nvSpPr>
            <p:spPr>
              <a:xfrm>
                <a:off x="5650560" y="2774880"/>
                <a:ext cx="59760" cy="108360"/>
              </a:xfrm>
              <a:prstGeom prst="line">
                <a:avLst/>
              </a:prstGeom>
              <a:ln>
                <a:solidFill>
                  <a:srgbClr val="757575"/>
                </a:solidFill>
              </a:ln>
            </p:spPr>
            <p:style>
              <a:lnRef idx="0">
                <a:scrgbClr r="0" g="0" b="0"/>
              </a:lnRef>
              <a:fillRef idx="0">
                <a:scrgbClr r="0" g="0" b="0"/>
              </a:fillRef>
              <a:effectRef idx="0">
                <a:scrgbClr r="0" g="0" b="0"/>
              </a:effectRef>
              <a:fontRef idx="minor"/>
            </p:style>
          </p:sp>
          <p:sp>
            <p:nvSpPr>
              <p:cNvPr id="1600" name="Line 1386">
                <a:extLst>
                  <a:ext uri="{FF2B5EF4-FFF2-40B4-BE49-F238E27FC236}">
                    <a16:creationId xmlns:a16="http://schemas.microsoft.com/office/drawing/2014/main" id="{9DB9BA54-EAA8-4505-A5C3-439BA27F1220}"/>
                  </a:ext>
                </a:extLst>
              </p:cNvPr>
              <p:cNvSpPr/>
              <p:nvPr/>
            </p:nvSpPr>
            <p:spPr>
              <a:xfrm>
                <a:off x="5528160" y="2623680"/>
                <a:ext cx="61200" cy="30240"/>
              </a:xfrm>
              <a:prstGeom prst="line">
                <a:avLst/>
              </a:prstGeom>
              <a:ln>
                <a:solidFill>
                  <a:srgbClr val="868686"/>
                </a:solidFill>
              </a:ln>
            </p:spPr>
            <p:style>
              <a:lnRef idx="0">
                <a:scrgbClr r="0" g="0" b="0"/>
              </a:lnRef>
              <a:fillRef idx="0">
                <a:scrgbClr r="0" g="0" b="0"/>
              </a:fillRef>
              <a:effectRef idx="0">
                <a:scrgbClr r="0" g="0" b="0"/>
              </a:effectRef>
              <a:fontRef idx="minor"/>
            </p:style>
          </p:sp>
          <p:sp>
            <p:nvSpPr>
              <p:cNvPr id="1601" name="Line 1387">
                <a:extLst>
                  <a:ext uri="{FF2B5EF4-FFF2-40B4-BE49-F238E27FC236}">
                    <a16:creationId xmlns:a16="http://schemas.microsoft.com/office/drawing/2014/main" id="{337DD70C-EB8C-43AE-B401-E456A4AA1F39}"/>
                  </a:ext>
                </a:extLst>
              </p:cNvPr>
              <p:cNvSpPr/>
              <p:nvPr/>
            </p:nvSpPr>
            <p:spPr>
              <a:xfrm>
                <a:off x="5589360" y="2653920"/>
                <a:ext cx="61200" cy="120960"/>
              </a:xfrm>
              <a:prstGeom prst="line">
                <a:avLst/>
              </a:prstGeom>
              <a:ln>
                <a:solidFill>
                  <a:srgbClr val="7F7F7F"/>
                </a:solidFill>
              </a:ln>
            </p:spPr>
            <p:style>
              <a:lnRef idx="0">
                <a:scrgbClr r="0" g="0" b="0"/>
              </a:lnRef>
              <a:fillRef idx="0">
                <a:scrgbClr r="0" g="0" b="0"/>
              </a:fillRef>
              <a:effectRef idx="0">
                <a:scrgbClr r="0" g="0" b="0"/>
              </a:effectRef>
              <a:fontRef idx="minor"/>
            </p:style>
          </p:sp>
          <p:sp>
            <p:nvSpPr>
              <p:cNvPr id="1602" name="Line 1388">
                <a:extLst>
                  <a:ext uri="{FF2B5EF4-FFF2-40B4-BE49-F238E27FC236}">
                    <a16:creationId xmlns:a16="http://schemas.microsoft.com/office/drawing/2014/main" id="{8C82095E-39B9-4E09-854B-5189674AEAF6}"/>
                  </a:ext>
                </a:extLst>
              </p:cNvPr>
              <p:cNvSpPr/>
              <p:nvPr/>
            </p:nvSpPr>
            <p:spPr>
              <a:xfrm>
                <a:off x="5469120" y="2491560"/>
                <a:ext cx="59040" cy="29160"/>
              </a:xfrm>
              <a:prstGeom prst="line">
                <a:avLst/>
              </a:prstGeom>
              <a:ln>
                <a:solidFill>
                  <a:srgbClr val="929292"/>
                </a:solidFill>
              </a:ln>
            </p:spPr>
            <p:style>
              <a:lnRef idx="0">
                <a:scrgbClr r="0" g="0" b="0"/>
              </a:lnRef>
              <a:fillRef idx="0">
                <a:scrgbClr r="0" g="0" b="0"/>
              </a:fillRef>
              <a:effectRef idx="0">
                <a:scrgbClr r="0" g="0" b="0"/>
              </a:effectRef>
              <a:fontRef idx="minor"/>
            </p:style>
          </p:sp>
          <p:sp>
            <p:nvSpPr>
              <p:cNvPr id="1603" name="Line 1389">
                <a:extLst>
                  <a:ext uri="{FF2B5EF4-FFF2-40B4-BE49-F238E27FC236}">
                    <a16:creationId xmlns:a16="http://schemas.microsoft.com/office/drawing/2014/main" id="{D77945F4-B6FD-4F59-8A9D-869C37C01F9F}"/>
                  </a:ext>
                </a:extLst>
              </p:cNvPr>
              <p:cNvSpPr/>
              <p:nvPr/>
            </p:nvSpPr>
            <p:spPr>
              <a:xfrm>
                <a:off x="5528160" y="2520720"/>
                <a:ext cx="61200" cy="133200"/>
              </a:xfrm>
              <a:prstGeom prst="line">
                <a:avLst/>
              </a:prstGeom>
              <a:ln>
                <a:solidFill>
                  <a:srgbClr val="8A8A8A"/>
                </a:solidFill>
              </a:ln>
            </p:spPr>
            <p:style>
              <a:lnRef idx="0">
                <a:scrgbClr r="0" g="0" b="0"/>
              </a:lnRef>
              <a:fillRef idx="0">
                <a:scrgbClr r="0" g="0" b="0"/>
              </a:fillRef>
              <a:effectRef idx="0">
                <a:scrgbClr r="0" g="0" b="0"/>
              </a:effectRef>
              <a:fontRef idx="minor"/>
            </p:style>
          </p:sp>
          <p:sp>
            <p:nvSpPr>
              <p:cNvPr id="1604" name="Line 1390">
                <a:extLst>
                  <a:ext uri="{FF2B5EF4-FFF2-40B4-BE49-F238E27FC236}">
                    <a16:creationId xmlns:a16="http://schemas.microsoft.com/office/drawing/2014/main" id="{0FB53FC7-D966-40BD-8680-57CB52D52E24}"/>
                  </a:ext>
                </a:extLst>
              </p:cNvPr>
              <p:cNvSpPr/>
              <p:nvPr/>
            </p:nvSpPr>
            <p:spPr>
              <a:xfrm>
                <a:off x="5409360" y="2344680"/>
                <a:ext cx="59760" cy="28800"/>
              </a:xfrm>
              <a:prstGeom prst="line">
                <a:avLst/>
              </a:prstGeom>
              <a:ln>
                <a:solidFill>
                  <a:srgbClr val="9E9E9E"/>
                </a:solidFill>
              </a:ln>
            </p:spPr>
            <p:style>
              <a:lnRef idx="0">
                <a:scrgbClr r="0" g="0" b="0"/>
              </a:lnRef>
              <a:fillRef idx="0">
                <a:scrgbClr r="0" g="0" b="0"/>
              </a:fillRef>
              <a:effectRef idx="0">
                <a:scrgbClr r="0" g="0" b="0"/>
              </a:effectRef>
              <a:fontRef idx="minor"/>
            </p:style>
          </p:sp>
          <p:sp>
            <p:nvSpPr>
              <p:cNvPr id="1605" name="Line 1391">
                <a:extLst>
                  <a:ext uri="{FF2B5EF4-FFF2-40B4-BE49-F238E27FC236}">
                    <a16:creationId xmlns:a16="http://schemas.microsoft.com/office/drawing/2014/main" id="{C3DAAD61-701F-41D2-A583-A5DC855A7B9B}"/>
                  </a:ext>
                </a:extLst>
              </p:cNvPr>
              <p:cNvSpPr/>
              <p:nvPr/>
            </p:nvSpPr>
            <p:spPr>
              <a:xfrm>
                <a:off x="5469120" y="2373480"/>
                <a:ext cx="59040" cy="147240"/>
              </a:xfrm>
              <a:prstGeom prst="line">
                <a:avLst/>
              </a:prstGeom>
              <a:ln>
                <a:solidFill>
                  <a:srgbClr val="969696"/>
                </a:solidFill>
              </a:ln>
            </p:spPr>
            <p:style>
              <a:lnRef idx="0">
                <a:scrgbClr r="0" g="0" b="0"/>
              </a:lnRef>
              <a:fillRef idx="0">
                <a:scrgbClr r="0" g="0" b="0"/>
              </a:fillRef>
              <a:effectRef idx="0">
                <a:scrgbClr r="0" g="0" b="0"/>
              </a:effectRef>
              <a:fontRef idx="minor"/>
            </p:style>
          </p:sp>
          <p:sp>
            <p:nvSpPr>
              <p:cNvPr id="1606" name="Line 1392">
                <a:extLst>
                  <a:ext uri="{FF2B5EF4-FFF2-40B4-BE49-F238E27FC236}">
                    <a16:creationId xmlns:a16="http://schemas.microsoft.com/office/drawing/2014/main" id="{CCE6A40E-1470-4817-8839-DAFA48B0D8B6}"/>
                  </a:ext>
                </a:extLst>
              </p:cNvPr>
              <p:cNvSpPr/>
              <p:nvPr/>
            </p:nvSpPr>
            <p:spPr>
              <a:xfrm>
                <a:off x="5348160" y="2186280"/>
                <a:ext cx="61200" cy="29160"/>
              </a:xfrm>
              <a:prstGeom prst="line">
                <a:avLst/>
              </a:prstGeom>
              <a:ln>
                <a:solidFill>
                  <a:srgbClr val="ACACAC"/>
                </a:solidFill>
              </a:ln>
            </p:spPr>
            <p:style>
              <a:lnRef idx="0">
                <a:scrgbClr r="0" g="0" b="0"/>
              </a:lnRef>
              <a:fillRef idx="0">
                <a:scrgbClr r="0" g="0" b="0"/>
              </a:fillRef>
              <a:effectRef idx="0">
                <a:scrgbClr r="0" g="0" b="0"/>
              </a:effectRef>
              <a:fontRef idx="minor"/>
            </p:style>
          </p:sp>
          <p:sp>
            <p:nvSpPr>
              <p:cNvPr id="1607" name="Line 1393">
                <a:extLst>
                  <a:ext uri="{FF2B5EF4-FFF2-40B4-BE49-F238E27FC236}">
                    <a16:creationId xmlns:a16="http://schemas.microsoft.com/office/drawing/2014/main" id="{CF0214A3-48F5-4BDC-8AE6-9F5AAC8AD4E8}"/>
                  </a:ext>
                </a:extLst>
              </p:cNvPr>
              <p:cNvSpPr/>
              <p:nvPr/>
            </p:nvSpPr>
            <p:spPr>
              <a:xfrm>
                <a:off x="5409360" y="2215440"/>
                <a:ext cx="59760" cy="158040"/>
              </a:xfrm>
              <a:prstGeom prst="line">
                <a:avLst/>
              </a:prstGeom>
              <a:ln>
                <a:solidFill>
                  <a:srgbClr val="A3A3A3"/>
                </a:solidFill>
              </a:ln>
            </p:spPr>
            <p:style>
              <a:lnRef idx="0">
                <a:scrgbClr r="0" g="0" b="0"/>
              </a:lnRef>
              <a:fillRef idx="0">
                <a:scrgbClr r="0" g="0" b="0"/>
              </a:fillRef>
              <a:effectRef idx="0">
                <a:scrgbClr r="0" g="0" b="0"/>
              </a:effectRef>
              <a:fontRef idx="minor"/>
            </p:style>
          </p:sp>
          <p:sp>
            <p:nvSpPr>
              <p:cNvPr id="1608" name="Line 1394">
                <a:extLst>
                  <a:ext uri="{FF2B5EF4-FFF2-40B4-BE49-F238E27FC236}">
                    <a16:creationId xmlns:a16="http://schemas.microsoft.com/office/drawing/2014/main" id="{7E41E6D9-F444-48CB-B694-476FA8079201}"/>
                  </a:ext>
                </a:extLst>
              </p:cNvPr>
              <p:cNvSpPr/>
              <p:nvPr/>
            </p:nvSpPr>
            <p:spPr>
              <a:xfrm>
                <a:off x="6798240" y="2688840"/>
                <a:ext cx="61200" cy="16920"/>
              </a:xfrm>
              <a:prstGeom prst="line">
                <a:avLst/>
              </a:prstGeom>
              <a:ln>
                <a:solidFill>
                  <a:srgbClr val="9B9B9B"/>
                </a:solidFill>
              </a:ln>
            </p:spPr>
            <p:style>
              <a:lnRef idx="0">
                <a:scrgbClr r="0" g="0" b="0"/>
              </a:lnRef>
              <a:fillRef idx="0">
                <a:scrgbClr r="0" g="0" b="0"/>
              </a:fillRef>
              <a:effectRef idx="0">
                <a:scrgbClr r="0" g="0" b="0"/>
              </a:effectRef>
              <a:fontRef idx="minor"/>
            </p:style>
          </p:sp>
          <p:sp>
            <p:nvSpPr>
              <p:cNvPr id="1609" name="Line 1395">
                <a:extLst>
                  <a:ext uri="{FF2B5EF4-FFF2-40B4-BE49-F238E27FC236}">
                    <a16:creationId xmlns:a16="http://schemas.microsoft.com/office/drawing/2014/main" id="{AE032DBF-5D8D-4E82-BCFD-3EDD3F12B58B}"/>
                  </a:ext>
                </a:extLst>
              </p:cNvPr>
              <p:cNvSpPr/>
              <p:nvPr/>
            </p:nvSpPr>
            <p:spPr>
              <a:xfrm flipH="1" flipV="1">
                <a:off x="6859440" y="2558880"/>
                <a:ext cx="59040" cy="16920"/>
              </a:xfrm>
              <a:prstGeom prst="line">
                <a:avLst/>
              </a:prstGeom>
              <a:ln>
                <a:solidFill>
                  <a:srgbClr val="A8A8A8"/>
                </a:solidFill>
              </a:ln>
            </p:spPr>
            <p:style>
              <a:lnRef idx="0">
                <a:scrgbClr r="0" g="0" b="0"/>
              </a:lnRef>
              <a:fillRef idx="0">
                <a:scrgbClr r="0" g="0" b="0"/>
              </a:fillRef>
              <a:effectRef idx="0">
                <a:scrgbClr r="0" g="0" b="0"/>
              </a:effectRef>
              <a:fontRef idx="minor"/>
            </p:style>
          </p:sp>
          <p:sp>
            <p:nvSpPr>
              <p:cNvPr id="1610" name="Line 1396">
                <a:extLst>
                  <a:ext uri="{FF2B5EF4-FFF2-40B4-BE49-F238E27FC236}">
                    <a16:creationId xmlns:a16="http://schemas.microsoft.com/office/drawing/2014/main" id="{783A8C8B-B2F6-40D4-86A2-BD7F7AF5E394}"/>
                  </a:ext>
                </a:extLst>
              </p:cNvPr>
              <p:cNvSpPr/>
              <p:nvPr/>
            </p:nvSpPr>
            <p:spPr>
              <a:xfrm flipV="1">
                <a:off x="6859440" y="2575800"/>
                <a:ext cx="59040" cy="129960"/>
              </a:xfrm>
              <a:prstGeom prst="line">
                <a:avLst/>
              </a:prstGeom>
              <a:ln>
                <a:solidFill>
                  <a:srgbClr val="A0A0A0"/>
                </a:solidFill>
              </a:ln>
            </p:spPr>
            <p:style>
              <a:lnRef idx="0">
                <a:scrgbClr r="0" g="0" b="0"/>
              </a:lnRef>
              <a:fillRef idx="0">
                <a:scrgbClr r="0" g="0" b="0"/>
              </a:fillRef>
              <a:effectRef idx="0">
                <a:scrgbClr r="0" g="0" b="0"/>
              </a:effectRef>
              <a:fontRef idx="minor"/>
            </p:style>
          </p:sp>
          <p:sp>
            <p:nvSpPr>
              <p:cNvPr id="1611" name="Line 1397">
                <a:extLst>
                  <a:ext uri="{FF2B5EF4-FFF2-40B4-BE49-F238E27FC236}">
                    <a16:creationId xmlns:a16="http://schemas.microsoft.com/office/drawing/2014/main" id="{D2E7A1B8-12D2-489C-AC01-7CC735EC5939}"/>
                  </a:ext>
                </a:extLst>
              </p:cNvPr>
              <p:cNvSpPr/>
              <p:nvPr/>
            </p:nvSpPr>
            <p:spPr>
              <a:xfrm>
                <a:off x="6737040" y="2806920"/>
                <a:ext cx="61200" cy="16200"/>
              </a:xfrm>
              <a:prstGeom prst="line">
                <a:avLst/>
              </a:prstGeom>
              <a:ln>
                <a:solidFill>
                  <a:srgbClr val="8E8E8E"/>
                </a:solidFill>
              </a:ln>
            </p:spPr>
            <p:style>
              <a:lnRef idx="0">
                <a:scrgbClr r="0" g="0" b="0"/>
              </a:lnRef>
              <a:fillRef idx="0">
                <a:scrgbClr r="0" g="0" b="0"/>
              </a:fillRef>
              <a:effectRef idx="0">
                <a:scrgbClr r="0" g="0" b="0"/>
              </a:effectRef>
              <a:fontRef idx="minor"/>
            </p:style>
          </p:sp>
          <p:sp>
            <p:nvSpPr>
              <p:cNvPr id="1612" name="Line 1398">
                <a:extLst>
                  <a:ext uri="{FF2B5EF4-FFF2-40B4-BE49-F238E27FC236}">
                    <a16:creationId xmlns:a16="http://schemas.microsoft.com/office/drawing/2014/main" id="{A204F883-CD8C-49D4-B8F7-1C6E44234E4C}"/>
                  </a:ext>
                </a:extLst>
              </p:cNvPr>
              <p:cNvSpPr/>
              <p:nvPr/>
            </p:nvSpPr>
            <p:spPr>
              <a:xfrm flipV="1">
                <a:off x="6798240" y="2705760"/>
                <a:ext cx="61200" cy="117360"/>
              </a:xfrm>
              <a:prstGeom prst="line">
                <a:avLst/>
              </a:prstGeom>
              <a:ln>
                <a:solidFill>
                  <a:srgbClr val="939393"/>
                </a:solidFill>
              </a:ln>
            </p:spPr>
            <p:style>
              <a:lnRef idx="0">
                <a:scrgbClr r="0" g="0" b="0"/>
              </a:lnRef>
              <a:fillRef idx="0">
                <a:scrgbClr r="0" g="0" b="0"/>
              </a:fillRef>
              <a:effectRef idx="0">
                <a:scrgbClr r="0" g="0" b="0"/>
              </a:effectRef>
              <a:fontRef idx="minor"/>
            </p:style>
          </p:sp>
          <p:sp>
            <p:nvSpPr>
              <p:cNvPr id="1613" name="Line 1399">
                <a:extLst>
                  <a:ext uri="{FF2B5EF4-FFF2-40B4-BE49-F238E27FC236}">
                    <a16:creationId xmlns:a16="http://schemas.microsoft.com/office/drawing/2014/main" id="{88F85BF6-BA94-4B4E-ACA7-E1CB1B977349}"/>
                  </a:ext>
                </a:extLst>
              </p:cNvPr>
              <p:cNvSpPr/>
              <p:nvPr/>
            </p:nvSpPr>
            <p:spPr>
              <a:xfrm>
                <a:off x="6677280" y="2910960"/>
                <a:ext cx="59760" cy="17280"/>
              </a:xfrm>
              <a:prstGeom prst="line">
                <a:avLst/>
              </a:prstGeom>
              <a:ln>
                <a:solidFill>
                  <a:srgbClr val="838383"/>
                </a:solidFill>
              </a:ln>
            </p:spPr>
            <p:style>
              <a:lnRef idx="0">
                <a:scrgbClr r="0" g="0" b="0"/>
              </a:lnRef>
              <a:fillRef idx="0">
                <a:scrgbClr r="0" g="0" b="0"/>
              </a:fillRef>
              <a:effectRef idx="0">
                <a:scrgbClr r="0" g="0" b="0"/>
              </a:effectRef>
              <a:fontRef idx="minor"/>
            </p:style>
          </p:sp>
          <p:sp>
            <p:nvSpPr>
              <p:cNvPr id="1614" name="Line 1400">
                <a:extLst>
                  <a:ext uri="{FF2B5EF4-FFF2-40B4-BE49-F238E27FC236}">
                    <a16:creationId xmlns:a16="http://schemas.microsoft.com/office/drawing/2014/main" id="{C18D04BA-AEA8-4CFA-8CBB-6A3CFBEFFF47}"/>
                  </a:ext>
                </a:extLst>
              </p:cNvPr>
              <p:cNvSpPr/>
              <p:nvPr/>
            </p:nvSpPr>
            <p:spPr>
              <a:xfrm flipV="1">
                <a:off x="6737040" y="2823120"/>
                <a:ext cx="61200" cy="105120"/>
              </a:xfrm>
              <a:prstGeom prst="line">
                <a:avLst/>
              </a:prstGeom>
              <a:ln>
                <a:solidFill>
                  <a:srgbClr val="878787"/>
                </a:solidFill>
              </a:ln>
            </p:spPr>
            <p:style>
              <a:lnRef idx="0">
                <a:scrgbClr r="0" g="0" b="0"/>
              </a:lnRef>
              <a:fillRef idx="0">
                <a:scrgbClr r="0" g="0" b="0"/>
              </a:fillRef>
              <a:effectRef idx="0">
                <a:scrgbClr r="0" g="0" b="0"/>
              </a:effectRef>
              <a:fontRef idx="minor"/>
            </p:style>
          </p:sp>
          <p:sp>
            <p:nvSpPr>
              <p:cNvPr id="1615" name="Line 1401">
                <a:extLst>
                  <a:ext uri="{FF2B5EF4-FFF2-40B4-BE49-F238E27FC236}">
                    <a16:creationId xmlns:a16="http://schemas.microsoft.com/office/drawing/2014/main" id="{9EDB2CC3-E41B-4FB6-953A-C6DAC7983BE9}"/>
                  </a:ext>
                </a:extLst>
              </p:cNvPr>
              <p:cNvSpPr/>
              <p:nvPr/>
            </p:nvSpPr>
            <p:spPr>
              <a:xfrm>
                <a:off x="6616080" y="3003120"/>
                <a:ext cx="61200" cy="18000"/>
              </a:xfrm>
              <a:prstGeom prst="line">
                <a:avLst/>
              </a:prstGeom>
              <a:ln>
                <a:solidFill>
                  <a:srgbClr val="787878"/>
                </a:solidFill>
              </a:ln>
            </p:spPr>
            <p:style>
              <a:lnRef idx="0">
                <a:scrgbClr r="0" g="0" b="0"/>
              </a:lnRef>
              <a:fillRef idx="0">
                <a:scrgbClr r="0" g="0" b="0"/>
              </a:fillRef>
              <a:effectRef idx="0">
                <a:scrgbClr r="0" g="0" b="0"/>
              </a:effectRef>
              <a:fontRef idx="minor"/>
            </p:style>
          </p:sp>
          <p:sp>
            <p:nvSpPr>
              <p:cNvPr id="1616" name="Line 1402">
                <a:extLst>
                  <a:ext uri="{FF2B5EF4-FFF2-40B4-BE49-F238E27FC236}">
                    <a16:creationId xmlns:a16="http://schemas.microsoft.com/office/drawing/2014/main" id="{691AE157-C2DA-46B2-9E30-B6935028E12D}"/>
                  </a:ext>
                </a:extLst>
              </p:cNvPr>
              <p:cNvSpPr/>
              <p:nvPr/>
            </p:nvSpPr>
            <p:spPr>
              <a:xfrm flipV="1">
                <a:off x="6677280" y="2928240"/>
                <a:ext cx="59760" cy="92880"/>
              </a:xfrm>
              <a:prstGeom prst="line">
                <a:avLst/>
              </a:prstGeom>
              <a:ln>
                <a:solidFill>
                  <a:srgbClr val="7C7C7C"/>
                </a:solidFill>
              </a:ln>
            </p:spPr>
            <p:style>
              <a:lnRef idx="0">
                <a:scrgbClr r="0" g="0" b="0"/>
              </a:lnRef>
              <a:fillRef idx="0">
                <a:scrgbClr r="0" g="0" b="0"/>
              </a:fillRef>
              <a:effectRef idx="0">
                <a:scrgbClr r="0" g="0" b="0"/>
              </a:effectRef>
              <a:fontRef idx="minor"/>
            </p:style>
          </p:sp>
          <p:sp>
            <p:nvSpPr>
              <p:cNvPr id="1617" name="Line 1403">
                <a:extLst>
                  <a:ext uri="{FF2B5EF4-FFF2-40B4-BE49-F238E27FC236}">
                    <a16:creationId xmlns:a16="http://schemas.microsoft.com/office/drawing/2014/main" id="{84D52CE9-C9F3-4897-A7BA-B82340E16A56}"/>
                  </a:ext>
                </a:extLst>
              </p:cNvPr>
              <p:cNvSpPr/>
              <p:nvPr/>
            </p:nvSpPr>
            <p:spPr>
              <a:xfrm>
                <a:off x="6557040" y="3083400"/>
                <a:ext cx="59040" cy="16920"/>
              </a:xfrm>
              <a:prstGeom prst="line">
                <a:avLst/>
              </a:prstGeom>
              <a:ln>
                <a:solidFill>
                  <a:srgbClr val="6F6F6F"/>
                </a:solidFill>
              </a:ln>
            </p:spPr>
            <p:style>
              <a:lnRef idx="0">
                <a:scrgbClr r="0" g="0" b="0"/>
              </a:lnRef>
              <a:fillRef idx="0">
                <a:scrgbClr r="0" g="0" b="0"/>
              </a:fillRef>
              <a:effectRef idx="0">
                <a:scrgbClr r="0" g="0" b="0"/>
              </a:effectRef>
              <a:fontRef idx="minor"/>
            </p:style>
          </p:sp>
          <p:sp>
            <p:nvSpPr>
              <p:cNvPr id="1618" name="Line 1404">
                <a:extLst>
                  <a:ext uri="{FF2B5EF4-FFF2-40B4-BE49-F238E27FC236}">
                    <a16:creationId xmlns:a16="http://schemas.microsoft.com/office/drawing/2014/main" id="{F7E03E2F-8E52-40E2-B49E-8AC2CEE80A06}"/>
                  </a:ext>
                </a:extLst>
              </p:cNvPr>
              <p:cNvSpPr/>
              <p:nvPr/>
            </p:nvSpPr>
            <p:spPr>
              <a:xfrm flipV="1">
                <a:off x="6616080" y="3021120"/>
                <a:ext cx="61200" cy="79200"/>
              </a:xfrm>
              <a:prstGeom prst="line">
                <a:avLst/>
              </a:prstGeom>
              <a:ln>
                <a:solidFill>
                  <a:srgbClr val="727272"/>
                </a:solidFill>
              </a:ln>
            </p:spPr>
            <p:style>
              <a:lnRef idx="0">
                <a:scrgbClr r="0" g="0" b="0"/>
              </a:lnRef>
              <a:fillRef idx="0">
                <a:scrgbClr r="0" g="0" b="0"/>
              </a:fillRef>
              <a:effectRef idx="0">
                <a:scrgbClr r="0" g="0" b="0"/>
              </a:effectRef>
              <a:fontRef idx="minor"/>
            </p:style>
          </p:sp>
          <p:sp>
            <p:nvSpPr>
              <p:cNvPr id="1619" name="Line 1405">
                <a:extLst>
                  <a:ext uri="{FF2B5EF4-FFF2-40B4-BE49-F238E27FC236}">
                    <a16:creationId xmlns:a16="http://schemas.microsoft.com/office/drawing/2014/main" id="{F5B66624-3541-45C5-9734-0EE0688459FC}"/>
                  </a:ext>
                </a:extLst>
              </p:cNvPr>
              <p:cNvSpPr/>
              <p:nvPr/>
            </p:nvSpPr>
            <p:spPr>
              <a:xfrm>
                <a:off x="6496920" y="3150360"/>
                <a:ext cx="58320" cy="18000"/>
              </a:xfrm>
              <a:prstGeom prst="line">
                <a:avLst/>
              </a:prstGeom>
              <a:ln>
                <a:solidFill>
                  <a:srgbClr val="676767"/>
                </a:solidFill>
              </a:ln>
            </p:spPr>
            <p:style>
              <a:lnRef idx="0">
                <a:scrgbClr r="0" g="0" b="0"/>
              </a:lnRef>
              <a:fillRef idx="0">
                <a:scrgbClr r="0" g="0" b="0"/>
              </a:fillRef>
              <a:effectRef idx="0">
                <a:scrgbClr r="0" g="0" b="0"/>
              </a:effectRef>
              <a:fontRef idx="minor"/>
            </p:style>
          </p:sp>
          <p:sp>
            <p:nvSpPr>
              <p:cNvPr id="1620" name="Line 1406">
                <a:extLst>
                  <a:ext uri="{FF2B5EF4-FFF2-40B4-BE49-F238E27FC236}">
                    <a16:creationId xmlns:a16="http://schemas.microsoft.com/office/drawing/2014/main" id="{2BE38D65-F103-4A9A-9A77-BC4DC886782F}"/>
                  </a:ext>
                </a:extLst>
              </p:cNvPr>
              <p:cNvSpPr/>
              <p:nvPr/>
            </p:nvSpPr>
            <p:spPr>
              <a:xfrm flipV="1">
                <a:off x="6555240" y="3100320"/>
                <a:ext cx="60840" cy="68040"/>
              </a:xfrm>
              <a:prstGeom prst="line">
                <a:avLst/>
              </a:prstGeom>
              <a:ln>
                <a:solidFill>
                  <a:srgbClr val="6A6A6A"/>
                </a:solidFill>
              </a:ln>
            </p:spPr>
            <p:style>
              <a:lnRef idx="0">
                <a:scrgbClr r="0" g="0" b="0"/>
              </a:lnRef>
              <a:fillRef idx="0">
                <a:scrgbClr r="0" g="0" b="0"/>
              </a:fillRef>
              <a:effectRef idx="0">
                <a:scrgbClr r="0" g="0" b="0"/>
              </a:effectRef>
              <a:fontRef idx="minor"/>
            </p:style>
          </p:sp>
          <p:sp>
            <p:nvSpPr>
              <p:cNvPr id="1621" name="Line 1407">
                <a:extLst>
                  <a:ext uri="{FF2B5EF4-FFF2-40B4-BE49-F238E27FC236}">
                    <a16:creationId xmlns:a16="http://schemas.microsoft.com/office/drawing/2014/main" id="{C5BAC24C-DFE0-4E1B-A491-4EFAE836C7D1}"/>
                  </a:ext>
                </a:extLst>
              </p:cNvPr>
              <p:cNvSpPr/>
              <p:nvPr/>
            </p:nvSpPr>
            <p:spPr>
              <a:xfrm>
                <a:off x="6436080" y="3205440"/>
                <a:ext cx="60840" cy="16920"/>
              </a:xfrm>
              <a:prstGeom prst="line">
                <a:avLst/>
              </a:prstGeom>
              <a:ln>
                <a:solidFill>
                  <a:srgbClr val="616161"/>
                </a:solidFill>
              </a:ln>
            </p:spPr>
            <p:style>
              <a:lnRef idx="0">
                <a:scrgbClr r="0" g="0" b="0"/>
              </a:lnRef>
              <a:fillRef idx="0">
                <a:scrgbClr r="0" g="0" b="0"/>
              </a:fillRef>
              <a:effectRef idx="0">
                <a:scrgbClr r="0" g="0" b="0"/>
              </a:effectRef>
              <a:fontRef idx="minor"/>
            </p:style>
          </p:sp>
          <p:sp>
            <p:nvSpPr>
              <p:cNvPr id="1622" name="Line 1408">
                <a:extLst>
                  <a:ext uri="{FF2B5EF4-FFF2-40B4-BE49-F238E27FC236}">
                    <a16:creationId xmlns:a16="http://schemas.microsoft.com/office/drawing/2014/main" id="{60713409-EDAB-4F52-AB9D-9BD426C9DDC4}"/>
                  </a:ext>
                </a:extLst>
              </p:cNvPr>
              <p:cNvSpPr/>
              <p:nvPr/>
            </p:nvSpPr>
            <p:spPr>
              <a:xfrm flipV="1">
                <a:off x="6496920" y="3168360"/>
                <a:ext cx="58320" cy="54000"/>
              </a:xfrm>
              <a:prstGeom prst="line">
                <a:avLst/>
              </a:prstGeom>
              <a:ln>
                <a:solidFill>
                  <a:srgbClr val="636363"/>
                </a:solidFill>
              </a:ln>
            </p:spPr>
            <p:style>
              <a:lnRef idx="0">
                <a:scrgbClr r="0" g="0" b="0"/>
              </a:lnRef>
              <a:fillRef idx="0">
                <a:scrgbClr r="0" g="0" b="0"/>
              </a:fillRef>
              <a:effectRef idx="0">
                <a:scrgbClr r="0" g="0" b="0"/>
              </a:effectRef>
              <a:fontRef idx="minor"/>
            </p:style>
          </p:sp>
          <p:sp>
            <p:nvSpPr>
              <p:cNvPr id="1623" name="Line 1409">
                <a:extLst>
                  <a:ext uri="{FF2B5EF4-FFF2-40B4-BE49-F238E27FC236}">
                    <a16:creationId xmlns:a16="http://schemas.microsoft.com/office/drawing/2014/main" id="{738FD24D-FBF2-4A06-B8A0-E96F10021F9A}"/>
                  </a:ext>
                </a:extLst>
              </p:cNvPr>
              <p:cNvSpPr/>
              <p:nvPr/>
            </p:nvSpPr>
            <p:spPr>
              <a:xfrm>
                <a:off x="6374880" y="3247560"/>
                <a:ext cx="61200" cy="18000"/>
              </a:xfrm>
              <a:prstGeom prst="line">
                <a:avLst/>
              </a:prstGeom>
              <a:ln>
                <a:solidFill>
                  <a:srgbClr val="5B5B5B"/>
                </a:solidFill>
              </a:ln>
            </p:spPr>
            <p:style>
              <a:lnRef idx="0">
                <a:scrgbClr r="0" g="0" b="0"/>
              </a:lnRef>
              <a:fillRef idx="0">
                <a:scrgbClr r="0" g="0" b="0"/>
              </a:fillRef>
              <a:effectRef idx="0">
                <a:scrgbClr r="0" g="0" b="0"/>
              </a:effectRef>
              <a:fontRef idx="minor"/>
            </p:style>
          </p:sp>
          <p:sp>
            <p:nvSpPr>
              <p:cNvPr id="1624" name="Line 1410">
                <a:extLst>
                  <a:ext uri="{FF2B5EF4-FFF2-40B4-BE49-F238E27FC236}">
                    <a16:creationId xmlns:a16="http://schemas.microsoft.com/office/drawing/2014/main" id="{E374E130-4353-4EB8-9775-B066D2596E79}"/>
                  </a:ext>
                </a:extLst>
              </p:cNvPr>
              <p:cNvSpPr/>
              <p:nvPr/>
            </p:nvSpPr>
            <p:spPr>
              <a:xfrm flipV="1">
                <a:off x="6436080" y="3222360"/>
                <a:ext cx="60840" cy="43200"/>
              </a:xfrm>
              <a:prstGeom prst="line">
                <a:avLst/>
              </a:prstGeom>
              <a:ln>
                <a:solidFill>
                  <a:srgbClr val="5D5D5D"/>
                </a:solidFill>
              </a:ln>
            </p:spPr>
            <p:style>
              <a:lnRef idx="0">
                <a:scrgbClr r="0" g="0" b="0"/>
              </a:lnRef>
              <a:fillRef idx="0">
                <a:scrgbClr r="0" g="0" b="0"/>
              </a:fillRef>
              <a:effectRef idx="0">
                <a:scrgbClr r="0" g="0" b="0"/>
              </a:effectRef>
              <a:fontRef idx="minor"/>
            </p:style>
          </p:sp>
          <p:sp>
            <p:nvSpPr>
              <p:cNvPr id="1625" name="Line 1411">
                <a:extLst>
                  <a:ext uri="{FF2B5EF4-FFF2-40B4-BE49-F238E27FC236}">
                    <a16:creationId xmlns:a16="http://schemas.microsoft.com/office/drawing/2014/main" id="{CABDEAA4-FB4F-423C-91B4-5428D1953D25}"/>
                  </a:ext>
                </a:extLst>
              </p:cNvPr>
              <p:cNvSpPr/>
              <p:nvPr/>
            </p:nvSpPr>
            <p:spPr>
              <a:xfrm>
                <a:off x="6314760" y="3276360"/>
                <a:ext cx="60120" cy="18000"/>
              </a:xfrm>
              <a:prstGeom prst="line">
                <a:avLst/>
              </a:prstGeom>
              <a:ln>
                <a:solidFill>
                  <a:srgbClr val="575757"/>
                </a:solidFill>
              </a:ln>
            </p:spPr>
            <p:style>
              <a:lnRef idx="0">
                <a:scrgbClr r="0" g="0" b="0"/>
              </a:lnRef>
              <a:fillRef idx="0">
                <a:scrgbClr r="0" g="0" b="0"/>
              </a:fillRef>
              <a:effectRef idx="0">
                <a:scrgbClr r="0" g="0" b="0"/>
              </a:effectRef>
              <a:fontRef idx="minor"/>
            </p:style>
          </p:sp>
          <p:sp>
            <p:nvSpPr>
              <p:cNvPr id="1626" name="Line 1412">
                <a:extLst>
                  <a:ext uri="{FF2B5EF4-FFF2-40B4-BE49-F238E27FC236}">
                    <a16:creationId xmlns:a16="http://schemas.microsoft.com/office/drawing/2014/main" id="{E09CB1BA-9FCD-4F3F-BBB7-DB0CF42CBE89}"/>
                  </a:ext>
                </a:extLst>
              </p:cNvPr>
              <p:cNvSpPr/>
              <p:nvPr/>
            </p:nvSpPr>
            <p:spPr>
              <a:xfrm flipV="1">
                <a:off x="6374880" y="3265560"/>
                <a:ext cx="61200" cy="28800"/>
              </a:xfrm>
              <a:prstGeom prst="line">
                <a:avLst/>
              </a:prstGeom>
              <a:ln>
                <a:solidFill>
                  <a:srgbClr val="585858"/>
                </a:solidFill>
              </a:ln>
            </p:spPr>
            <p:style>
              <a:lnRef idx="0">
                <a:scrgbClr r="0" g="0" b="0"/>
              </a:lnRef>
              <a:fillRef idx="0">
                <a:scrgbClr r="0" g="0" b="0"/>
              </a:fillRef>
              <a:effectRef idx="0">
                <a:scrgbClr r="0" g="0" b="0"/>
              </a:effectRef>
              <a:fontRef idx="minor"/>
            </p:style>
          </p:sp>
          <p:sp>
            <p:nvSpPr>
              <p:cNvPr id="1627" name="Line 1413">
                <a:extLst>
                  <a:ext uri="{FF2B5EF4-FFF2-40B4-BE49-F238E27FC236}">
                    <a16:creationId xmlns:a16="http://schemas.microsoft.com/office/drawing/2014/main" id="{8FB758C4-D1B4-430E-92D4-A89989F70912}"/>
                  </a:ext>
                </a:extLst>
              </p:cNvPr>
              <p:cNvSpPr/>
              <p:nvPr/>
            </p:nvSpPr>
            <p:spPr>
              <a:xfrm>
                <a:off x="6253920" y="3294360"/>
                <a:ext cx="60840" cy="16200"/>
              </a:xfrm>
              <a:prstGeom prst="line">
                <a:avLst/>
              </a:prstGeom>
              <a:ln>
                <a:solidFill>
                  <a:srgbClr val="545454"/>
                </a:solidFill>
              </a:ln>
            </p:spPr>
            <p:style>
              <a:lnRef idx="0">
                <a:scrgbClr r="0" g="0" b="0"/>
              </a:lnRef>
              <a:fillRef idx="0">
                <a:scrgbClr r="0" g="0" b="0"/>
              </a:fillRef>
              <a:effectRef idx="0">
                <a:scrgbClr r="0" g="0" b="0"/>
              </a:effectRef>
              <a:fontRef idx="minor"/>
            </p:style>
          </p:sp>
          <p:sp>
            <p:nvSpPr>
              <p:cNvPr id="1628" name="Line 1414">
                <a:extLst>
                  <a:ext uri="{FF2B5EF4-FFF2-40B4-BE49-F238E27FC236}">
                    <a16:creationId xmlns:a16="http://schemas.microsoft.com/office/drawing/2014/main" id="{D9AFB757-D618-4523-B09A-B05E4D08BD58}"/>
                  </a:ext>
                </a:extLst>
              </p:cNvPr>
              <p:cNvSpPr/>
              <p:nvPr/>
            </p:nvSpPr>
            <p:spPr>
              <a:xfrm flipV="1">
                <a:off x="6314760" y="3294360"/>
                <a:ext cx="60120" cy="16200"/>
              </a:xfrm>
              <a:prstGeom prst="line">
                <a:avLst/>
              </a:prstGeom>
              <a:ln>
                <a:solidFill>
                  <a:srgbClr val="545454"/>
                </a:solidFill>
              </a:ln>
            </p:spPr>
            <p:style>
              <a:lnRef idx="0">
                <a:scrgbClr r="0" g="0" b="0"/>
              </a:lnRef>
              <a:fillRef idx="0">
                <a:scrgbClr r="0" g="0" b="0"/>
              </a:fillRef>
              <a:effectRef idx="0">
                <a:scrgbClr r="0" g="0" b="0"/>
              </a:effectRef>
              <a:fontRef idx="minor"/>
            </p:style>
          </p:sp>
          <p:sp>
            <p:nvSpPr>
              <p:cNvPr id="1629" name="Line 1415">
                <a:extLst>
                  <a:ext uri="{FF2B5EF4-FFF2-40B4-BE49-F238E27FC236}">
                    <a16:creationId xmlns:a16="http://schemas.microsoft.com/office/drawing/2014/main" id="{2CD4BD5E-A691-4BA8-B7BA-7399FB6C71B7}"/>
                  </a:ext>
                </a:extLst>
              </p:cNvPr>
              <p:cNvSpPr/>
              <p:nvPr/>
            </p:nvSpPr>
            <p:spPr>
              <a:xfrm>
                <a:off x="6194880" y="3298680"/>
                <a:ext cx="59040" cy="18000"/>
              </a:xfrm>
              <a:prstGeom prst="line">
                <a:avLst/>
              </a:prstGeom>
              <a:ln>
                <a:solidFill>
                  <a:srgbClr val="525252"/>
                </a:solidFill>
              </a:ln>
            </p:spPr>
            <p:style>
              <a:lnRef idx="0">
                <a:scrgbClr r="0" g="0" b="0"/>
              </a:lnRef>
              <a:fillRef idx="0">
                <a:scrgbClr r="0" g="0" b="0"/>
              </a:fillRef>
              <a:effectRef idx="0">
                <a:scrgbClr r="0" g="0" b="0"/>
              </a:effectRef>
              <a:fontRef idx="minor"/>
            </p:style>
          </p:sp>
          <p:sp>
            <p:nvSpPr>
              <p:cNvPr id="1630" name="Line 1416">
                <a:extLst>
                  <a:ext uri="{FF2B5EF4-FFF2-40B4-BE49-F238E27FC236}">
                    <a16:creationId xmlns:a16="http://schemas.microsoft.com/office/drawing/2014/main" id="{6F30B921-F266-472E-B9F2-CE0E74C936FF}"/>
                  </a:ext>
                </a:extLst>
              </p:cNvPr>
              <p:cNvSpPr/>
              <p:nvPr/>
            </p:nvSpPr>
            <p:spPr>
              <a:xfrm flipV="1">
                <a:off x="6253920" y="3310560"/>
                <a:ext cx="60840" cy="6120"/>
              </a:xfrm>
              <a:prstGeom prst="line">
                <a:avLst/>
              </a:prstGeom>
              <a:ln>
                <a:solidFill>
                  <a:srgbClr val="525252"/>
                </a:solidFill>
              </a:ln>
            </p:spPr>
            <p:style>
              <a:lnRef idx="0">
                <a:scrgbClr r="0" g="0" b="0"/>
              </a:lnRef>
              <a:fillRef idx="0">
                <a:scrgbClr r="0" g="0" b="0"/>
              </a:fillRef>
              <a:effectRef idx="0">
                <a:scrgbClr r="0" g="0" b="0"/>
              </a:effectRef>
              <a:fontRef idx="minor"/>
            </p:style>
          </p:sp>
          <p:sp>
            <p:nvSpPr>
              <p:cNvPr id="1631" name="Line 1417">
                <a:extLst>
                  <a:ext uri="{FF2B5EF4-FFF2-40B4-BE49-F238E27FC236}">
                    <a16:creationId xmlns:a16="http://schemas.microsoft.com/office/drawing/2014/main" id="{574BF217-20A8-4D29-9A13-47051859DA6C}"/>
                  </a:ext>
                </a:extLst>
              </p:cNvPr>
              <p:cNvSpPr/>
              <p:nvPr/>
            </p:nvSpPr>
            <p:spPr>
              <a:xfrm>
                <a:off x="6133680" y="3290400"/>
                <a:ext cx="59040" cy="17280"/>
              </a:xfrm>
              <a:prstGeom prst="line">
                <a:avLst/>
              </a:prstGeom>
              <a:ln>
                <a:solidFill>
                  <a:srgbClr val="525252"/>
                </a:solidFill>
              </a:ln>
            </p:spPr>
            <p:style>
              <a:lnRef idx="0">
                <a:scrgbClr r="0" g="0" b="0"/>
              </a:lnRef>
              <a:fillRef idx="0">
                <a:scrgbClr r="0" g="0" b="0"/>
              </a:fillRef>
              <a:effectRef idx="0">
                <a:scrgbClr r="0" g="0" b="0"/>
              </a:effectRef>
              <a:fontRef idx="minor"/>
            </p:style>
          </p:sp>
          <p:sp>
            <p:nvSpPr>
              <p:cNvPr id="1632" name="Line 1418">
                <a:extLst>
                  <a:ext uri="{FF2B5EF4-FFF2-40B4-BE49-F238E27FC236}">
                    <a16:creationId xmlns:a16="http://schemas.microsoft.com/office/drawing/2014/main" id="{B0780A86-E336-46D0-B7DD-2B616C431DC8}"/>
                  </a:ext>
                </a:extLst>
              </p:cNvPr>
              <p:cNvSpPr/>
              <p:nvPr/>
            </p:nvSpPr>
            <p:spPr>
              <a:xfrm>
                <a:off x="6192720" y="3307680"/>
                <a:ext cx="61200" cy="9000"/>
              </a:xfrm>
              <a:prstGeom prst="line">
                <a:avLst/>
              </a:prstGeom>
              <a:ln>
                <a:solidFill>
                  <a:srgbClr val="515151"/>
                </a:solidFill>
              </a:ln>
            </p:spPr>
            <p:style>
              <a:lnRef idx="0">
                <a:scrgbClr r="0" g="0" b="0"/>
              </a:lnRef>
              <a:fillRef idx="0">
                <a:scrgbClr r="0" g="0" b="0"/>
              </a:fillRef>
              <a:effectRef idx="0">
                <a:scrgbClr r="0" g="0" b="0"/>
              </a:effectRef>
              <a:fontRef idx="minor"/>
            </p:style>
          </p:sp>
          <p:sp>
            <p:nvSpPr>
              <p:cNvPr id="1633" name="Line 1419">
                <a:extLst>
                  <a:ext uri="{FF2B5EF4-FFF2-40B4-BE49-F238E27FC236}">
                    <a16:creationId xmlns:a16="http://schemas.microsoft.com/office/drawing/2014/main" id="{6C249A51-617C-4816-BD0E-75F4F688CE82}"/>
                  </a:ext>
                </a:extLst>
              </p:cNvPr>
              <p:cNvSpPr/>
              <p:nvPr/>
            </p:nvSpPr>
            <p:spPr>
              <a:xfrm>
                <a:off x="6073560" y="3270600"/>
                <a:ext cx="60120" cy="15840"/>
              </a:xfrm>
              <a:prstGeom prst="line">
                <a:avLst/>
              </a:prstGeom>
              <a:ln>
                <a:solidFill>
                  <a:srgbClr val="525252"/>
                </a:solidFill>
              </a:ln>
            </p:spPr>
            <p:style>
              <a:lnRef idx="0">
                <a:scrgbClr r="0" g="0" b="0"/>
              </a:lnRef>
              <a:fillRef idx="0">
                <a:scrgbClr r="0" g="0" b="0"/>
              </a:fillRef>
              <a:effectRef idx="0">
                <a:scrgbClr r="0" g="0" b="0"/>
              </a:effectRef>
              <a:fontRef idx="minor"/>
            </p:style>
          </p:sp>
          <p:sp>
            <p:nvSpPr>
              <p:cNvPr id="1634" name="Line 1420">
                <a:extLst>
                  <a:ext uri="{FF2B5EF4-FFF2-40B4-BE49-F238E27FC236}">
                    <a16:creationId xmlns:a16="http://schemas.microsoft.com/office/drawing/2014/main" id="{2D538BE6-91B2-4599-9DCE-30245CF377E5}"/>
                  </a:ext>
                </a:extLst>
              </p:cNvPr>
              <p:cNvSpPr/>
              <p:nvPr/>
            </p:nvSpPr>
            <p:spPr>
              <a:xfrm>
                <a:off x="6133680" y="3286440"/>
                <a:ext cx="59040" cy="21240"/>
              </a:xfrm>
              <a:prstGeom prst="line">
                <a:avLst/>
              </a:prstGeom>
              <a:ln>
                <a:solidFill>
                  <a:srgbClr val="515151"/>
                </a:solidFill>
              </a:ln>
            </p:spPr>
            <p:style>
              <a:lnRef idx="0">
                <a:scrgbClr r="0" g="0" b="0"/>
              </a:lnRef>
              <a:fillRef idx="0">
                <a:scrgbClr r="0" g="0" b="0"/>
              </a:fillRef>
              <a:effectRef idx="0">
                <a:scrgbClr r="0" g="0" b="0"/>
              </a:effectRef>
              <a:fontRef idx="minor"/>
            </p:style>
          </p:sp>
          <p:sp>
            <p:nvSpPr>
              <p:cNvPr id="1635" name="Line 1421">
                <a:extLst>
                  <a:ext uri="{FF2B5EF4-FFF2-40B4-BE49-F238E27FC236}">
                    <a16:creationId xmlns:a16="http://schemas.microsoft.com/office/drawing/2014/main" id="{C841CFEF-B829-4DD9-B8D1-EA7C76FF2205}"/>
                  </a:ext>
                </a:extLst>
              </p:cNvPr>
              <p:cNvSpPr/>
              <p:nvPr/>
            </p:nvSpPr>
            <p:spPr>
              <a:xfrm>
                <a:off x="6012720" y="3237480"/>
                <a:ext cx="60840" cy="15840"/>
              </a:xfrm>
              <a:prstGeom prst="line">
                <a:avLst/>
              </a:prstGeom>
              <a:ln>
                <a:solidFill>
                  <a:srgbClr val="545454"/>
                </a:solidFill>
              </a:ln>
            </p:spPr>
            <p:style>
              <a:lnRef idx="0">
                <a:scrgbClr r="0" g="0" b="0"/>
              </a:lnRef>
              <a:fillRef idx="0">
                <a:scrgbClr r="0" g="0" b="0"/>
              </a:fillRef>
              <a:effectRef idx="0">
                <a:scrgbClr r="0" g="0" b="0"/>
              </a:effectRef>
              <a:fontRef idx="minor"/>
            </p:style>
          </p:sp>
          <p:sp>
            <p:nvSpPr>
              <p:cNvPr id="1636" name="Line 1422">
                <a:extLst>
                  <a:ext uri="{FF2B5EF4-FFF2-40B4-BE49-F238E27FC236}">
                    <a16:creationId xmlns:a16="http://schemas.microsoft.com/office/drawing/2014/main" id="{6FE6C96A-36E2-4A24-9C05-714CAA288592}"/>
                  </a:ext>
                </a:extLst>
              </p:cNvPr>
              <p:cNvSpPr/>
              <p:nvPr/>
            </p:nvSpPr>
            <p:spPr>
              <a:xfrm>
                <a:off x="6073560" y="3253320"/>
                <a:ext cx="60120" cy="33120"/>
              </a:xfrm>
              <a:prstGeom prst="line">
                <a:avLst/>
              </a:prstGeom>
              <a:ln>
                <a:solidFill>
                  <a:srgbClr val="525252"/>
                </a:solidFill>
              </a:ln>
            </p:spPr>
            <p:style>
              <a:lnRef idx="0">
                <a:scrgbClr r="0" g="0" b="0"/>
              </a:lnRef>
              <a:fillRef idx="0">
                <a:scrgbClr r="0" g="0" b="0"/>
              </a:fillRef>
              <a:effectRef idx="0">
                <a:scrgbClr r="0" g="0" b="0"/>
              </a:effectRef>
              <a:fontRef idx="minor"/>
            </p:style>
          </p:sp>
          <p:sp>
            <p:nvSpPr>
              <p:cNvPr id="1637" name="Line 1423">
                <a:extLst>
                  <a:ext uri="{FF2B5EF4-FFF2-40B4-BE49-F238E27FC236}">
                    <a16:creationId xmlns:a16="http://schemas.microsoft.com/office/drawing/2014/main" id="{3AAACC6B-9DD5-4A1C-9D2D-005E2328341F}"/>
                  </a:ext>
                </a:extLst>
              </p:cNvPr>
              <p:cNvSpPr/>
              <p:nvPr/>
            </p:nvSpPr>
            <p:spPr>
              <a:xfrm>
                <a:off x="5951520" y="3191400"/>
                <a:ext cx="61200" cy="16920"/>
              </a:xfrm>
              <a:prstGeom prst="line">
                <a:avLst/>
              </a:prstGeom>
              <a:ln>
                <a:solidFill>
                  <a:srgbClr val="575757"/>
                </a:solidFill>
              </a:ln>
            </p:spPr>
            <p:style>
              <a:lnRef idx="0">
                <a:scrgbClr r="0" g="0" b="0"/>
              </a:lnRef>
              <a:fillRef idx="0">
                <a:scrgbClr r="0" g="0" b="0"/>
              </a:fillRef>
              <a:effectRef idx="0">
                <a:scrgbClr r="0" g="0" b="0"/>
              </a:effectRef>
              <a:fontRef idx="minor"/>
            </p:style>
          </p:sp>
          <p:sp>
            <p:nvSpPr>
              <p:cNvPr id="1638" name="Line 1424">
                <a:extLst>
                  <a:ext uri="{FF2B5EF4-FFF2-40B4-BE49-F238E27FC236}">
                    <a16:creationId xmlns:a16="http://schemas.microsoft.com/office/drawing/2014/main" id="{2887EAD6-60F1-4BE4-B05C-3A5B453A3F46}"/>
                  </a:ext>
                </a:extLst>
              </p:cNvPr>
              <p:cNvSpPr/>
              <p:nvPr/>
            </p:nvSpPr>
            <p:spPr>
              <a:xfrm>
                <a:off x="6012720" y="3208320"/>
                <a:ext cx="60840" cy="45000"/>
              </a:xfrm>
              <a:prstGeom prst="line">
                <a:avLst/>
              </a:prstGeom>
              <a:ln>
                <a:solidFill>
                  <a:srgbClr val="545454"/>
                </a:solidFill>
              </a:ln>
            </p:spPr>
            <p:style>
              <a:lnRef idx="0">
                <a:scrgbClr r="0" g="0" b="0"/>
              </a:lnRef>
              <a:fillRef idx="0">
                <a:scrgbClr r="0" g="0" b="0"/>
              </a:fillRef>
              <a:effectRef idx="0">
                <a:scrgbClr r="0" g="0" b="0"/>
              </a:effectRef>
              <a:fontRef idx="minor"/>
            </p:style>
          </p:sp>
          <p:sp>
            <p:nvSpPr>
              <p:cNvPr id="1639" name="Line 1425">
                <a:extLst>
                  <a:ext uri="{FF2B5EF4-FFF2-40B4-BE49-F238E27FC236}">
                    <a16:creationId xmlns:a16="http://schemas.microsoft.com/office/drawing/2014/main" id="{49312432-6027-4F63-B15B-AEBCC7A5B75C}"/>
                  </a:ext>
                </a:extLst>
              </p:cNvPr>
              <p:cNvSpPr/>
              <p:nvPr/>
            </p:nvSpPr>
            <p:spPr>
              <a:xfrm>
                <a:off x="5891760" y="3133440"/>
                <a:ext cx="59760" cy="16920"/>
              </a:xfrm>
              <a:prstGeom prst="line">
                <a:avLst/>
              </a:prstGeom>
              <a:ln>
                <a:solidFill>
                  <a:srgbClr val="5B5B5B"/>
                </a:solidFill>
              </a:ln>
            </p:spPr>
            <p:style>
              <a:lnRef idx="0">
                <a:scrgbClr r="0" g="0" b="0"/>
              </a:lnRef>
              <a:fillRef idx="0">
                <a:scrgbClr r="0" g="0" b="0"/>
              </a:fillRef>
              <a:effectRef idx="0">
                <a:scrgbClr r="0" g="0" b="0"/>
              </a:effectRef>
              <a:fontRef idx="minor"/>
            </p:style>
          </p:sp>
          <p:sp>
            <p:nvSpPr>
              <p:cNvPr id="1640" name="Line 1426">
                <a:extLst>
                  <a:ext uri="{FF2B5EF4-FFF2-40B4-BE49-F238E27FC236}">
                    <a16:creationId xmlns:a16="http://schemas.microsoft.com/office/drawing/2014/main" id="{6C16B65E-3F53-41DE-805B-7F38D42E141D}"/>
                  </a:ext>
                </a:extLst>
              </p:cNvPr>
              <p:cNvSpPr/>
              <p:nvPr/>
            </p:nvSpPr>
            <p:spPr>
              <a:xfrm>
                <a:off x="5951520" y="3150360"/>
                <a:ext cx="61200" cy="57960"/>
              </a:xfrm>
              <a:prstGeom prst="line">
                <a:avLst/>
              </a:prstGeom>
              <a:ln>
                <a:solidFill>
                  <a:srgbClr val="585858"/>
                </a:solidFill>
              </a:ln>
            </p:spPr>
            <p:style>
              <a:lnRef idx="0">
                <a:scrgbClr r="0" g="0" b="0"/>
              </a:lnRef>
              <a:fillRef idx="0">
                <a:scrgbClr r="0" g="0" b="0"/>
              </a:fillRef>
              <a:effectRef idx="0">
                <a:scrgbClr r="0" g="0" b="0"/>
              </a:effectRef>
              <a:fontRef idx="minor"/>
            </p:style>
          </p:sp>
          <p:sp>
            <p:nvSpPr>
              <p:cNvPr id="1641" name="Line 1427">
                <a:extLst>
                  <a:ext uri="{FF2B5EF4-FFF2-40B4-BE49-F238E27FC236}">
                    <a16:creationId xmlns:a16="http://schemas.microsoft.com/office/drawing/2014/main" id="{9EDC9D16-3F45-4243-AE40-830EE4D58F33}"/>
                  </a:ext>
                </a:extLst>
              </p:cNvPr>
              <p:cNvSpPr/>
              <p:nvPr/>
            </p:nvSpPr>
            <p:spPr>
              <a:xfrm>
                <a:off x="5832720" y="3062160"/>
                <a:ext cx="59040" cy="18000"/>
              </a:xfrm>
              <a:prstGeom prst="line">
                <a:avLst/>
              </a:prstGeom>
              <a:ln>
                <a:solidFill>
                  <a:srgbClr val="616161"/>
                </a:solidFill>
              </a:ln>
            </p:spPr>
            <p:style>
              <a:lnRef idx="0">
                <a:scrgbClr r="0" g="0" b="0"/>
              </a:lnRef>
              <a:fillRef idx="0">
                <a:scrgbClr r="0" g="0" b="0"/>
              </a:fillRef>
              <a:effectRef idx="0">
                <a:scrgbClr r="0" g="0" b="0"/>
              </a:effectRef>
              <a:fontRef idx="minor"/>
            </p:style>
          </p:sp>
          <p:sp>
            <p:nvSpPr>
              <p:cNvPr id="1642" name="Line 1428">
                <a:extLst>
                  <a:ext uri="{FF2B5EF4-FFF2-40B4-BE49-F238E27FC236}">
                    <a16:creationId xmlns:a16="http://schemas.microsoft.com/office/drawing/2014/main" id="{F30D48CA-AC5F-4D5B-83E0-C8F188196698}"/>
                  </a:ext>
                </a:extLst>
              </p:cNvPr>
              <p:cNvSpPr/>
              <p:nvPr/>
            </p:nvSpPr>
            <p:spPr>
              <a:xfrm>
                <a:off x="5891760" y="3080160"/>
                <a:ext cx="59760" cy="70200"/>
              </a:xfrm>
              <a:prstGeom prst="line">
                <a:avLst/>
              </a:prstGeom>
              <a:ln>
                <a:solidFill>
                  <a:srgbClr val="5D5D5D"/>
                </a:solidFill>
              </a:ln>
            </p:spPr>
            <p:style>
              <a:lnRef idx="0">
                <a:scrgbClr r="0" g="0" b="0"/>
              </a:lnRef>
              <a:fillRef idx="0">
                <a:scrgbClr r="0" g="0" b="0"/>
              </a:fillRef>
              <a:effectRef idx="0">
                <a:scrgbClr r="0" g="0" b="0"/>
              </a:effectRef>
              <a:fontRef idx="minor"/>
            </p:style>
          </p:sp>
          <p:sp>
            <p:nvSpPr>
              <p:cNvPr id="1643" name="Line 1429">
                <a:extLst>
                  <a:ext uri="{FF2B5EF4-FFF2-40B4-BE49-F238E27FC236}">
                    <a16:creationId xmlns:a16="http://schemas.microsoft.com/office/drawing/2014/main" id="{3F89416A-635B-429C-88D5-2A449CC9FA5B}"/>
                  </a:ext>
                </a:extLst>
              </p:cNvPr>
              <p:cNvSpPr/>
              <p:nvPr/>
            </p:nvSpPr>
            <p:spPr>
              <a:xfrm>
                <a:off x="5771520" y="2979360"/>
                <a:ext cx="59040" cy="15840"/>
              </a:xfrm>
              <a:prstGeom prst="line">
                <a:avLst/>
              </a:prstGeom>
              <a:ln>
                <a:solidFill>
                  <a:srgbClr val="676767"/>
                </a:solidFill>
              </a:ln>
            </p:spPr>
            <p:style>
              <a:lnRef idx="0">
                <a:scrgbClr r="0" g="0" b="0"/>
              </a:lnRef>
              <a:fillRef idx="0">
                <a:scrgbClr r="0" g="0" b="0"/>
              </a:fillRef>
              <a:effectRef idx="0">
                <a:scrgbClr r="0" g="0" b="0"/>
              </a:effectRef>
              <a:fontRef idx="minor"/>
            </p:style>
          </p:sp>
          <p:sp>
            <p:nvSpPr>
              <p:cNvPr id="1644" name="Line 1430">
                <a:extLst>
                  <a:ext uri="{FF2B5EF4-FFF2-40B4-BE49-F238E27FC236}">
                    <a16:creationId xmlns:a16="http://schemas.microsoft.com/office/drawing/2014/main" id="{CD9FF0A7-9EBF-4297-8368-EFCDA9D2DC13}"/>
                  </a:ext>
                </a:extLst>
              </p:cNvPr>
              <p:cNvSpPr/>
              <p:nvPr/>
            </p:nvSpPr>
            <p:spPr>
              <a:xfrm>
                <a:off x="5830560" y="2995200"/>
                <a:ext cx="61200" cy="84960"/>
              </a:xfrm>
              <a:prstGeom prst="line">
                <a:avLst/>
              </a:prstGeom>
              <a:ln>
                <a:solidFill>
                  <a:srgbClr val="636363"/>
                </a:solidFill>
              </a:ln>
            </p:spPr>
            <p:style>
              <a:lnRef idx="0">
                <a:scrgbClr r="0" g="0" b="0"/>
              </a:lnRef>
              <a:fillRef idx="0">
                <a:scrgbClr r="0" g="0" b="0"/>
              </a:fillRef>
              <a:effectRef idx="0">
                <a:scrgbClr r="0" g="0" b="0"/>
              </a:effectRef>
              <a:fontRef idx="minor"/>
            </p:style>
          </p:sp>
          <p:sp>
            <p:nvSpPr>
              <p:cNvPr id="1645" name="Line 1431">
                <a:extLst>
                  <a:ext uri="{FF2B5EF4-FFF2-40B4-BE49-F238E27FC236}">
                    <a16:creationId xmlns:a16="http://schemas.microsoft.com/office/drawing/2014/main" id="{C9A1710D-9D9E-40A4-B389-35C99D839EDD}"/>
                  </a:ext>
                </a:extLst>
              </p:cNvPr>
              <p:cNvSpPr/>
              <p:nvPr/>
            </p:nvSpPr>
            <p:spPr>
              <a:xfrm>
                <a:off x="5710320" y="2883240"/>
                <a:ext cx="61200" cy="16920"/>
              </a:xfrm>
              <a:prstGeom prst="line">
                <a:avLst/>
              </a:prstGeom>
              <a:ln>
                <a:solidFill>
                  <a:srgbClr val="6F6F6F"/>
                </a:solidFill>
              </a:ln>
            </p:spPr>
            <p:style>
              <a:lnRef idx="0">
                <a:scrgbClr r="0" g="0" b="0"/>
              </a:lnRef>
              <a:fillRef idx="0">
                <a:scrgbClr r="0" g="0" b="0"/>
              </a:fillRef>
              <a:effectRef idx="0">
                <a:scrgbClr r="0" g="0" b="0"/>
              </a:effectRef>
              <a:fontRef idx="minor"/>
            </p:style>
          </p:sp>
          <p:sp>
            <p:nvSpPr>
              <p:cNvPr id="1646" name="Line 1432">
                <a:extLst>
                  <a:ext uri="{FF2B5EF4-FFF2-40B4-BE49-F238E27FC236}">
                    <a16:creationId xmlns:a16="http://schemas.microsoft.com/office/drawing/2014/main" id="{86159476-9714-4AC1-BEA3-F519F0099FE0}"/>
                  </a:ext>
                </a:extLst>
              </p:cNvPr>
              <p:cNvSpPr/>
              <p:nvPr/>
            </p:nvSpPr>
            <p:spPr>
              <a:xfrm>
                <a:off x="5771520" y="2900160"/>
                <a:ext cx="59040" cy="95040"/>
              </a:xfrm>
              <a:prstGeom prst="line">
                <a:avLst/>
              </a:prstGeom>
              <a:ln>
                <a:solidFill>
                  <a:srgbClr val="6A6A6A"/>
                </a:solidFill>
              </a:ln>
            </p:spPr>
            <p:style>
              <a:lnRef idx="0">
                <a:scrgbClr r="0" g="0" b="0"/>
              </a:lnRef>
              <a:fillRef idx="0">
                <a:scrgbClr r="0" g="0" b="0"/>
              </a:fillRef>
              <a:effectRef idx="0">
                <a:scrgbClr r="0" g="0" b="0"/>
              </a:effectRef>
              <a:fontRef idx="minor"/>
            </p:style>
          </p:sp>
          <p:sp>
            <p:nvSpPr>
              <p:cNvPr id="1647" name="Line 1433">
                <a:extLst>
                  <a:ext uri="{FF2B5EF4-FFF2-40B4-BE49-F238E27FC236}">
                    <a16:creationId xmlns:a16="http://schemas.microsoft.com/office/drawing/2014/main" id="{C6B7364B-6DC9-4F99-8791-0755F1B6BB7C}"/>
                  </a:ext>
                </a:extLst>
              </p:cNvPr>
              <p:cNvSpPr/>
              <p:nvPr/>
            </p:nvSpPr>
            <p:spPr>
              <a:xfrm>
                <a:off x="5650560" y="2774880"/>
                <a:ext cx="59760" cy="16200"/>
              </a:xfrm>
              <a:prstGeom prst="line">
                <a:avLst/>
              </a:prstGeom>
              <a:ln>
                <a:solidFill>
                  <a:srgbClr val="787878"/>
                </a:solidFill>
              </a:ln>
            </p:spPr>
            <p:style>
              <a:lnRef idx="0">
                <a:scrgbClr r="0" g="0" b="0"/>
              </a:lnRef>
              <a:fillRef idx="0">
                <a:scrgbClr r="0" g="0" b="0"/>
              </a:fillRef>
              <a:effectRef idx="0">
                <a:scrgbClr r="0" g="0" b="0"/>
              </a:effectRef>
              <a:fontRef idx="minor"/>
            </p:style>
          </p:sp>
          <p:sp>
            <p:nvSpPr>
              <p:cNvPr id="1648" name="Line 1434">
                <a:extLst>
                  <a:ext uri="{FF2B5EF4-FFF2-40B4-BE49-F238E27FC236}">
                    <a16:creationId xmlns:a16="http://schemas.microsoft.com/office/drawing/2014/main" id="{9F5A418C-FEBC-4365-9DB1-12D26BB34201}"/>
                  </a:ext>
                </a:extLst>
              </p:cNvPr>
              <p:cNvSpPr/>
              <p:nvPr/>
            </p:nvSpPr>
            <p:spPr>
              <a:xfrm>
                <a:off x="5710320" y="2791080"/>
                <a:ext cx="61200" cy="109080"/>
              </a:xfrm>
              <a:prstGeom prst="line">
                <a:avLst/>
              </a:prstGeom>
              <a:ln>
                <a:solidFill>
                  <a:srgbClr val="727272"/>
                </a:solidFill>
              </a:ln>
            </p:spPr>
            <p:style>
              <a:lnRef idx="0">
                <a:scrgbClr r="0" g="0" b="0"/>
              </a:lnRef>
              <a:fillRef idx="0">
                <a:scrgbClr r="0" g="0" b="0"/>
              </a:fillRef>
              <a:effectRef idx="0">
                <a:scrgbClr r="0" g="0" b="0"/>
              </a:effectRef>
              <a:fontRef idx="minor"/>
            </p:style>
          </p:sp>
          <p:sp>
            <p:nvSpPr>
              <p:cNvPr id="1649" name="Line 1435">
                <a:extLst>
                  <a:ext uri="{FF2B5EF4-FFF2-40B4-BE49-F238E27FC236}">
                    <a16:creationId xmlns:a16="http://schemas.microsoft.com/office/drawing/2014/main" id="{FC7ABA70-8B67-4D4B-A581-1F3B9DF200C1}"/>
                  </a:ext>
                </a:extLst>
              </p:cNvPr>
              <p:cNvSpPr/>
              <p:nvPr/>
            </p:nvSpPr>
            <p:spPr>
              <a:xfrm>
                <a:off x="5589360" y="2653920"/>
                <a:ext cx="61200" cy="16920"/>
              </a:xfrm>
              <a:prstGeom prst="line">
                <a:avLst/>
              </a:prstGeom>
              <a:ln>
                <a:solidFill>
                  <a:srgbClr val="838383"/>
                </a:solidFill>
              </a:ln>
            </p:spPr>
            <p:style>
              <a:lnRef idx="0">
                <a:scrgbClr r="0" g="0" b="0"/>
              </a:lnRef>
              <a:fillRef idx="0">
                <a:scrgbClr r="0" g="0" b="0"/>
              </a:fillRef>
              <a:effectRef idx="0">
                <a:scrgbClr r="0" g="0" b="0"/>
              </a:effectRef>
              <a:fontRef idx="minor"/>
            </p:style>
          </p:sp>
          <p:sp>
            <p:nvSpPr>
              <p:cNvPr id="1650" name="Line 1436">
                <a:extLst>
                  <a:ext uri="{FF2B5EF4-FFF2-40B4-BE49-F238E27FC236}">
                    <a16:creationId xmlns:a16="http://schemas.microsoft.com/office/drawing/2014/main" id="{9151C157-18FC-42B1-B505-27C7D0BC1E37}"/>
                  </a:ext>
                </a:extLst>
              </p:cNvPr>
              <p:cNvSpPr/>
              <p:nvPr/>
            </p:nvSpPr>
            <p:spPr>
              <a:xfrm>
                <a:off x="5650560" y="2670840"/>
                <a:ext cx="59760" cy="120240"/>
              </a:xfrm>
              <a:prstGeom prst="line">
                <a:avLst/>
              </a:prstGeom>
              <a:ln>
                <a:solidFill>
                  <a:srgbClr val="7C7C7C"/>
                </a:solidFill>
              </a:ln>
            </p:spPr>
            <p:style>
              <a:lnRef idx="0">
                <a:scrgbClr r="0" g="0" b="0"/>
              </a:lnRef>
              <a:fillRef idx="0">
                <a:scrgbClr r="0" g="0" b="0"/>
              </a:fillRef>
              <a:effectRef idx="0">
                <a:scrgbClr r="0" g="0" b="0"/>
              </a:effectRef>
              <a:fontRef idx="minor"/>
            </p:style>
          </p:sp>
          <p:sp>
            <p:nvSpPr>
              <p:cNvPr id="1651" name="Line 1437">
                <a:extLst>
                  <a:ext uri="{FF2B5EF4-FFF2-40B4-BE49-F238E27FC236}">
                    <a16:creationId xmlns:a16="http://schemas.microsoft.com/office/drawing/2014/main" id="{2375F5E5-66D3-42DA-9422-5D93A1ECF90E}"/>
                  </a:ext>
                </a:extLst>
              </p:cNvPr>
              <p:cNvSpPr/>
              <p:nvPr/>
            </p:nvSpPr>
            <p:spPr>
              <a:xfrm>
                <a:off x="5528160" y="2520720"/>
                <a:ext cx="61200" cy="16200"/>
              </a:xfrm>
              <a:prstGeom prst="line">
                <a:avLst/>
              </a:prstGeom>
              <a:ln>
                <a:solidFill>
                  <a:srgbClr val="8E8E8E"/>
                </a:solidFill>
              </a:ln>
            </p:spPr>
            <p:style>
              <a:lnRef idx="0">
                <a:scrgbClr r="0" g="0" b="0"/>
              </a:lnRef>
              <a:fillRef idx="0">
                <a:scrgbClr r="0" g="0" b="0"/>
              </a:fillRef>
              <a:effectRef idx="0">
                <a:scrgbClr r="0" g="0" b="0"/>
              </a:effectRef>
              <a:fontRef idx="minor"/>
            </p:style>
          </p:sp>
          <p:sp>
            <p:nvSpPr>
              <p:cNvPr id="1652" name="Line 1438">
                <a:extLst>
                  <a:ext uri="{FF2B5EF4-FFF2-40B4-BE49-F238E27FC236}">
                    <a16:creationId xmlns:a16="http://schemas.microsoft.com/office/drawing/2014/main" id="{1557C7FA-D948-470B-B962-72CBF548416E}"/>
                  </a:ext>
                </a:extLst>
              </p:cNvPr>
              <p:cNvSpPr/>
              <p:nvPr/>
            </p:nvSpPr>
            <p:spPr>
              <a:xfrm>
                <a:off x="5589360" y="2536920"/>
                <a:ext cx="61200" cy="133920"/>
              </a:xfrm>
              <a:prstGeom prst="line">
                <a:avLst/>
              </a:prstGeom>
              <a:ln>
                <a:solidFill>
                  <a:srgbClr val="878787"/>
                </a:solidFill>
              </a:ln>
            </p:spPr>
            <p:style>
              <a:lnRef idx="0">
                <a:scrgbClr r="0" g="0" b="0"/>
              </a:lnRef>
              <a:fillRef idx="0">
                <a:scrgbClr r="0" g="0" b="0"/>
              </a:fillRef>
              <a:effectRef idx="0">
                <a:scrgbClr r="0" g="0" b="0"/>
              </a:effectRef>
              <a:fontRef idx="minor"/>
            </p:style>
          </p:sp>
          <p:sp>
            <p:nvSpPr>
              <p:cNvPr id="1653" name="Line 1439">
                <a:extLst>
                  <a:ext uri="{FF2B5EF4-FFF2-40B4-BE49-F238E27FC236}">
                    <a16:creationId xmlns:a16="http://schemas.microsoft.com/office/drawing/2014/main" id="{0FA71320-FA53-4B7D-9DB2-46BC67F3FE25}"/>
                  </a:ext>
                </a:extLst>
              </p:cNvPr>
              <p:cNvSpPr/>
              <p:nvPr/>
            </p:nvSpPr>
            <p:spPr>
              <a:xfrm>
                <a:off x="5469120" y="2373480"/>
                <a:ext cx="59040" cy="18000"/>
              </a:xfrm>
              <a:prstGeom prst="line">
                <a:avLst/>
              </a:prstGeom>
              <a:ln>
                <a:solidFill>
                  <a:srgbClr val="9B9B9B"/>
                </a:solidFill>
              </a:ln>
            </p:spPr>
            <p:style>
              <a:lnRef idx="0">
                <a:scrgbClr r="0" g="0" b="0"/>
              </a:lnRef>
              <a:fillRef idx="0">
                <a:scrgbClr r="0" g="0" b="0"/>
              </a:fillRef>
              <a:effectRef idx="0">
                <a:scrgbClr r="0" g="0" b="0"/>
              </a:effectRef>
              <a:fontRef idx="minor"/>
            </p:style>
          </p:sp>
          <p:sp>
            <p:nvSpPr>
              <p:cNvPr id="1654" name="Line 1440">
                <a:extLst>
                  <a:ext uri="{FF2B5EF4-FFF2-40B4-BE49-F238E27FC236}">
                    <a16:creationId xmlns:a16="http://schemas.microsoft.com/office/drawing/2014/main" id="{43417577-9F45-4D08-90D1-A068521AC0FF}"/>
                  </a:ext>
                </a:extLst>
              </p:cNvPr>
              <p:cNvSpPr/>
              <p:nvPr/>
            </p:nvSpPr>
            <p:spPr>
              <a:xfrm>
                <a:off x="5528160" y="2391480"/>
                <a:ext cx="61200" cy="145440"/>
              </a:xfrm>
              <a:prstGeom prst="line">
                <a:avLst/>
              </a:prstGeom>
              <a:ln>
                <a:solidFill>
                  <a:srgbClr val="939393"/>
                </a:solidFill>
              </a:ln>
            </p:spPr>
            <p:style>
              <a:lnRef idx="0">
                <a:scrgbClr r="0" g="0" b="0"/>
              </a:lnRef>
              <a:fillRef idx="0">
                <a:scrgbClr r="0" g="0" b="0"/>
              </a:fillRef>
              <a:effectRef idx="0">
                <a:scrgbClr r="0" g="0" b="0"/>
              </a:effectRef>
              <a:fontRef idx="minor"/>
            </p:style>
          </p:sp>
          <p:sp>
            <p:nvSpPr>
              <p:cNvPr id="1655" name="Line 1441">
                <a:extLst>
                  <a:ext uri="{FF2B5EF4-FFF2-40B4-BE49-F238E27FC236}">
                    <a16:creationId xmlns:a16="http://schemas.microsoft.com/office/drawing/2014/main" id="{9CBB963D-51F5-4454-B551-78762AC38D4A}"/>
                  </a:ext>
                </a:extLst>
              </p:cNvPr>
              <p:cNvSpPr/>
              <p:nvPr/>
            </p:nvSpPr>
            <p:spPr>
              <a:xfrm>
                <a:off x="5409360" y="2215440"/>
                <a:ext cx="59040" cy="18000"/>
              </a:xfrm>
              <a:prstGeom prst="line">
                <a:avLst/>
              </a:prstGeom>
              <a:ln>
                <a:solidFill>
                  <a:srgbClr val="A8A8A8"/>
                </a:solidFill>
              </a:ln>
            </p:spPr>
            <p:style>
              <a:lnRef idx="0">
                <a:scrgbClr r="0" g="0" b="0"/>
              </a:lnRef>
              <a:fillRef idx="0">
                <a:scrgbClr r="0" g="0" b="0"/>
              </a:fillRef>
              <a:effectRef idx="0">
                <a:scrgbClr r="0" g="0" b="0"/>
              </a:effectRef>
              <a:fontRef idx="minor"/>
            </p:style>
          </p:sp>
          <p:sp>
            <p:nvSpPr>
              <p:cNvPr id="1656" name="Line 1442">
                <a:extLst>
                  <a:ext uri="{FF2B5EF4-FFF2-40B4-BE49-F238E27FC236}">
                    <a16:creationId xmlns:a16="http://schemas.microsoft.com/office/drawing/2014/main" id="{8EA0F111-2E06-446E-962A-153B8E59B9E7}"/>
                  </a:ext>
                </a:extLst>
              </p:cNvPr>
              <p:cNvSpPr/>
              <p:nvPr/>
            </p:nvSpPr>
            <p:spPr>
              <a:xfrm>
                <a:off x="5468400" y="2233440"/>
                <a:ext cx="59760" cy="158040"/>
              </a:xfrm>
              <a:prstGeom prst="line">
                <a:avLst/>
              </a:prstGeom>
              <a:ln>
                <a:solidFill>
                  <a:srgbClr val="A0A0A0"/>
                </a:solidFill>
              </a:ln>
            </p:spPr>
            <p:style>
              <a:lnRef idx="0">
                <a:scrgbClr r="0" g="0" b="0"/>
              </a:lnRef>
              <a:fillRef idx="0">
                <a:scrgbClr r="0" g="0" b="0"/>
              </a:fillRef>
              <a:effectRef idx="0">
                <a:scrgbClr r="0" g="0" b="0"/>
              </a:effectRef>
              <a:fontRef idx="minor"/>
            </p:style>
          </p:sp>
          <p:sp>
            <p:nvSpPr>
              <p:cNvPr id="1657" name="Line 1443">
                <a:extLst>
                  <a:ext uri="{FF2B5EF4-FFF2-40B4-BE49-F238E27FC236}">
                    <a16:creationId xmlns:a16="http://schemas.microsoft.com/office/drawing/2014/main" id="{6ADC643E-0922-4DD3-AC1A-49EF6ADE2E19}"/>
                  </a:ext>
                </a:extLst>
              </p:cNvPr>
              <p:cNvSpPr/>
              <p:nvPr/>
            </p:nvSpPr>
            <p:spPr>
              <a:xfrm>
                <a:off x="6859440" y="2705760"/>
                <a:ext cx="59040" cy="5040"/>
              </a:xfrm>
              <a:prstGeom prst="line">
                <a:avLst/>
              </a:prstGeom>
              <a:ln>
                <a:solidFill>
                  <a:srgbClr val="989898"/>
                </a:solidFill>
              </a:ln>
            </p:spPr>
            <p:style>
              <a:lnRef idx="0">
                <a:scrgbClr r="0" g="0" b="0"/>
              </a:lnRef>
              <a:fillRef idx="0">
                <a:scrgbClr r="0" g="0" b="0"/>
              </a:fillRef>
              <a:effectRef idx="0">
                <a:scrgbClr r="0" g="0" b="0"/>
              </a:effectRef>
              <a:fontRef idx="minor"/>
            </p:style>
          </p:sp>
          <p:sp>
            <p:nvSpPr>
              <p:cNvPr id="1658" name="Line 1444">
                <a:extLst>
                  <a:ext uri="{FF2B5EF4-FFF2-40B4-BE49-F238E27FC236}">
                    <a16:creationId xmlns:a16="http://schemas.microsoft.com/office/drawing/2014/main" id="{11B173EC-D1AB-4D6F-A904-A225C1408F17}"/>
                  </a:ext>
                </a:extLst>
              </p:cNvPr>
              <p:cNvSpPr/>
              <p:nvPr/>
            </p:nvSpPr>
            <p:spPr>
              <a:xfrm flipH="1" flipV="1">
                <a:off x="6918480" y="2575800"/>
                <a:ext cx="59760" cy="5040"/>
              </a:xfrm>
              <a:prstGeom prst="line">
                <a:avLst/>
              </a:prstGeom>
              <a:ln>
                <a:solidFill>
                  <a:srgbClr val="A6A6A6"/>
                </a:solidFill>
              </a:ln>
            </p:spPr>
            <p:style>
              <a:lnRef idx="0">
                <a:scrgbClr r="0" g="0" b="0"/>
              </a:lnRef>
              <a:fillRef idx="0">
                <a:scrgbClr r="0" g="0" b="0"/>
              </a:fillRef>
              <a:effectRef idx="0">
                <a:scrgbClr r="0" g="0" b="0"/>
              </a:effectRef>
              <a:fontRef idx="minor"/>
            </p:style>
          </p:sp>
          <p:sp>
            <p:nvSpPr>
              <p:cNvPr id="1659" name="Line 1445">
                <a:extLst>
                  <a:ext uri="{FF2B5EF4-FFF2-40B4-BE49-F238E27FC236}">
                    <a16:creationId xmlns:a16="http://schemas.microsoft.com/office/drawing/2014/main" id="{5C98861A-4316-41DD-8856-64E64E143545}"/>
                  </a:ext>
                </a:extLst>
              </p:cNvPr>
              <p:cNvSpPr/>
              <p:nvPr/>
            </p:nvSpPr>
            <p:spPr>
              <a:xfrm flipV="1">
                <a:off x="6918480" y="2580840"/>
                <a:ext cx="59760" cy="129960"/>
              </a:xfrm>
              <a:prstGeom prst="line">
                <a:avLst/>
              </a:prstGeom>
              <a:ln>
                <a:solidFill>
                  <a:srgbClr val="9E9E9E"/>
                </a:solidFill>
              </a:ln>
            </p:spPr>
            <p:style>
              <a:lnRef idx="0">
                <a:scrgbClr r="0" g="0" b="0"/>
              </a:lnRef>
              <a:fillRef idx="0">
                <a:scrgbClr r="0" g="0" b="0"/>
              </a:fillRef>
              <a:effectRef idx="0">
                <a:scrgbClr r="0" g="0" b="0"/>
              </a:effectRef>
              <a:fontRef idx="minor"/>
            </p:style>
          </p:sp>
          <p:sp>
            <p:nvSpPr>
              <p:cNvPr id="1660" name="Line 1446">
                <a:extLst>
                  <a:ext uri="{FF2B5EF4-FFF2-40B4-BE49-F238E27FC236}">
                    <a16:creationId xmlns:a16="http://schemas.microsoft.com/office/drawing/2014/main" id="{50000D46-BD33-4DAB-8AED-FC9D3BDC1DB1}"/>
                  </a:ext>
                </a:extLst>
              </p:cNvPr>
              <p:cNvSpPr/>
              <p:nvPr/>
            </p:nvSpPr>
            <p:spPr>
              <a:xfrm>
                <a:off x="6798240" y="2823120"/>
                <a:ext cx="61200" cy="5040"/>
              </a:xfrm>
              <a:prstGeom prst="line">
                <a:avLst/>
              </a:prstGeom>
              <a:ln>
                <a:solidFill>
                  <a:srgbClr val="8C8C8C"/>
                </a:solidFill>
              </a:ln>
            </p:spPr>
            <p:style>
              <a:lnRef idx="0">
                <a:scrgbClr r="0" g="0" b="0"/>
              </a:lnRef>
              <a:fillRef idx="0">
                <a:scrgbClr r="0" g="0" b="0"/>
              </a:fillRef>
              <a:effectRef idx="0">
                <a:scrgbClr r="0" g="0" b="0"/>
              </a:effectRef>
              <a:fontRef idx="minor"/>
            </p:style>
          </p:sp>
          <p:sp>
            <p:nvSpPr>
              <p:cNvPr id="1661" name="Line 1447">
                <a:extLst>
                  <a:ext uri="{FF2B5EF4-FFF2-40B4-BE49-F238E27FC236}">
                    <a16:creationId xmlns:a16="http://schemas.microsoft.com/office/drawing/2014/main" id="{A50698AD-2421-4A8D-8B5C-D1284E07E3F3}"/>
                  </a:ext>
                </a:extLst>
              </p:cNvPr>
              <p:cNvSpPr/>
              <p:nvPr/>
            </p:nvSpPr>
            <p:spPr>
              <a:xfrm flipV="1">
                <a:off x="6859440" y="2710800"/>
                <a:ext cx="59040" cy="117360"/>
              </a:xfrm>
              <a:prstGeom prst="line">
                <a:avLst/>
              </a:prstGeom>
              <a:ln>
                <a:solidFill>
                  <a:srgbClr val="919191"/>
                </a:solidFill>
              </a:ln>
            </p:spPr>
            <p:style>
              <a:lnRef idx="0">
                <a:scrgbClr r="0" g="0" b="0"/>
              </a:lnRef>
              <a:fillRef idx="0">
                <a:scrgbClr r="0" g="0" b="0"/>
              </a:fillRef>
              <a:effectRef idx="0">
                <a:scrgbClr r="0" g="0" b="0"/>
              </a:effectRef>
              <a:fontRef idx="minor"/>
            </p:style>
          </p:sp>
          <p:sp>
            <p:nvSpPr>
              <p:cNvPr id="1662" name="Line 1448">
                <a:extLst>
                  <a:ext uri="{FF2B5EF4-FFF2-40B4-BE49-F238E27FC236}">
                    <a16:creationId xmlns:a16="http://schemas.microsoft.com/office/drawing/2014/main" id="{0021FEAB-5B6B-47DC-982D-B3B3446C9A99}"/>
                  </a:ext>
                </a:extLst>
              </p:cNvPr>
              <p:cNvSpPr/>
              <p:nvPr/>
            </p:nvSpPr>
            <p:spPr>
              <a:xfrm>
                <a:off x="6737040" y="2928240"/>
                <a:ext cx="61200" cy="5040"/>
              </a:xfrm>
              <a:prstGeom prst="line">
                <a:avLst/>
              </a:prstGeom>
              <a:ln>
                <a:solidFill>
                  <a:srgbClr val="808080"/>
                </a:solidFill>
              </a:ln>
            </p:spPr>
            <p:style>
              <a:lnRef idx="0">
                <a:scrgbClr r="0" g="0" b="0"/>
              </a:lnRef>
              <a:fillRef idx="0">
                <a:scrgbClr r="0" g="0" b="0"/>
              </a:fillRef>
              <a:effectRef idx="0">
                <a:scrgbClr r="0" g="0" b="0"/>
              </a:effectRef>
              <a:fontRef idx="minor"/>
            </p:style>
          </p:sp>
          <p:sp>
            <p:nvSpPr>
              <p:cNvPr id="1663" name="Line 1449">
                <a:extLst>
                  <a:ext uri="{FF2B5EF4-FFF2-40B4-BE49-F238E27FC236}">
                    <a16:creationId xmlns:a16="http://schemas.microsoft.com/office/drawing/2014/main" id="{D0578BAB-511B-4DC0-9331-F75233F836B5}"/>
                  </a:ext>
                </a:extLst>
              </p:cNvPr>
              <p:cNvSpPr/>
              <p:nvPr/>
            </p:nvSpPr>
            <p:spPr>
              <a:xfrm flipV="1">
                <a:off x="6798240" y="2828160"/>
                <a:ext cx="61200" cy="105120"/>
              </a:xfrm>
              <a:prstGeom prst="line">
                <a:avLst/>
              </a:prstGeom>
              <a:ln>
                <a:solidFill>
                  <a:srgbClr val="858585"/>
                </a:solidFill>
              </a:ln>
            </p:spPr>
            <p:style>
              <a:lnRef idx="0">
                <a:scrgbClr r="0" g="0" b="0"/>
              </a:lnRef>
              <a:fillRef idx="0">
                <a:scrgbClr r="0" g="0" b="0"/>
              </a:fillRef>
              <a:effectRef idx="0">
                <a:scrgbClr r="0" g="0" b="0"/>
              </a:effectRef>
              <a:fontRef idx="minor"/>
            </p:style>
          </p:sp>
          <p:sp>
            <p:nvSpPr>
              <p:cNvPr id="1664" name="Line 1450">
                <a:extLst>
                  <a:ext uri="{FF2B5EF4-FFF2-40B4-BE49-F238E27FC236}">
                    <a16:creationId xmlns:a16="http://schemas.microsoft.com/office/drawing/2014/main" id="{0DBEDE42-2809-4096-819E-4623D87983A9}"/>
                  </a:ext>
                </a:extLst>
              </p:cNvPr>
              <p:cNvSpPr/>
              <p:nvPr/>
            </p:nvSpPr>
            <p:spPr>
              <a:xfrm>
                <a:off x="6677280" y="3021120"/>
                <a:ext cx="59760" cy="3960"/>
              </a:xfrm>
              <a:prstGeom prst="line">
                <a:avLst/>
              </a:prstGeom>
              <a:ln>
                <a:solidFill>
                  <a:srgbClr val="767676"/>
                </a:solidFill>
              </a:ln>
            </p:spPr>
            <p:style>
              <a:lnRef idx="0">
                <a:scrgbClr r="0" g="0" b="0"/>
              </a:lnRef>
              <a:fillRef idx="0">
                <a:scrgbClr r="0" g="0" b="0"/>
              </a:fillRef>
              <a:effectRef idx="0">
                <a:scrgbClr r="0" g="0" b="0"/>
              </a:effectRef>
              <a:fontRef idx="minor"/>
            </p:style>
          </p:sp>
          <p:sp>
            <p:nvSpPr>
              <p:cNvPr id="1665" name="Line 1451">
                <a:extLst>
                  <a:ext uri="{FF2B5EF4-FFF2-40B4-BE49-F238E27FC236}">
                    <a16:creationId xmlns:a16="http://schemas.microsoft.com/office/drawing/2014/main" id="{02C41856-AF0D-42F8-BDD5-8167B5F3F0D0}"/>
                  </a:ext>
                </a:extLst>
              </p:cNvPr>
              <p:cNvSpPr/>
              <p:nvPr/>
            </p:nvSpPr>
            <p:spPr>
              <a:xfrm flipV="1">
                <a:off x="6737040" y="2933280"/>
                <a:ext cx="61200" cy="91800"/>
              </a:xfrm>
              <a:prstGeom prst="line">
                <a:avLst/>
              </a:prstGeom>
              <a:ln>
                <a:solidFill>
                  <a:srgbClr val="7A7A7A"/>
                </a:solidFill>
              </a:ln>
            </p:spPr>
            <p:style>
              <a:lnRef idx="0">
                <a:scrgbClr r="0" g="0" b="0"/>
              </a:lnRef>
              <a:fillRef idx="0">
                <a:scrgbClr r="0" g="0" b="0"/>
              </a:fillRef>
              <a:effectRef idx="0">
                <a:scrgbClr r="0" g="0" b="0"/>
              </a:effectRef>
              <a:fontRef idx="minor"/>
            </p:style>
          </p:sp>
          <p:sp>
            <p:nvSpPr>
              <p:cNvPr id="1666" name="Line 1452">
                <a:extLst>
                  <a:ext uri="{FF2B5EF4-FFF2-40B4-BE49-F238E27FC236}">
                    <a16:creationId xmlns:a16="http://schemas.microsoft.com/office/drawing/2014/main" id="{830372E5-EE9D-49A8-8C5C-E885E9F9F793}"/>
                  </a:ext>
                </a:extLst>
              </p:cNvPr>
              <p:cNvSpPr/>
              <p:nvPr/>
            </p:nvSpPr>
            <p:spPr>
              <a:xfrm>
                <a:off x="6616080" y="3100320"/>
                <a:ext cx="61200" cy="5040"/>
              </a:xfrm>
              <a:prstGeom prst="line">
                <a:avLst/>
              </a:prstGeom>
              <a:ln>
                <a:solidFill>
                  <a:srgbClr val="6D6D6D"/>
                </a:solidFill>
              </a:ln>
            </p:spPr>
            <p:style>
              <a:lnRef idx="0">
                <a:scrgbClr r="0" g="0" b="0"/>
              </a:lnRef>
              <a:fillRef idx="0">
                <a:scrgbClr r="0" g="0" b="0"/>
              </a:fillRef>
              <a:effectRef idx="0">
                <a:scrgbClr r="0" g="0" b="0"/>
              </a:effectRef>
              <a:fontRef idx="minor"/>
            </p:style>
          </p:sp>
          <p:sp>
            <p:nvSpPr>
              <p:cNvPr id="1667" name="Line 1453">
                <a:extLst>
                  <a:ext uri="{FF2B5EF4-FFF2-40B4-BE49-F238E27FC236}">
                    <a16:creationId xmlns:a16="http://schemas.microsoft.com/office/drawing/2014/main" id="{DA8181F7-A169-455F-A74A-DBDD2A42A504}"/>
                  </a:ext>
                </a:extLst>
              </p:cNvPr>
              <p:cNvSpPr/>
              <p:nvPr/>
            </p:nvSpPr>
            <p:spPr>
              <a:xfrm flipV="1">
                <a:off x="6677280" y="3025080"/>
                <a:ext cx="59760" cy="80280"/>
              </a:xfrm>
              <a:prstGeom prst="line">
                <a:avLst/>
              </a:prstGeom>
              <a:ln>
                <a:solidFill>
                  <a:srgbClr val="717171"/>
                </a:solidFill>
              </a:ln>
            </p:spPr>
            <p:style>
              <a:lnRef idx="0">
                <a:scrgbClr r="0" g="0" b="0"/>
              </a:lnRef>
              <a:fillRef idx="0">
                <a:scrgbClr r="0" g="0" b="0"/>
              </a:fillRef>
              <a:effectRef idx="0">
                <a:scrgbClr r="0" g="0" b="0"/>
              </a:effectRef>
              <a:fontRef idx="minor"/>
            </p:style>
          </p:sp>
          <p:sp>
            <p:nvSpPr>
              <p:cNvPr id="1668" name="Line 1454">
                <a:extLst>
                  <a:ext uri="{FF2B5EF4-FFF2-40B4-BE49-F238E27FC236}">
                    <a16:creationId xmlns:a16="http://schemas.microsoft.com/office/drawing/2014/main" id="{1D1254E9-BAA8-4B18-A2E6-592E9FE1EABF}"/>
                  </a:ext>
                </a:extLst>
              </p:cNvPr>
              <p:cNvSpPr/>
              <p:nvPr/>
            </p:nvSpPr>
            <p:spPr>
              <a:xfrm>
                <a:off x="6555240" y="3168360"/>
                <a:ext cx="60840" cy="2880"/>
              </a:xfrm>
              <a:prstGeom prst="line">
                <a:avLst/>
              </a:prstGeom>
              <a:ln>
                <a:solidFill>
                  <a:srgbClr val="656565"/>
                </a:solidFill>
              </a:ln>
            </p:spPr>
            <p:style>
              <a:lnRef idx="0">
                <a:scrgbClr r="0" g="0" b="0"/>
              </a:lnRef>
              <a:fillRef idx="0">
                <a:scrgbClr r="0" g="0" b="0"/>
              </a:fillRef>
              <a:effectRef idx="0">
                <a:scrgbClr r="0" g="0" b="0"/>
              </a:effectRef>
              <a:fontRef idx="minor"/>
            </p:style>
          </p:sp>
          <p:sp>
            <p:nvSpPr>
              <p:cNvPr id="1669" name="Line 1455">
                <a:extLst>
                  <a:ext uri="{FF2B5EF4-FFF2-40B4-BE49-F238E27FC236}">
                    <a16:creationId xmlns:a16="http://schemas.microsoft.com/office/drawing/2014/main" id="{4C71D140-4B49-4482-8AA1-553ED4FE83ED}"/>
                  </a:ext>
                </a:extLst>
              </p:cNvPr>
              <p:cNvSpPr/>
              <p:nvPr/>
            </p:nvSpPr>
            <p:spPr>
              <a:xfrm flipV="1">
                <a:off x="6616080" y="3105360"/>
                <a:ext cx="61200" cy="65880"/>
              </a:xfrm>
              <a:prstGeom prst="line">
                <a:avLst/>
              </a:prstGeom>
              <a:ln>
                <a:solidFill>
                  <a:srgbClr val="686868"/>
                </a:solidFill>
              </a:ln>
            </p:spPr>
            <p:style>
              <a:lnRef idx="0">
                <a:scrgbClr r="0" g="0" b="0"/>
              </a:lnRef>
              <a:fillRef idx="0">
                <a:scrgbClr r="0" g="0" b="0"/>
              </a:fillRef>
              <a:effectRef idx="0">
                <a:scrgbClr r="0" g="0" b="0"/>
              </a:effectRef>
              <a:fontRef idx="minor"/>
            </p:style>
          </p:sp>
          <p:sp>
            <p:nvSpPr>
              <p:cNvPr id="1670" name="Line 1456">
                <a:extLst>
                  <a:ext uri="{FF2B5EF4-FFF2-40B4-BE49-F238E27FC236}">
                    <a16:creationId xmlns:a16="http://schemas.microsoft.com/office/drawing/2014/main" id="{EA720FBC-DFFA-4A17-9340-2F164EDD2358}"/>
                  </a:ext>
                </a:extLst>
              </p:cNvPr>
              <p:cNvSpPr/>
              <p:nvPr/>
            </p:nvSpPr>
            <p:spPr>
              <a:xfrm>
                <a:off x="6496920" y="3222360"/>
                <a:ext cx="58320" cy="3960"/>
              </a:xfrm>
              <a:prstGeom prst="line">
                <a:avLst/>
              </a:prstGeom>
              <a:ln>
                <a:solidFill>
                  <a:srgbClr val="5E5E5E"/>
                </a:solidFill>
              </a:ln>
            </p:spPr>
            <p:style>
              <a:lnRef idx="0">
                <a:scrgbClr r="0" g="0" b="0"/>
              </a:lnRef>
              <a:fillRef idx="0">
                <a:scrgbClr r="0" g="0" b="0"/>
              </a:fillRef>
              <a:effectRef idx="0">
                <a:scrgbClr r="0" g="0" b="0"/>
              </a:effectRef>
              <a:fontRef idx="minor"/>
            </p:style>
          </p:sp>
          <p:sp>
            <p:nvSpPr>
              <p:cNvPr id="1671" name="Line 1457">
                <a:extLst>
                  <a:ext uri="{FF2B5EF4-FFF2-40B4-BE49-F238E27FC236}">
                    <a16:creationId xmlns:a16="http://schemas.microsoft.com/office/drawing/2014/main" id="{50C1E7F0-70DD-426C-BAD4-8E83C7522DE7}"/>
                  </a:ext>
                </a:extLst>
              </p:cNvPr>
              <p:cNvSpPr/>
              <p:nvPr/>
            </p:nvSpPr>
            <p:spPr>
              <a:xfrm flipV="1">
                <a:off x="6555240" y="3171240"/>
                <a:ext cx="60840" cy="55080"/>
              </a:xfrm>
              <a:prstGeom prst="line">
                <a:avLst/>
              </a:prstGeom>
              <a:ln>
                <a:solidFill>
                  <a:srgbClr val="616161"/>
                </a:solidFill>
              </a:ln>
            </p:spPr>
            <p:style>
              <a:lnRef idx="0">
                <a:scrgbClr r="0" g="0" b="0"/>
              </a:lnRef>
              <a:fillRef idx="0">
                <a:scrgbClr r="0" g="0" b="0"/>
              </a:fillRef>
              <a:effectRef idx="0">
                <a:scrgbClr r="0" g="0" b="0"/>
              </a:effectRef>
              <a:fontRef idx="minor"/>
            </p:style>
          </p:sp>
          <p:sp>
            <p:nvSpPr>
              <p:cNvPr id="1672" name="Line 1458">
                <a:extLst>
                  <a:ext uri="{FF2B5EF4-FFF2-40B4-BE49-F238E27FC236}">
                    <a16:creationId xmlns:a16="http://schemas.microsoft.com/office/drawing/2014/main" id="{F9EEDB76-3280-4A4D-AAFE-04C6B95925A6}"/>
                  </a:ext>
                </a:extLst>
              </p:cNvPr>
              <p:cNvSpPr/>
              <p:nvPr/>
            </p:nvSpPr>
            <p:spPr>
              <a:xfrm>
                <a:off x="6436080" y="3265560"/>
                <a:ext cx="60840" cy="2880"/>
              </a:xfrm>
              <a:prstGeom prst="line">
                <a:avLst/>
              </a:prstGeom>
              <a:ln>
                <a:solidFill>
                  <a:srgbClr val="595959"/>
                </a:solidFill>
              </a:ln>
            </p:spPr>
            <p:style>
              <a:lnRef idx="0">
                <a:scrgbClr r="0" g="0" b="0"/>
              </a:lnRef>
              <a:fillRef idx="0">
                <a:scrgbClr r="0" g="0" b="0"/>
              </a:fillRef>
              <a:effectRef idx="0">
                <a:scrgbClr r="0" g="0" b="0"/>
              </a:effectRef>
              <a:fontRef idx="minor"/>
            </p:style>
          </p:sp>
          <p:sp>
            <p:nvSpPr>
              <p:cNvPr id="1673" name="Line 1459">
                <a:extLst>
                  <a:ext uri="{FF2B5EF4-FFF2-40B4-BE49-F238E27FC236}">
                    <a16:creationId xmlns:a16="http://schemas.microsoft.com/office/drawing/2014/main" id="{A8F60097-4ACB-4AB2-A99E-7D5AC19D5E6A}"/>
                  </a:ext>
                </a:extLst>
              </p:cNvPr>
              <p:cNvSpPr/>
              <p:nvPr/>
            </p:nvSpPr>
            <p:spPr>
              <a:xfrm flipV="1">
                <a:off x="6496920" y="3226320"/>
                <a:ext cx="58320" cy="42120"/>
              </a:xfrm>
              <a:prstGeom prst="line">
                <a:avLst/>
              </a:prstGeom>
              <a:ln>
                <a:solidFill>
                  <a:srgbClr val="5B5B5B"/>
                </a:solidFill>
              </a:ln>
            </p:spPr>
            <p:style>
              <a:lnRef idx="0">
                <a:scrgbClr r="0" g="0" b="0"/>
              </a:lnRef>
              <a:fillRef idx="0">
                <a:scrgbClr r="0" g="0" b="0"/>
              </a:fillRef>
              <a:effectRef idx="0">
                <a:scrgbClr r="0" g="0" b="0"/>
              </a:effectRef>
              <a:fontRef idx="minor"/>
            </p:style>
          </p:sp>
          <p:sp>
            <p:nvSpPr>
              <p:cNvPr id="1674" name="Line 1460">
                <a:extLst>
                  <a:ext uri="{FF2B5EF4-FFF2-40B4-BE49-F238E27FC236}">
                    <a16:creationId xmlns:a16="http://schemas.microsoft.com/office/drawing/2014/main" id="{64373E3C-FCD3-46A1-802A-131DDBF8EA90}"/>
                  </a:ext>
                </a:extLst>
              </p:cNvPr>
              <p:cNvSpPr/>
              <p:nvPr/>
            </p:nvSpPr>
            <p:spPr>
              <a:xfrm>
                <a:off x="6374880" y="3294360"/>
                <a:ext cx="61200" cy="4320"/>
              </a:xfrm>
              <a:prstGeom prst="line">
                <a:avLst/>
              </a:prstGeom>
              <a:ln>
                <a:solidFill>
                  <a:srgbClr val="555555"/>
                </a:solidFill>
              </a:ln>
            </p:spPr>
            <p:style>
              <a:lnRef idx="0">
                <a:scrgbClr r="0" g="0" b="0"/>
              </a:lnRef>
              <a:fillRef idx="0">
                <a:scrgbClr r="0" g="0" b="0"/>
              </a:fillRef>
              <a:effectRef idx="0">
                <a:scrgbClr r="0" g="0" b="0"/>
              </a:effectRef>
              <a:fontRef idx="minor"/>
            </p:style>
          </p:sp>
          <p:sp>
            <p:nvSpPr>
              <p:cNvPr id="1675" name="Line 1461">
                <a:extLst>
                  <a:ext uri="{FF2B5EF4-FFF2-40B4-BE49-F238E27FC236}">
                    <a16:creationId xmlns:a16="http://schemas.microsoft.com/office/drawing/2014/main" id="{18AF5EE4-5F39-4F05-9B37-1EBA42771F9C}"/>
                  </a:ext>
                </a:extLst>
              </p:cNvPr>
              <p:cNvSpPr/>
              <p:nvPr/>
            </p:nvSpPr>
            <p:spPr>
              <a:xfrm flipV="1">
                <a:off x="6436080" y="3268440"/>
                <a:ext cx="60840" cy="30240"/>
              </a:xfrm>
              <a:prstGeom prst="line">
                <a:avLst/>
              </a:prstGeom>
              <a:ln>
                <a:solidFill>
                  <a:srgbClr val="565656"/>
                </a:solidFill>
              </a:ln>
            </p:spPr>
            <p:style>
              <a:lnRef idx="0">
                <a:scrgbClr r="0" g="0" b="0"/>
              </a:lnRef>
              <a:fillRef idx="0">
                <a:scrgbClr r="0" g="0" b="0"/>
              </a:fillRef>
              <a:effectRef idx="0">
                <a:scrgbClr r="0" g="0" b="0"/>
              </a:effectRef>
              <a:fontRef idx="minor"/>
            </p:style>
          </p:sp>
          <p:sp>
            <p:nvSpPr>
              <p:cNvPr id="1676" name="Line 1462">
                <a:extLst>
                  <a:ext uri="{FF2B5EF4-FFF2-40B4-BE49-F238E27FC236}">
                    <a16:creationId xmlns:a16="http://schemas.microsoft.com/office/drawing/2014/main" id="{E0ACE1A0-27BA-4B21-AE86-0190764AE04E}"/>
                  </a:ext>
                </a:extLst>
              </p:cNvPr>
              <p:cNvSpPr/>
              <p:nvPr/>
            </p:nvSpPr>
            <p:spPr>
              <a:xfrm>
                <a:off x="6314760" y="3310560"/>
                <a:ext cx="60120" cy="6120"/>
              </a:xfrm>
              <a:prstGeom prst="line">
                <a:avLst/>
              </a:prstGeom>
              <a:ln>
                <a:solidFill>
                  <a:srgbClr val="525252"/>
                </a:solidFill>
              </a:ln>
            </p:spPr>
            <p:style>
              <a:lnRef idx="0">
                <a:scrgbClr r="0" g="0" b="0"/>
              </a:lnRef>
              <a:fillRef idx="0">
                <a:scrgbClr r="0" g="0" b="0"/>
              </a:fillRef>
              <a:effectRef idx="0">
                <a:scrgbClr r="0" g="0" b="0"/>
              </a:effectRef>
              <a:fontRef idx="minor"/>
            </p:style>
          </p:sp>
          <p:sp>
            <p:nvSpPr>
              <p:cNvPr id="1677" name="Line 1463">
                <a:extLst>
                  <a:ext uri="{FF2B5EF4-FFF2-40B4-BE49-F238E27FC236}">
                    <a16:creationId xmlns:a16="http://schemas.microsoft.com/office/drawing/2014/main" id="{F43738F7-D3CD-42FC-BFF4-FA5BCF0645FB}"/>
                  </a:ext>
                </a:extLst>
              </p:cNvPr>
              <p:cNvSpPr/>
              <p:nvPr/>
            </p:nvSpPr>
            <p:spPr>
              <a:xfrm flipV="1">
                <a:off x="6374880" y="3298680"/>
                <a:ext cx="61200" cy="18000"/>
              </a:xfrm>
              <a:prstGeom prst="line">
                <a:avLst/>
              </a:prstGeom>
              <a:ln>
                <a:solidFill>
                  <a:srgbClr val="525252"/>
                </a:solidFill>
              </a:ln>
            </p:spPr>
            <p:style>
              <a:lnRef idx="0">
                <a:scrgbClr r="0" g="0" b="0"/>
              </a:lnRef>
              <a:fillRef idx="0">
                <a:scrgbClr r="0" g="0" b="0"/>
              </a:fillRef>
              <a:effectRef idx="0">
                <a:scrgbClr r="0" g="0" b="0"/>
              </a:effectRef>
              <a:fontRef idx="minor"/>
            </p:style>
          </p:sp>
          <p:sp>
            <p:nvSpPr>
              <p:cNvPr id="1678" name="Line 1464">
                <a:extLst>
                  <a:ext uri="{FF2B5EF4-FFF2-40B4-BE49-F238E27FC236}">
                    <a16:creationId xmlns:a16="http://schemas.microsoft.com/office/drawing/2014/main" id="{D8109596-1274-4166-A193-0CA2F2BB289B}"/>
                  </a:ext>
                </a:extLst>
              </p:cNvPr>
              <p:cNvSpPr/>
              <p:nvPr/>
            </p:nvSpPr>
            <p:spPr>
              <a:xfrm>
                <a:off x="6253920" y="3316680"/>
                <a:ext cx="60840" cy="2880"/>
              </a:xfrm>
              <a:prstGeom prst="line">
                <a:avLst/>
              </a:prstGeom>
              <a:ln>
                <a:solidFill>
                  <a:srgbClr val="505050"/>
                </a:solidFill>
              </a:ln>
            </p:spPr>
            <p:style>
              <a:lnRef idx="0">
                <a:scrgbClr r="0" g="0" b="0"/>
              </a:lnRef>
              <a:fillRef idx="0">
                <a:scrgbClr r="0" g="0" b="0"/>
              </a:fillRef>
              <a:effectRef idx="0">
                <a:scrgbClr r="0" g="0" b="0"/>
              </a:effectRef>
              <a:fontRef idx="minor"/>
            </p:style>
          </p:sp>
          <p:sp>
            <p:nvSpPr>
              <p:cNvPr id="1679" name="Line 1465">
                <a:extLst>
                  <a:ext uri="{FF2B5EF4-FFF2-40B4-BE49-F238E27FC236}">
                    <a16:creationId xmlns:a16="http://schemas.microsoft.com/office/drawing/2014/main" id="{B17A8324-FC1F-443A-B0B3-AABBBC053CB0}"/>
                  </a:ext>
                </a:extLst>
              </p:cNvPr>
              <p:cNvSpPr/>
              <p:nvPr/>
            </p:nvSpPr>
            <p:spPr>
              <a:xfrm flipV="1">
                <a:off x="6314760" y="3316680"/>
                <a:ext cx="60120" cy="2880"/>
              </a:xfrm>
              <a:prstGeom prst="line">
                <a:avLst/>
              </a:prstGeom>
              <a:ln>
                <a:solidFill>
                  <a:srgbClr val="505050"/>
                </a:solidFill>
              </a:ln>
            </p:spPr>
            <p:style>
              <a:lnRef idx="0">
                <a:scrgbClr r="0" g="0" b="0"/>
              </a:lnRef>
              <a:fillRef idx="0">
                <a:scrgbClr r="0" g="0" b="0"/>
              </a:fillRef>
              <a:effectRef idx="0">
                <a:scrgbClr r="0" g="0" b="0"/>
              </a:effectRef>
              <a:fontRef idx="minor"/>
            </p:style>
          </p:sp>
          <p:sp>
            <p:nvSpPr>
              <p:cNvPr id="1680" name="Line 1466">
                <a:extLst>
                  <a:ext uri="{FF2B5EF4-FFF2-40B4-BE49-F238E27FC236}">
                    <a16:creationId xmlns:a16="http://schemas.microsoft.com/office/drawing/2014/main" id="{FB8BE43D-6F03-4E21-BA50-D3EABACD9F9C}"/>
                  </a:ext>
                </a:extLst>
              </p:cNvPr>
              <p:cNvSpPr/>
              <p:nvPr/>
            </p:nvSpPr>
            <p:spPr>
              <a:xfrm>
                <a:off x="6192720" y="3307680"/>
                <a:ext cx="61200" cy="4680"/>
              </a:xfrm>
              <a:prstGeom prst="line">
                <a:avLst/>
              </a:prstGeom>
              <a:ln>
                <a:solidFill>
                  <a:srgbClr val="4F4F4F"/>
                </a:solidFill>
              </a:ln>
            </p:spPr>
            <p:style>
              <a:lnRef idx="0">
                <a:scrgbClr r="0" g="0" b="0"/>
              </a:lnRef>
              <a:fillRef idx="0">
                <a:scrgbClr r="0" g="0" b="0"/>
              </a:fillRef>
              <a:effectRef idx="0">
                <a:scrgbClr r="0" g="0" b="0"/>
              </a:effectRef>
              <a:fontRef idx="minor"/>
            </p:style>
          </p:sp>
          <p:sp>
            <p:nvSpPr>
              <p:cNvPr id="1681" name="Line 1467">
                <a:extLst>
                  <a:ext uri="{FF2B5EF4-FFF2-40B4-BE49-F238E27FC236}">
                    <a16:creationId xmlns:a16="http://schemas.microsoft.com/office/drawing/2014/main" id="{D0F2EED3-B802-46C1-99DC-ACFE757ECCCA}"/>
                  </a:ext>
                </a:extLst>
              </p:cNvPr>
              <p:cNvSpPr/>
              <p:nvPr/>
            </p:nvSpPr>
            <p:spPr>
              <a:xfrm>
                <a:off x="6253920" y="3312360"/>
                <a:ext cx="60840" cy="7200"/>
              </a:xfrm>
              <a:prstGeom prst="line">
                <a:avLst/>
              </a:prstGeom>
              <a:ln>
                <a:solidFill>
                  <a:srgbClr val="4F4F4F"/>
                </a:solidFill>
              </a:ln>
            </p:spPr>
            <p:style>
              <a:lnRef idx="0">
                <a:scrgbClr r="0" g="0" b="0"/>
              </a:lnRef>
              <a:fillRef idx="0">
                <a:scrgbClr r="0" g="0" b="0"/>
              </a:fillRef>
              <a:effectRef idx="0">
                <a:scrgbClr r="0" g="0" b="0"/>
              </a:effectRef>
              <a:fontRef idx="minor"/>
            </p:style>
          </p:sp>
          <p:sp>
            <p:nvSpPr>
              <p:cNvPr id="1682" name="Line 1468">
                <a:extLst>
                  <a:ext uri="{FF2B5EF4-FFF2-40B4-BE49-F238E27FC236}">
                    <a16:creationId xmlns:a16="http://schemas.microsoft.com/office/drawing/2014/main" id="{AECD20DF-7C87-4AAF-929A-B8480E25DCFE}"/>
                  </a:ext>
                </a:extLst>
              </p:cNvPr>
              <p:cNvSpPr/>
              <p:nvPr/>
            </p:nvSpPr>
            <p:spPr>
              <a:xfrm>
                <a:off x="6133680" y="3286440"/>
                <a:ext cx="59040" cy="5040"/>
              </a:xfrm>
              <a:prstGeom prst="line">
                <a:avLst/>
              </a:prstGeom>
              <a:ln>
                <a:solidFill>
                  <a:srgbClr val="505050"/>
                </a:solidFill>
              </a:ln>
            </p:spPr>
            <p:style>
              <a:lnRef idx="0">
                <a:scrgbClr r="0" g="0" b="0"/>
              </a:lnRef>
              <a:fillRef idx="0">
                <a:scrgbClr r="0" g="0" b="0"/>
              </a:fillRef>
              <a:effectRef idx="0">
                <a:scrgbClr r="0" g="0" b="0"/>
              </a:effectRef>
              <a:fontRef idx="minor"/>
            </p:style>
          </p:sp>
          <p:sp>
            <p:nvSpPr>
              <p:cNvPr id="1683" name="Line 1469">
                <a:extLst>
                  <a:ext uri="{FF2B5EF4-FFF2-40B4-BE49-F238E27FC236}">
                    <a16:creationId xmlns:a16="http://schemas.microsoft.com/office/drawing/2014/main" id="{24F84DD2-3995-4107-8C5C-C53F74C57F10}"/>
                  </a:ext>
                </a:extLst>
              </p:cNvPr>
              <p:cNvSpPr/>
              <p:nvPr/>
            </p:nvSpPr>
            <p:spPr>
              <a:xfrm>
                <a:off x="6192720" y="3291480"/>
                <a:ext cx="61200" cy="20880"/>
              </a:xfrm>
              <a:prstGeom prst="line">
                <a:avLst/>
              </a:prstGeom>
              <a:ln>
                <a:solidFill>
                  <a:srgbClr val="4F4F4F"/>
                </a:solidFill>
              </a:ln>
            </p:spPr>
            <p:style>
              <a:lnRef idx="0">
                <a:scrgbClr r="0" g="0" b="0"/>
              </a:lnRef>
              <a:fillRef idx="0">
                <a:scrgbClr r="0" g="0" b="0"/>
              </a:fillRef>
              <a:effectRef idx="0">
                <a:scrgbClr r="0" g="0" b="0"/>
              </a:effectRef>
              <a:fontRef idx="minor"/>
            </p:style>
          </p:sp>
          <p:sp>
            <p:nvSpPr>
              <p:cNvPr id="1684" name="Line 1470">
                <a:extLst>
                  <a:ext uri="{FF2B5EF4-FFF2-40B4-BE49-F238E27FC236}">
                    <a16:creationId xmlns:a16="http://schemas.microsoft.com/office/drawing/2014/main" id="{7204FC53-41EA-43AD-81B5-4EAC054FAF01}"/>
                  </a:ext>
                </a:extLst>
              </p:cNvPr>
              <p:cNvSpPr/>
              <p:nvPr/>
            </p:nvSpPr>
            <p:spPr>
              <a:xfrm>
                <a:off x="6073560" y="3253320"/>
                <a:ext cx="60120" cy="5040"/>
              </a:xfrm>
              <a:prstGeom prst="line">
                <a:avLst/>
              </a:prstGeom>
              <a:ln>
                <a:solidFill>
                  <a:srgbClr val="525252"/>
                </a:solidFill>
              </a:ln>
            </p:spPr>
            <p:style>
              <a:lnRef idx="0">
                <a:scrgbClr r="0" g="0" b="0"/>
              </a:lnRef>
              <a:fillRef idx="0">
                <a:scrgbClr r="0" g="0" b="0"/>
              </a:fillRef>
              <a:effectRef idx="0">
                <a:scrgbClr r="0" g="0" b="0"/>
              </a:effectRef>
              <a:fontRef idx="minor"/>
            </p:style>
          </p:sp>
          <p:sp>
            <p:nvSpPr>
              <p:cNvPr id="1685" name="Line 1471">
                <a:extLst>
                  <a:ext uri="{FF2B5EF4-FFF2-40B4-BE49-F238E27FC236}">
                    <a16:creationId xmlns:a16="http://schemas.microsoft.com/office/drawing/2014/main" id="{17A8A846-1A00-4884-A607-5D01965EB3B3}"/>
                  </a:ext>
                </a:extLst>
              </p:cNvPr>
              <p:cNvSpPr/>
              <p:nvPr/>
            </p:nvSpPr>
            <p:spPr>
              <a:xfrm>
                <a:off x="6133680" y="3258360"/>
                <a:ext cx="59040" cy="33120"/>
              </a:xfrm>
              <a:prstGeom prst="line">
                <a:avLst/>
              </a:prstGeom>
              <a:ln>
                <a:solidFill>
                  <a:srgbClr val="505050"/>
                </a:solidFill>
              </a:ln>
            </p:spPr>
            <p:style>
              <a:lnRef idx="0">
                <a:scrgbClr r="0" g="0" b="0"/>
              </a:lnRef>
              <a:fillRef idx="0">
                <a:scrgbClr r="0" g="0" b="0"/>
              </a:fillRef>
              <a:effectRef idx="0">
                <a:scrgbClr r="0" g="0" b="0"/>
              </a:effectRef>
              <a:fontRef idx="minor"/>
            </p:style>
          </p:sp>
          <p:sp>
            <p:nvSpPr>
              <p:cNvPr id="1686" name="Line 1472">
                <a:extLst>
                  <a:ext uri="{FF2B5EF4-FFF2-40B4-BE49-F238E27FC236}">
                    <a16:creationId xmlns:a16="http://schemas.microsoft.com/office/drawing/2014/main" id="{ACF9D705-4E35-40EF-998D-94012D2EDAD0}"/>
                  </a:ext>
                </a:extLst>
              </p:cNvPr>
              <p:cNvSpPr/>
              <p:nvPr/>
            </p:nvSpPr>
            <p:spPr>
              <a:xfrm>
                <a:off x="6012720" y="3208320"/>
                <a:ext cx="60840" cy="3960"/>
              </a:xfrm>
              <a:prstGeom prst="line">
                <a:avLst/>
              </a:prstGeom>
              <a:ln>
                <a:solidFill>
                  <a:srgbClr val="555555"/>
                </a:solidFill>
              </a:ln>
            </p:spPr>
            <p:style>
              <a:lnRef idx="0">
                <a:scrgbClr r="0" g="0" b="0"/>
              </a:lnRef>
              <a:fillRef idx="0">
                <a:scrgbClr r="0" g="0" b="0"/>
              </a:fillRef>
              <a:effectRef idx="0">
                <a:scrgbClr r="0" g="0" b="0"/>
              </a:effectRef>
              <a:fontRef idx="minor"/>
            </p:style>
          </p:sp>
          <p:sp>
            <p:nvSpPr>
              <p:cNvPr id="1687" name="Line 1473">
                <a:extLst>
                  <a:ext uri="{FF2B5EF4-FFF2-40B4-BE49-F238E27FC236}">
                    <a16:creationId xmlns:a16="http://schemas.microsoft.com/office/drawing/2014/main" id="{56CDB372-E46E-48ED-9EC9-EEFE675C7FEF}"/>
                  </a:ext>
                </a:extLst>
              </p:cNvPr>
              <p:cNvSpPr/>
              <p:nvPr/>
            </p:nvSpPr>
            <p:spPr>
              <a:xfrm>
                <a:off x="6073560" y="3212280"/>
                <a:ext cx="60120" cy="46080"/>
              </a:xfrm>
              <a:prstGeom prst="line">
                <a:avLst/>
              </a:prstGeom>
              <a:ln>
                <a:solidFill>
                  <a:srgbClr val="525252"/>
                </a:solidFill>
              </a:ln>
            </p:spPr>
            <p:style>
              <a:lnRef idx="0">
                <a:scrgbClr r="0" g="0" b="0"/>
              </a:lnRef>
              <a:fillRef idx="0">
                <a:scrgbClr r="0" g="0" b="0"/>
              </a:fillRef>
              <a:effectRef idx="0">
                <a:scrgbClr r="0" g="0" b="0"/>
              </a:effectRef>
              <a:fontRef idx="minor"/>
            </p:style>
          </p:sp>
          <p:sp>
            <p:nvSpPr>
              <p:cNvPr id="1688" name="Line 1474">
                <a:extLst>
                  <a:ext uri="{FF2B5EF4-FFF2-40B4-BE49-F238E27FC236}">
                    <a16:creationId xmlns:a16="http://schemas.microsoft.com/office/drawing/2014/main" id="{24B260B2-4ADC-4756-BCAE-C752EFACE7FE}"/>
                  </a:ext>
                </a:extLst>
              </p:cNvPr>
              <p:cNvSpPr/>
              <p:nvPr/>
            </p:nvSpPr>
            <p:spPr>
              <a:xfrm>
                <a:off x="5951520" y="3150360"/>
                <a:ext cx="61200" cy="3960"/>
              </a:xfrm>
              <a:prstGeom prst="line">
                <a:avLst/>
              </a:prstGeom>
              <a:ln>
                <a:solidFill>
                  <a:srgbClr val="595959"/>
                </a:solidFill>
              </a:ln>
            </p:spPr>
            <p:style>
              <a:lnRef idx="0">
                <a:scrgbClr r="0" g="0" b="0"/>
              </a:lnRef>
              <a:fillRef idx="0">
                <a:scrgbClr r="0" g="0" b="0"/>
              </a:fillRef>
              <a:effectRef idx="0">
                <a:scrgbClr r="0" g="0" b="0"/>
              </a:effectRef>
              <a:fontRef idx="minor"/>
            </p:style>
          </p:sp>
          <p:sp>
            <p:nvSpPr>
              <p:cNvPr id="1689" name="Line 1475">
                <a:extLst>
                  <a:ext uri="{FF2B5EF4-FFF2-40B4-BE49-F238E27FC236}">
                    <a16:creationId xmlns:a16="http://schemas.microsoft.com/office/drawing/2014/main" id="{E9D8F420-E849-48AD-8F71-9518C0B1E702}"/>
                  </a:ext>
                </a:extLst>
              </p:cNvPr>
              <p:cNvSpPr/>
              <p:nvPr/>
            </p:nvSpPr>
            <p:spPr>
              <a:xfrm>
                <a:off x="6012720" y="3154320"/>
                <a:ext cx="60840" cy="57960"/>
              </a:xfrm>
              <a:prstGeom prst="line">
                <a:avLst/>
              </a:prstGeom>
              <a:ln>
                <a:solidFill>
                  <a:srgbClr val="565656"/>
                </a:solidFill>
              </a:ln>
            </p:spPr>
            <p:style>
              <a:lnRef idx="0">
                <a:scrgbClr r="0" g="0" b="0"/>
              </a:lnRef>
              <a:fillRef idx="0">
                <a:scrgbClr r="0" g="0" b="0"/>
              </a:fillRef>
              <a:effectRef idx="0">
                <a:scrgbClr r="0" g="0" b="0"/>
              </a:effectRef>
              <a:fontRef idx="minor"/>
            </p:style>
          </p:sp>
          <p:sp>
            <p:nvSpPr>
              <p:cNvPr id="1690" name="Line 1476">
                <a:extLst>
                  <a:ext uri="{FF2B5EF4-FFF2-40B4-BE49-F238E27FC236}">
                    <a16:creationId xmlns:a16="http://schemas.microsoft.com/office/drawing/2014/main" id="{FD17A603-6BA6-4522-B209-7E1B2A9899C6}"/>
                  </a:ext>
                </a:extLst>
              </p:cNvPr>
              <p:cNvSpPr/>
              <p:nvPr/>
            </p:nvSpPr>
            <p:spPr>
              <a:xfrm>
                <a:off x="5891760" y="3080160"/>
                <a:ext cx="59760" cy="3240"/>
              </a:xfrm>
              <a:prstGeom prst="line">
                <a:avLst/>
              </a:prstGeom>
              <a:ln>
                <a:solidFill>
                  <a:srgbClr val="5E5E5E"/>
                </a:solidFill>
              </a:ln>
            </p:spPr>
            <p:style>
              <a:lnRef idx="0">
                <a:scrgbClr r="0" g="0" b="0"/>
              </a:lnRef>
              <a:fillRef idx="0">
                <a:scrgbClr r="0" g="0" b="0"/>
              </a:fillRef>
              <a:effectRef idx="0">
                <a:scrgbClr r="0" g="0" b="0"/>
              </a:effectRef>
              <a:fontRef idx="minor"/>
            </p:style>
          </p:sp>
          <p:sp>
            <p:nvSpPr>
              <p:cNvPr id="1691" name="Line 1477">
                <a:extLst>
                  <a:ext uri="{FF2B5EF4-FFF2-40B4-BE49-F238E27FC236}">
                    <a16:creationId xmlns:a16="http://schemas.microsoft.com/office/drawing/2014/main" id="{4B40E058-827B-4354-8B72-3B5A7EF620B0}"/>
                  </a:ext>
                </a:extLst>
              </p:cNvPr>
              <p:cNvSpPr/>
              <p:nvPr/>
            </p:nvSpPr>
            <p:spPr>
              <a:xfrm>
                <a:off x="5951520" y="3083400"/>
                <a:ext cx="61200" cy="70920"/>
              </a:xfrm>
              <a:prstGeom prst="line">
                <a:avLst/>
              </a:prstGeom>
              <a:ln>
                <a:solidFill>
                  <a:srgbClr val="5B5B5B"/>
                </a:solidFill>
              </a:ln>
            </p:spPr>
            <p:style>
              <a:lnRef idx="0">
                <a:scrgbClr r="0" g="0" b="0"/>
              </a:lnRef>
              <a:fillRef idx="0">
                <a:scrgbClr r="0" g="0" b="0"/>
              </a:fillRef>
              <a:effectRef idx="0">
                <a:scrgbClr r="0" g="0" b="0"/>
              </a:effectRef>
              <a:fontRef idx="minor"/>
            </p:style>
          </p:sp>
          <p:sp>
            <p:nvSpPr>
              <p:cNvPr id="1692" name="Line 1478">
                <a:extLst>
                  <a:ext uri="{FF2B5EF4-FFF2-40B4-BE49-F238E27FC236}">
                    <a16:creationId xmlns:a16="http://schemas.microsoft.com/office/drawing/2014/main" id="{66C4B3E4-597B-4C10-ACB5-319D8749B3B0}"/>
                  </a:ext>
                </a:extLst>
              </p:cNvPr>
              <p:cNvSpPr/>
              <p:nvPr/>
            </p:nvSpPr>
            <p:spPr>
              <a:xfrm>
                <a:off x="5830560" y="2995200"/>
                <a:ext cx="61200" cy="6120"/>
              </a:xfrm>
              <a:prstGeom prst="line">
                <a:avLst/>
              </a:prstGeom>
              <a:ln>
                <a:solidFill>
                  <a:srgbClr val="656565"/>
                </a:solidFill>
              </a:ln>
            </p:spPr>
            <p:style>
              <a:lnRef idx="0">
                <a:scrgbClr r="0" g="0" b="0"/>
              </a:lnRef>
              <a:fillRef idx="0">
                <a:scrgbClr r="0" g="0" b="0"/>
              </a:fillRef>
              <a:effectRef idx="0">
                <a:scrgbClr r="0" g="0" b="0"/>
              </a:effectRef>
              <a:fontRef idx="minor"/>
            </p:style>
          </p:sp>
          <p:sp>
            <p:nvSpPr>
              <p:cNvPr id="1693" name="Line 1479">
                <a:extLst>
                  <a:ext uri="{FF2B5EF4-FFF2-40B4-BE49-F238E27FC236}">
                    <a16:creationId xmlns:a16="http://schemas.microsoft.com/office/drawing/2014/main" id="{303478F7-2F43-4F1B-A090-7C94CCC0902D}"/>
                  </a:ext>
                </a:extLst>
              </p:cNvPr>
              <p:cNvSpPr/>
              <p:nvPr/>
            </p:nvSpPr>
            <p:spPr>
              <a:xfrm>
                <a:off x="5891760" y="3001320"/>
                <a:ext cx="59760" cy="82080"/>
              </a:xfrm>
              <a:prstGeom prst="line">
                <a:avLst/>
              </a:prstGeom>
              <a:ln>
                <a:solidFill>
                  <a:srgbClr val="616161"/>
                </a:solidFill>
              </a:ln>
            </p:spPr>
            <p:style>
              <a:lnRef idx="0">
                <a:scrgbClr r="0" g="0" b="0"/>
              </a:lnRef>
              <a:fillRef idx="0">
                <a:scrgbClr r="0" g="0" b="0"/>
              </a:fillRef>
              <a:effectRef idx="0">
                <a:scrgbClr r="0" g="0" b="0"/>
              </a:effectRef>
              <a:fontRef idx="minor"/>
            </p:style>
          </p:sp>
          <p:sp>
            <p:nvSpPr>
              <p:cNvPr id="1694" name="Line 1480">
                <a:extLst>
                  <a:ext uri="{FF2B5EF4-FFF2-40B4-BE49-F238E27FC236}">
                    <a16:creationId xmlns:a16="http://schemas.microsoft.com/office/drawing/2014/main" id="{1E3F6076-B1DC-4AAB-98F7-0347E708A448}"/>
                  </a:ext>
                </a:extLst>
              </p:cNvPr>
              <p:cNvSpPr/>
              <p:nvPr/>
            </p:nvSpPr>
            <p:spPr>
              <a:xfrm>
                <a:off x="5771520" y="2900160"/>
                <a:ext cx="59040" cy="5040"/>
              </a:xfrm>
              <a:prstGeom prst="line">
                <a:avLst/>
              </a:prstGeom>
              <a:ln>
                <a:solidFill>
                  <a:srgbClr val="6D6D6D"/>
                </a:solidFill>
              </a:ln>
            </p:spPr>
            <p:style>
              <a:lnRef idx="0">
                <a:scrgbClr r="0" g="0" b="0"/>
              </a:lnRef>
              <a:fillRef idx="0">
                <a:scrgbClr r="0" g="0" b="0"/>
              </a:fillRef>
              <a:effectRef idx="0">
                <a:scrgbClr r="0" g="0" b="0"/>
              </a:effectRef>
              <a:fontRef idx="minor"/>
            </p:style>
          </p:sp>
          <p:sp>
            <p:nvSpPr>
              <p:cNvPr id="1695" name="Line 1481">
                <a:extLst>
                  <a:ext uri="{FF2B5EF4-FFF2-40B4-BE49-F238E27FC236}">
                    <a16:creationId xmlns:a16="http://schemas.microsoft.com/office/drawing/2014/main" id="{4E20746A-4E8D-4475-8432-DCF52A1B9689}"/>
                  </a:ext>
                </a:extLst>
              </p:cNvPr>
              <p:cNvSpPr/>
              <p:nvPr/>
            </p:nvSpPr>
            <p:spPr>
              <a:xfrm>
                <a:off x="5830560" y="2905200"/>
                <a:ext cx="61200" cy="96120"/>
              </a:xfrm>
              <a:prstGeom prst="line">
                <a:avLst/>
              </a:prstGeom>
              <a:ln>
                <a:solidFill>
                  <a:srgbClr val="686868"/>
                </a:solidFill>
              </a:ln>
            </p:spPr>
            <p:style>
              <a:lnRef idx="0">
                <a:scrgbClr r="0" g="0" b="0"/>
              </a:lnRef>
              <a:fillRef idx="0">
                <a:scrgbClr r="0" g="0" b="0"/>
              </a:fillRef>
              <a:effectRef idx="0">
                <a:scrgbClr r="0" g="0" b="0"/>
              </a:effectRef>
              <a:fontRef idx="minor"/>
            </p:style>
          </p:sp>
          <p:sp>
            <p:nvSpPr>
              <p:cNvPr id="1696" name="Line 1482">
                <a:extLst>
                  <a:ext uri="{FF2B5EF4-FFF2-40B4-BE49-F238E27FC236}">
                    <a16:creationId xmlns:a16="http://schemas.microsoft.com/office/drawing/2014/main" id="{7647AAC7-6F69-4C28-9503-F655CE3EF3D9}"/>
                  </a:ext>
                </a:extLst>
              </p:cNvPr>
              <p:cNvSpPr/>
              <p:nvPr/>
            </p:nvSpPr>
            <p:spPr>
              <a:xfrm>
                <a:off x="5710320" y="2791080"/>
                <a:ext cx="61200" cy="5040"/>
              </a:xfrm>
              <a:prstGeom prst="line">
                <a:avLst/>
              </a:prstGeom>
              <a:ln>
                <a:solidFill>
                  <a:srgbClr val="767676"/>
                </a:solidFill>
              </a:ln>
            </p:spPr>
            <p:style>
              <a:lnRef idx="0">
                <a:scrgbClr r="0" g="0" b="0"/>
              </a:lnRef>
              <a:fillRef idx="0">
                <a:scrgbClr r="0" g="0" b="0"/>
              </a:fillRef>
              <a:effectRef idx="0">
                <a:scrgbClr r="0" g="0" b="0"/>
              </a:effectRef>
              <a:fontRef idx="minor"/>
            </p:style>
          </p:sp>
          <p:sp>
            <p:nvSpPr>
              <p:cNvPr id="1697" name="Line 1483">
                <a:extLst>
                  <a:ext uri="{FF2B5EF4-FFF2-40B4-BE49-F238E27FC236}">
                    <a16:creationId xmlns:a16="http://schemas.microsoft.com/office/drawing/2014/main" id="{3341A499-4A9C-467D-9A6F-E04C452C1A6A}"/>
                  </a:ext>
                </a:extLst>
              </p:cNvPr>
              <p:cNvSpPr/>
              <p:nvPr/>
            </p:nvSpPr>
            <p:spPr>
              <a:xfrm>
                <a:off x="5771520" y="2796120"/>
                <a:ext cx="59040" cy="109080"/>
              </a:xfrm>
              <a:prstGeom prst="line">
                <a:avLst/>
              </a:prstGeom>
              <a:ln>
                <a:solidFill>
                  <a:srgbClr val="717171"/>
                </a:solidFill>
              </a:ln>
            </p:spPr>
            <p:style>
              <a:lnRef idx="0">
                <a:scrgbClr r="0" g="0" b="0"/>
              </a:lnRef>
              <a:fillRef idx="0">
                <a:scrgbClr r="0" g="0" b="0"/>
              </a:fillRef>
              <a:effectRef idx="0">
                <a:scrgbClr r="0" g="0" b="0"/>
              </a:effectRef>
              <a:fontRef idx="minor"/>
            </p:style>
          </p:sp>
          <p:sp>
            <p:nvSpPr>
              <p:cNvPr id="1698" name="Line 1484">
                <a:extLst>
                  <a:ext uri="{FF2B5EF4-FFF2-40B4-BE49-F238E27FC236}">
                    <a16:creationId xmlns:a16="http://schemas.microsoft.com/office/drawing/2014/main" id="{0EF1E42B-98C6-42B3-BF6F-79DF51B885C9}"/>
                  </a:ext>
                </a:extLst>
              </p:cNvPr>
              <p:cNvSpPr/>
              <p:nvPr/>
            </p:nvSpPr>
            <p:spPr>
              <a:xfrm>
                <a:off x="5650560" y="2670840"/>
                <a:ext cx="59760" cy="3960"/>
              </a:xfrm>
              <a:prstGeom prst="line">
                <a:avLst/>
              </a:prstGeom>
              <a:ln>
                <a:solidFill>
                  <a:srgbClr val="808080"/>
                </a:solidFill>
              </a:ln>
            </p:spPr>
            <p:style>
              <a:lnRef idx="0">
                <a:scrgbClr r="0" g="0" b="0"/>
              </a:lnRef>
              <a:fillRef idx="0">
                <a:scrgbClr r="0" g="0" b="0"/>
              </a:fillRef>
              <a:effectRef idx="0">
                <a:scrgbClr r="0" g="0" b="0"/>
              </a:effectRef>
              <a:fontRef idx="minor"/>
            </p:style>
          </p:sp>
          <p:sp>
            <p:nvSpPr>
              <p:cNvPr id="1699" name="Line 1485">
                <a:extLst>
                  <a:ext uri="{FF2B5EF4-FFF2-40B4-BE49-F238E27FC236}">
                    <a16:creationId xmlns:a16="http://schemas.microsoft.com/office/drawing/2014/main" id="{32C69329-D2BD-4E9C-B3C2-14219FD7DAA9}"/>
                  </a:ext>
                </a:extLst>
              </p:cNvPr>
              <p:cNvSpPr/>
              <p:nvPr/>
            </p:nvSpPr>
            <p:spPr>
              <a:xfrm>
                <a:off x="5710320" y="2674800"/>
                <a:ext cx="61200" cy="121320"/>
              </a:xfrm>
              <a:prstGeom prst="line">
                <a:avLst/>
              </a:prstGeom>
              <a:ln>
                <a:solidFill>
                  <a:srgbClr val="7A7A7A"/>
                </a:solidFill>
              </a:ln>
            </p:spPr>
            <p:style>
              <a:lnRef idx="0">
                <a:scrgbClr r="0" g="0" b="0"/>
              </a:lnRef>
              <a:fillRef idx="0">
                <a:scrgbClr r="0" g="0" b="0"/>
              </a:fillRef>
              <a:effectRef idx="0">
                <a:scrgbClr r="0" g="0" b="0"/>
              </a:effectRef>
              <a:fontRef idx="minor"/>
            </p:style>
          </p:sp>
          <p:sp>
            <p:nvSpPr>
              <p:cNvPr id="1700" name="Line 1486">
                <a:extLst>
                  <a:ext uri="{FF2B5EF4-FFF2-40B4-BE49-F238E27FC236}">
                    <a16:creationId xmlns:a16="http://schemas.microsoft.com/office/drawing/2014/main" id="{C50C3CF3-2660-4C74-8CCB-D0367B4B032A}"/>
                  </a:ext>
                </a:extLst>
              </p:cNvPr>
              <p:cNvSpPr/>
              <p:nvPr/>
            </p:nvSpPr>
            <p:spPr>
              <a:xfrm>
                <a:off x="5589360" y="2536920"/>
                <a:ext cx="61200" cy="5760"/>
              </a:xfrm>
              <a:prstGeom prst="line">
                <a:avLst/>
              </a:prstGeom>
              <a:ln>
                <a:solidFill>
                  <a:srgbClr val="8C8C8C"/>
                </a:solidFill>
              </a:ln>
            </p:spPr>
            <p:style>
              <a:lnRef idx="0">
                <a:scrgbClr r="0" g="0" b="0"/>
              </a:lnRef>
              <a:fillRef idx="0">
                <a:scrgbClr r="0" g="0" b="0"/>
              </a:fillRef>
              <a:effectRef idx="0">
                <a:scrgbClr r="0" g="0" b="0"/>
              </a:effectRef>
              <a:fontRef idx="minor"/>
            </p:style>
          </p:sp>
          <p:sp>
            <p:nvSpPr>
              <p:cNvPr id="1701" name="Line 1487">
                <a:extLst>
                  <a:ext uri="{FF2B5EF4-FFF2-40B4-BE49-F238E27FC236}">
                    <a16:creationId xmlns:a16="http://schemas.microsoft.com/office/drawing/2014/main" id="{DD224A26-8423-46E1-AE9E-64119DA50227}"/>
                  </a:ext>
                </a:extLst>
              </p:cNvPr>
              <p:cNvSpPr/>
              <p:nvPr/>
            </p:nvSpPr>
            <p:spPr>
              <a:xfrm>
                <a:off x="5650560" y="2542680"/>
                <a:ext cx="59760" cy="132120"/>
              </a:xfrm>
              <a:prstGeom prst="line">
                <a:avLst/>
              </a:prstGeom>
              <a:ln>
                <a:solidFill>
                  <a:srgbClr val="858585"/>
                </a:solidFill>
              </a:ln>
            </p:spPr>
            <p:style>
              <a:lnRef idx="0">
                <a:scrgbClr r="0" g="0" b="0"/>
              </a:lnRef>
              <a:fillRef idx="0">
                <a:scrgbClr r="0" g="0" b="0"/>
              </a:fillRef>
              <a:effectRef idx="0">
                <a:scrgbClr r="0" g="0" b="0"/>
              </a:effectRef>
              <a:fontRef idx="minor"/>
            </p:style>
          </p:sp>
          <p:sp>
            <p:nvSpPr>
              <p:cNvPr id="1702" name="Line 1488">
                <a:extLst>
                  <a:ext uri="{FF2B5EF4-FFF2-40B4-BE49-F238E27FC236}">
                    <a16:creationId xmlns:a16="http://schemas.microsoft.com/office/drawing/2014/main" id="{6718B4BE-DA5C-49C4-BDCD-67A905F0CD6C}"/>
                  </a:ext>
                </a:extLst>
              </p:cNvPr>
              <p:cNvSpPr/>
              <p:nvPr/>
            </p:nvSpPr>
            <p:spPr>
              <a:xfrm>
                <a:off x="5528160" y="2391480"/>
                <a:ext cx="61200" cy="4320"/>
              </a:xfrm>
              <a:prstGeom prst="line">
                <a:avLst/>
              </a:prstGeom>
              <a:ln>
                <a:solidFill>
                  <a:srgbClr val="989898"/>
                </a:solidFill>
              </a:ln>
            </p:spPr>
            <p:style>
              <a:lnRef idx="0">
                <a:scrgbClr r="0" g="0" b="0"/>
              </a:lnRef>
              <a:fillRef idx="0">
                <a:scrgbClr r="0" g="0" b="0"/>
              </a:fillRef>
              <a:effectRef idx="0">
                <a:scrgbClr r="0" g="0" b="0"/>
              </a:effectRef>
              <a:fontRef idx="minor"/>
            </p:style>
          </p:sp>
          <p:sp>
            <p:nvSpPr>
              <p:cNvPr id="1703" name="Line 1489">
                <a:extLst>
                  <a:ext uri="{FF2B5EF4-FFF2-40B4-BE49-F238E27FC236}">
                    <a16:creationId xmlns:a16="http://schemas.microsoft.com/office/drawing/2014/main" id="{519B8DC0-0B9C-4EE6-AA81-473A0852C6B9}"/>
                  </a:ext>
                </a:extLst>
              </p:cNvPr>
              <p:cNvSpPr/>
              <p:nvPr/>
            </p:nvSpPr>
            <p:spPr>
              <a:xfrm>
                <a:off x="5589360" y="2395800"/>
                <a:ext cx="61200" cy="146880"/>
              </a:xfrm>
              <a:prstGeom prst="line">
                <a:avLst/>
              </a:prstGeom>
              <a:ln>
                <a:solidFill>
                  <a:srgbClr val="919191"/>
                </a:solidFill>
              </a:ln>
            </p:spPr>
            <p:style>
              <a:lnRef idx="0">
                <a:scrgbClr r="0" g="0" b="0"/>
              </a:lnRef>
              <a:fillRef idx="0">
                <a:scrgbClr r="0" g="0" b="0"/>
              </a:fillRef>
              <a:effectRef idx="0">
                <a:scrgbClr r="0" g="0" b="0"/>
              </a:effectRef>
              <a:fontRef idx="minor"/>
            </p:style>
          </p:sp>
          <p:sp>
            <p:nvSpPr>
              <p:cNvPr id="1704" name="Line 1490">
                <a:extLst>
                  <a:ext uri="{FF2B5EF4-FFF2-40B4-BE49-F238E27FC236}">
                    <a16:creationId xmlns:a16="http://schemas.microsoft.com/office/drawing/2014/main" id="{E67481BE-896A-4402-A67B-86CB19EF9B01}"/>
                  </a:ext>
                </a:extLst>
              </p:cNvPr>
              <p:cNvSpPr/>
              <p:nvPr/>
            </p:nvSpPr>
            <p:spPr>
              <a:xfrm>
                <a:off x="5468400" y="2233440"/>
                <a:ext cx="59760" cy="3960"/>
              </a:xfrm>
              <a:prstGeom prst="line">
                <a:avLst/>
              </a:prstGeom>
              <a:ln>
                <a:solidFill>
                  <a:srgbClr val="A6A6A6"/>
                </a:solidFill>
              </a:ln>
            </p:spPr>
            <p:style>
              <a:lnRef idx="0">
                <a:scrgbClr r="0" g="0" b="0"/>
              </a:lnRef>
              <a:fillRef idx="0">
                <a:scrgbClr r="0" g="0" b="0"/>
              </a:fillRef>
              <a:effectRef idx="0">
                <a:scrgbClr r="0" g="0" b="0"/>
              </a:effectRef>
              <a:fontRef idx="minor"/>
            </p:style>
          </p:sp>
          <p:sp>
            <p:nvSpPr>
              <p:cNvPr id="1705" name="Line 1491">
                <a:extLst>
                  <a:ext uri="{FF2B5EF4-FFF2-40B4-BE49-F238E27FC236}">
                    <a16:creationId xmlns:a16="http://schemas.microsoft.com/office/drawing/2014/main" id="{8919232A-D4E4-4839-9AE2-177AA6BEF332}"/>
                  </a:ext>
                </a:extLst>
              </p:cNvPr>
              <p:cNvSpPr/>
              <p:nvPr/>
            </p:nvSpPr>
            <p:spPr>
              <a:xfrm>
                <a:off x="5528160" y="2237400"/>
                <a:ext cx="61200" cy="158400"/>
              </a:xfrm>
              <a:prstGeom prst="line">
                <a:avLst/>
              </a:prstGeom>
              <a:ln>
                <a:solidFill>
                  <a:srgbClr val="9E9E9E"/>
                </a:solidFill>
              </a:ln>
            </p:spPr>
            <p:style>
              <a:lnRef idx="0">
                <a:scrgbClr r="0" g="0" b="0"/>
              </a:lnRef>
              <a:fillRef idx="0">
                <a:scrgbClr r="0" g="0" b="0"/>
              </a:fillRef>
              <a:effectRef idx="0">
                <a:scrgbClr r="0" g="0" b="0"/>
              </a:effectRef>
              <a:fontRef idx="minor"/>
            </p:style>
          </p:sp>
          <p:sp>
            <p:nvSpPr>
              <p:cNvPr id="1706" name="Line 1492">
                <a:extLst>
                  <a:ext uri="{FF2B5EF4-FFF2-40B4-BE49-F238E27FC236}">
                    <a16:creationId xmlns:a16="http://schemas.microsoft.com/office/drawing/2014/main" id="{3BEA410D-DDC7-445A-9605-A1ADC3F250FF}"/>
                  </a:ext>
                </a:extLst>
              </p:cNvPr>
              <p:cNvSpPr/>
              <p:nvPr/>
            </p:nvSpPr>
            <p:spPr>
              <a:xfrm flipV="1">
                <a:off x="6918480" y="2701800"/>
                <a:ext cx="59760" cy="9000"/>
              </a:xfrm>
              <a:prstGeom prst="line">
                <a:avLst/>
              </a:prstGeom>
              <a:ln>
                <a:solidFill>
                  <a:srgbClr val="979797"/>
                </a:solidFill>
              </a:ln>
            </p:spPr>
            <p:style>
              <a:lnRef idx="0">
                <a:scrgbClr r="0" g="0" b="0"/>
              </a:lnRef>
              <a:fillRef idx="0">
                <a:scrgbClr r="0" g="0" b="0"/>
              </a:fillRef>
              <a:effectRef idx="0">
                <a:scrgbClr r="0" g="0" b="0"/>
              </a:effectRef>
              <a:fontRef idx="minor"/>
            </p:style>
          </p:sp>
          <p:sp>
            <p:nvSpPr>
              <p:cNvPr id="1707" name="Line 1493">
                <a:extLst>
                  <a:ext uri="{FF2B5EF4-FFF2-40B4-BE49-F238E27FC236}">
                    <a16:creationId xmlns:a16="http://schemas.microsoft.com/office/drawing/2014/main" id="{8EC53884-7A97-453F-BD09-BD6E6085DD59}"/>
                  </a:ext>
                </a:extLst>
              </p:cNvPr>
              <p:cNvSpPr/>
              <p:nvPr/>
            </p:nvSpPr>
            <p:spPr>
              <a:xfrm flipH="1">
                <a:off x="6978240" y="2572920"/>
                <a:ext cx="61200" cy="7920"/>
              </a:xfrm>
              <a:prstGeom prst="line">
                <a:avLst/>
              </a:prstGeom>
              <a:ln>
                <a:solidFill>
                  <a:srgbClr val="A5A5A5"/>
                </a:solidFill>
              </a:ln>
            </p:spPr>
            <p:style>
              <a:lnRef idx="0">
                <a:scrgbClr r="0" g="0" b="0"/>
              </a:lnRef>
              <a:fillRef idx="0">
                <a:scrgbClr r="0" g="0" b="0"/>
              </a:fillRef>
              <a:effectRef idx="0">
                <a:scrgbClr r="0" g="0" b="0"/>
              </a:effectRef>
              <a:fontRef idx="minor"/>
            </p:style>
          </p:sp>
          <p:sp>
            <p:nvSpPr>
              <p:cNvPr id="1708" name="Line 1494">
                <a:extLst>
                  <a:ext uri="{FF2B5EF4-FFF2-40B4-BE49-F238E27FC236}">
                    <a16:creationId xmlns:a16="http://schemas.microsoft.com/office/drawing/2014/main" id="{CC2AFA7B-6A40-4039-9520-3A6D0B5C870B}"/>
                  </a:ext>
                </a:extLst>
              </p:cNvPr>
              <p:cNvSpPr/>
              <p:nvPr/>
            </p:nvSpPr>
            <p:spPr>
              <a:xfrm flipV="1">
                <a:off x="6978240" y="2572920"/>
                <a:ext cx="61200" cy="128880"/>
              </a:xfrm>
              <a:prstGeom prst="line">
                <a:avLst/>
              </a:prstGeom>
              <a:ln>
                <a:solidFill>
                  <a:srgbClr val="9E9E9E"/>
                </a:solidFill>
              </a:ln>
            </p:spPr>
            <p:style>
              <a:lnRef idx="0">
                <a:scrgbClr r="0" g="0" b="0"/>
              </a:lnRef>
              <a:fillRef idx="0">
                <a:scrgbClr r="0" g="0" b="0"/>
              </a:fillRef>
              <a:effectRef idx="0">
                <a:scrgbClr r="0" g="0" b="0"/>
              </a:effectRef>
              <a:fontRef idx="minor"/>
            </p:style>
          </p:sp>
          <p:sp>
            <p:nvSpPr>
              <p:cNvPr id="1709" name="Line 1495">
                <a:extLst>
                  <a:ext uri="{FF2B5EF4-FFF2-40B4-BE49-F238E27FC236}">
                    <a16:creationId xmlns:a16="http://schemas.microsoft.com/office/drawing/2014/main" id="{5AA72BAD-5DA5-499C-8E4F-1CC4A2F44CD0}"/>
                  </a:ext>
                </a:extLst>
              </p:cNvPr>
              <p:cNvSpPr/>
              <p:nvPr/>
            </p:nvSpPr>
            <p:spPr>
              <a:xfrm flipV="1">
                <a:off x="6859440" y="2819160"/>
                <a:ext cx="59040" cy="9000"/>
              </a:xfrm>
              <a:prstGeom prst="line">
                <a:avLst/>
              </a:prstGeom>
              <a:ln>
                <a:solidFill>
                  <a:srgbClr val="8A8A8A"/>
                </a:solidFill>
              </a:ln>
            </p:spPr>
            <p:style>
              <a:lnRef idx="0">
                <a:scrgbClr r="0" g="0" b="0"/>
              </a:lnRef>
              <a:fillRef idx="0">
                <a:scrgbClr r="0" g="0" b="0"/>
              </a:fillRef>
              <a:effectRef idx="0">
                <a:scrgbClr r="0" g="0" b="0"/>
              </a:effectRef>
              <a:fontRef idx="minor"/>
            </p:style>
          </p:sp>
          <p:sp>
            <p:nvSpPr>
              <p:cNvPr id="1710" name="Line 1496">
                <a:extLst>
                  <a:ext uri="{FF2B5EF4-FFF2-40B4-BE49-F238E27FC236}">
                    <a16:creationId xmlns:a16="http://schemas.microsoft.com/office/drawing/2014/main" id="{9B0B2B16-622B-462C-A51D-E5AC120D2C27}"/>
                  </a:ext>
                </a:extLst>
              </p:cNvPr>
              <p:cNvSpPr/>
              <p:nvPr/>
            </p:nvSpPr>
            <p:spPr>
              <a:xfrm flipV="1">
                <a:off x="6918480" y="2701800"/>
                <a:ext cx="59760" cy="117360"/>
              </a:xfrm>
              <a:prstGeom prst="line">
                <a:avLst/>
              </a:prstGeom>
              <a:ln>
                <a:solidFill>
                  <a:srgbClr val="909090"/>
                </a:solidFill>
              </a:ln>
            </p:spPr>
            <p:style>
              <a:lnRef idx="0">
                <a:scrgbClr r="0" g="0" b="0"/>
              </a:lnRef>
              <a:fillRef idx="0">
                <a:scrgbClr r="0" g="0" b="0"/>
              </a:fillRef>
              <a:effectRef idx="0">
                <a:scrgbClr r="0" g="0" b="0"/>
              </a:effectRef>
              <a:fontRef idx="minor"/>
            </p:style>
          </p:sp>
          <p:sp>
            <p:nvSpPr>
              <p:cNvPr id="1711" name="Line 1497">
                <a:extLst>
                  <a:ext uri="{FF2B5EF4-FFF2-40B4-BE49-F238E27FC236}">
                    <a16:creationId xmlns:a16="http://schemas.microsoft.com/office/drawing/2014/main" id="{0CFB2AE2-DAF8-41B5-B60D-2D5EA1F354E9}"/>
                  </a:ext>
                </a:extLst>
              </p:cNvPr>
              <p:cNvSpPr/>
              <p:nvPr/>
            </p:nvSpPr>
            <p:spPr>
              <a:xfrm flipV="1">
                <a:off x="6798240" y="2924280"/>
                <a:ext cx="61200" cy="9000"/>
              </a:xfrm>
              <a:prstGeom prst="line">
                <a:avLst/>
              </a:prstGeom>
              <a:ln>
                <a:solidFill>
                  <a:srgbClr val="7F7F7F"/>
                </a:solidFill>
              </a:ln>
            </p:spPr>
            <p:style>
              <a:lnRef idx="0">
                <a:scrgbClr r="0" g="0" b="0"/>
              </a:lnRef>
              <a:fillRef idx="0">
                <a:scrgbClr r="0" g="0" b="0"/>
              </a:fillRef>
              <a:effectRef idx="0">
                <a:scrgbClr r="0" g="0" b="0"/>
              </a:effectRef>
              <a:fontRef idx="minor"/>
            </p:style>
          </p:sp>
          <p:sp>
            <p:nvSpPr>
              <p:cNvPr id="1712" name="Line 1498">
                <a:extLst>
                  <a:ext uri="{FF2B5EF4-FFF2-40B4-BE49-F238E27FC236}">
                    <a16:creationId xmlns:a16="http://schemas.microsoft.com/office/drawing/2014/main" id="{B5CB58FE-63EE-41F6-B2D6-96FB6A1CF81E}"/>
                  </a:ext>
                </a:extLst>
              </p:cNvPr>
              <p:cNvSpPr/>
              <p:nvPr/>
            </p:nvSpPr>
            <p:spPr>
              <a:xfrm flipV="1">
                <a:off x="6859440" y="2819160"/>
                <a:ext cx="59040" cy="105120"/>
              </a:xfrm>
              <a:prstGeom prst="line">
                <a:avLst/>
              </a:prstGeom>
              <a:ln>
                <a:solidFill>
                  <a:srgbClr val="848484"/>
                </a:solidFill>
              </a:ln>
            </p:spPr>
            <p:style>
              <a:lnRef idx="0">
                <a:scrgbClr r="0" g="0" b="0"/>
              </a:lnRef>
              <a:fillRef idx="0">
                <a:scrgbClr r="0" g="0" b="0"/>
              </a:fillRef>
              <a:effectRef idx="0">
                <a:scrgbClr r="0" g="0" b="0"/>
              </a:effectRef>
              <a:fontRef idx="minor"/>
            </p:style>
          </p:sp>
          <p:sp>
            <p:nvSpPr>
              <p:cNvPr id="1713" name="Line 1499">
                <a:extLst>
                  <a:ext uri="{FF2B5EF4-FFF2-40B4-BE49-F238E27FC236}">
                    <a16:creationId xmlns:a16="http://schemas.microsoft.com/office/drawing/2014/main" id="{3A99580B-ADF7-434B-AE1A-C61F684DE1B3}"/>
                  </a:ext>
                </a:extLst>
              </p:cNvPr>
              <p:cNvSpPr/>
              <p:nvPr/>
            </p:nvSpPr>
            <p:spPr>
              <a:xfrm flipV="1">
                <a:off x="6737040" y="3017160"/>
                <a:ext cx="61200" cy="7920"/>
              </a:xfrm>
              <a:prstGeom prst="line">
                <a:avLst/>
              </a:prstGeom>
              <a:ln>
                <a:solidFill>
                  <a:srgbClr val="757575"/>
                </a:solidFill>
              </a:ln>
            </p:spPr>
            <p:style>
              <a:lnRef idx="0">
                <a:scrgbClr r="0" g="0" b="0"/>
              </a:lnRef>
              <a:fillRef idx="0">
                <a:scrgbClr r="0" g="0" b="0"/>
              </a:fillRef>
              <a:effectRef idx="0">
                <a:scrgbClr r="0" g="0" b="0"/>
              </a:effectRef>
              <a:fontRef idx="minor"/>
            </p:style>
          </p:sp>
          <p:sp>
            <p:nvSpPr>
              <p:cNvPr id="1714" name="Line 1500">
                <a:extLst>
                  <a:ext uri="{FF2B5EF4-FFF2-40B4-BE49-F238E27FC236}">
                    <a16:creationId xmlns:a16="http://schemas.microsoft.com/office/drawing/2014/main" id="{8B1E522F-FCA9-4987-8294-79F0FB3891F7}"/>
                  </a:ext>
                </a:extLst>
              </p:cNvPr>
              <p:cNvSpPr/>
              <p:nvPr/>
            </p:nvSpPr>
            <p:spPr>
              <a:xfrm flipV="1">
                <a:off x="6798240" y="2924280"/>
                <a:ext cx="61200" cy="92880"/>
              </a:xfrm>
              <a:prstGeom prst="line">
                <a:avLst/>
              </a:prstGeom>
              <a:ln>
                <a:solidFill>
                  <a:srgbClr val="7A7A7A"/>
                </a:solidFill>
              </a:ln>
            </p:spPr>
            <p:style>
              <a:lnRef idx="0">
                <a:scrgbClr r="0" g="0" b="0"/>
              </a:lnRef>
              <a:fillRef idx="0">
                <a:scrgbClr r="0" g="0" b="0"/>
              </a:fillRef>
              <a:effectRef idx="0">
                <a:scrgbClr r="0" g="0" b="0"/>
              </a:effectRef>
              <a:fontRef idx="minor"/>
            </p:style>
          </p:sp>
          <p:sp>
            <p:nvSpPr>
              <p:cNvPr id="1715" name="Line 1501">
                <a:extLst>
                  <a:ext uri="{FF2B5EF4-FFF2-40B4-BE49-F238E27FC236}">
                    <a16:creationId xmlns:a16="http://schemas.microsoft.com/office/drawing/2014/main" id="{DCF981E3-1C4D-4B84-9A99-3CC33540FF5A}"/>
                  </a:ext>
                </a:extLst>
              </p:cNvPr>
              <p:cNvSpPr/>
              <p:nvPr/>
            </p:nvSpPr>
            <p:spPr>
              <a:xfrm flipV="1">
                <a:off x="6677280" y="3096360"/>
                <a:ext cx="59760" cy="9000"/>
              </a:xfrm>
              <a:prstGeom prst="line">
                <a:avLst/>
              </a:prstGeom>
              <a:ln>
                <a:solidFill>
                  <a:srgbClr val="6C6C6C"/>
                </a:solidFill>
              </a:ln>
            </p:spPr>
            <p:style>
              <a:lnRef idx="0">
                <a:scrgbClr r="0" g="0" b="0"/>
              </a:lnRef>
              <a:fillRef idx="0">
                <a:scrgbClr r="0" g="0" b="0"/>
              </a:fillRef>
              <a:effectRef idx="0">
                <a:scrgbClr r="0" g="0" b="0"/>
              </a:effectRef>
              <a:fontRef idx="minor"/>
            </p:style>
          </p:sp>
          <p:sp>
            <p:nvSpPr>
              <p:cNvPr id="1716" name="Line 1502">
                <a:extLst>
                  <a:ext uri="{FF2B5EF4-FFF2-40B4-BE49-F238E27FC236}">
                    <a16:creationId xmlns:a16="http://schemas.microsoft.com/office/drawing/2014/main" id="{A4416DFF-41A2-40A5-A4C3-42EAA5A90DAE}"/>
                  </a:ext>
                </a:extLst>
              </p:cNvPr>
              <p:cNvSpPr/>
              <p:nvPr/>
            </p:nvSpPr>
            <p:spPr>
              <a:xfrm flipV="1">
                <a:off x="6737040" y="3017160"/>
                <a:ext cx="61200" cy="79200"/>
              </a:xfrm>
              <a:prstGeom prst="line">
                <a:avLst/>
              </a:prstGeom>
              <a:ln>
                <a:solidFill>
                  <a:srgbClr val="707070"/>
                </a:solidFill>
              </a:ln>
            </p:spPr>
            <p:style>
              <a:lnRef idx="0">
                <a:scrgbClr r="0" g="0" b="0"/>
              </a:lnRef>
              <a:fillRef idx="0">
                <a:scrgbClr r="0" g="0" b="0"/>
              </a:fillRef>
              <a:effectRef idx="0">
                <a:scrgbClr r="0" g="0" b="0"/>
              </a:effectRef>
              <a:fontRef idx="minor"/>
            </p:style>
          </p:sp>
          <p:sp>
            <p:nvSpPr>
              <p:cNvPr id="1717" name="Line 1503">
                <a:extLst>
                  <a:ext uri="{FF2B5EF4-FFF2-40B4-BE49-F238E27FC236}">
                    <a16:creationId xmlns:a16="http://schemas.microsoft.com/office/drawing/2014/main" id="{42DCE3E5-0E57-4F95-B01C-59DDDA256BD6}"/>
                  </a:ext>
                </a:extLst>
              </p:cNvPr>
              <p:cNvSpPr/>
              <p:nvPr/>
            </p:nvSpPr>
            <p:spPr>
              <a:xfrm flipV="1">
                <a:off x="6616080" y="3164400"/>
                <a:ext cx="61200" cy="6840"/>
              </a:xfrm>
              <a:prstGeom prst="line">
                <a:avLst/>
              </a:prstGeom>
              <a:ln>
                <a:solidFill>
                  <a:srgbClr val="646464"/>
                </a:solidFill>
              </a:ln>
            </p:spPr>
            <p:style>
              <a:lnRef idx="0">
                <a:scrgbClr r="0" g="0" b="0"/>
              </a:lnRef>
              <a:fillRef idx="0">
                <a:scrgbClr r="0" g="0" b="0"/>
              </a:fillRef>
              <a:effectRef idx="0">
                <a:scrgbClr r="0" g="0" b="0"/>
              </a:effectRef>
              <a:fontRef idx="minor"/>
            </p:style>
          </p:sp>
          <p:sp>
            <p:nvSpPr>
              <p:cNvPr id="1718" name="Line 1504">
                <a:extLst>
                  <a:ext uri="{FF2B5EF4-FFF2-40B4-BE49-F238E27FC236}">
                    <a16:creationId xmlns:a16="http://schemas.microsoft.com/office/drawing/2014/main" id="{B0D90923-4895-4E76-8266-CE3DFE74B45B}"/>
                  </a:ext>
                </a:extLst>
              </p:cNvPr>
              <p:cNvSpPr/>
              <p:nvPr/>
            </p:nvSpPr>
            <p:spPr>
              <a:xfrm flipV="1">
                <a:off x="6677280" y="3096360"/>
                <a:ext cx="59760" cy="68040"/>
              </a:xfrm>
              <a:prstGeom prst="line">
                <a:avLst/>
              </a:prstGeom>
              <a:ln>
                <a:solidFill>
                  <a:srgbClr val="676767"/>
                </a:solidFill>
              </a:ln>
            </p:spPr>
            <p:style>
              <a:lnRef idx="0">
                <a:scrgbClr r="0" g="0" b="0"/>
              </a:lnRef>
              <a:fillRef idx="0">
                <a:scrgbClr r="0" g="0" b="0"/>
              </a:fillRef>
              <a:effectRef idx="0">
                <a:scrgbClr r="0" g="0" b="0"/>
              </a:effectRef>
              <a:fontRef idx="minor"/>
            </p:style>
          </p:sp>
          <p:sp>
            <p:nvSpPr>
              <p:cNvPr id="1719" name="Line 1505">
                <a:extLst>
                  <a:ext uri="{FF2B5EF4-FFF2-40B4-BE49-F238E27FC236}">
                    <a16:creationId xmlns:a16="http://schemas.microsoft.com/office/drawing/2014/main" id="{D5C75BA4-CEE8-4FDC-AC51-DD5783780BAA}"/>
                  </a:ext>
                </a:extLst>
              </p:cNvPr>
              <p:cNvSpPr/>
              <p:nvPr/>
            </p:nvSpPr>
            <p:spPr>
              <a:xfrm flipV="1">
                <a:off x="6555240" y="3219480"/>
                <a:ext cx="60840" cy="6840"/>
              </a:xfrm>
              <a:prstGeom prst="line">
                <a:avLst/>
              </a:prstGeom>
              <a:ln>
                <a:solidFill>
                  <a:srgbClr val="5D5D5D"/>
                </a:solidFill>
              </a:ln>
            </p:spPr>
            <p:style>
              <a:lnRef idx="0">
                <a:scrgbClr r="0" g="0" b="0"/>
              </a:lnRef>
              <a:fillRef idx="0">
                <a:scrgbClr r="0" g="0" b="0"/>
              </a:fillRef>
              <a:effectRef idx="0">
                <a:scrgbClr r="0" g="0" b="0"/>
              </a:effectRef>
              <a:fontRef idx="minor"/>
            </p:style>
          </p:sp>
          <p:sp>
            <p:nvSpPr>
              <p:cNvPr id="1720" name="Line 1506">
                <a:extLst>
                  <a:ext uri="{FF2B5EF4-FFF2-40B4-BE49-F238E27FC236}">
                    <a16:creationId xmlns:a16="http://schemas.microsoft.com/office/drawing/2014/main" id="{AA2F0E32-270A-4FAA-8B1A-1519F4687091}"/>
                  </a:ext>
                </a:extLst>
              </p:cNvPr>
              <p:cNvSpPr/>
              <p:nvPr/>
            </p:nvSpPr>
            <p:spPr>
              <a:xfrm flipV="1">
                <a:off x="6616080" y="3164400"/>
                <a:ext cx="61200" cy="55080"/>
              </a:xfrm>
              <a:prstGeom prst="line">
                <a:avLst/>
              </a:prstGeom>
              <a:ln>
                <a:solidFill>
                  <a:srgbClr val="606060"/>
                </a:solidFill>
              </a:ln>
            </p:spPr>
            <p:style>
              <a:lnRef idx="0">
                <a:scrgbClr r="0" g="0" b="0"/>
              </a:lnRef>
              <a:fillRef idx="0">
                <a:scrgbClr r="0" g="0" b="0"/>
              </a:fillRef>
              <a:effectRef idx="0">
                <a:scrgbClr r="0" g="0" b="0"/>
              </a:effectRef>
              <a:fontRef idx="minor"/>
            </p:style>
          </p:sp>
          <p:sp>
            <p:nvSpPr>
              <p:cNvPr id="1721" name="Line 1507">
                <a:extLst>
                  <a:ext uri="{FF2B5EF4-FFF2-40B4-BE49-F238E27FC236}">
                    <a16:creationId xmlns:a16="http://schemas.microsoft.com/office/drawing/2014/main" id="{919EB278-61FC-4D6C-B9C5-607FB9534006}"/>
                  </a:ext>
                </a:extLst>
              </p:cNvPr>
              <p:cNvSpPr/>
              <p:nvPr/>
            </p:nvSpPr>
            <p:spPr>
              <a:xfrm flipV="1">
                <a:off x="6496920" y="3261600"/>
                <a:ext cx="58320" cy="6840"/>
              </a:xfrm>
              <a:prstGeom prst="line">
                <a:avLst/>
              </a:prstGeom>
              <a:ln>
                <a:solidFill>
                  <a:srgbClr val="585858"/>
                </a:solidFill>
              </a:ln>
            </p:spPr>
            <p:style>
              <a:lnRef idx="0">
                <a:scrgbClr r="0" g="0" b="0"/>
              </a:lnRef>
              <a:fillRef idx="0">
                <a:scrgbClr r="0" g="0" b="0"/>
              </a:fillRef>
              <a:effectRef idx="0">
                <a:scrgbClr r="0" g="0" b="0"/>
              </a:effectRef>
              <a:fontRef idx="minor"/>
            </p:style>
          </p:sp>
          <p:sp>
            <p:nvSpPr>
              <p:cNvPr id="1722" name="Line 1508">
                <a:extLst>
                  <a:ext uri="{FF2B5EF4-FFF2-40B4-BE49-F238E27FC236}">
                    <a16:creationId xmlns:a16="http://schemas.microsoft.com/office/drawing/2014/main" id="{FD166A90-FDB2-4747-B453-20E178165954}"/>
                  </a:ext>
                </a:extLst>
              </p:cNvPr>
              <p:cNvSpPr/>
              <p:nvPr/>
            </p:nvSpPr>
            <p:spPr>
              <a:xfrm flipV="1">
                <a:off x="6555240" y="3219480"/>
                <a:ext cx="60840" cy="42120"/>
              </a:xfrm>
              <a:prstGeom prst="line">
                <a:avLst/>
              </a:prstGeom>
              <a:ln>
                <a:solidFill>
                  <a:srgbClr val="5A5A5A"/>
                </a:solidFill>
              </a:ln>
            </p:spPr>
            <p:style>
              <a:lnRef idx="0">
                <a:scrgbClr r="0" g="0" b="0"/>
              </a:lnRef>
              <a:fillRef idx="0">
                <a:scrgbClr r="0" g="0" b="0"/>
              </a:fillRef>
              <a:effectRef idx="0">
                <a:scrgbClr r="0" g="0" b="0"/>
              </a:effectRef>
              <a:fontRef idx="minor"/>
            </p:style>
          </p:sp>
          <p:sp>
            <p:nvSpPr>
              <p:cNvPr id="1723" name="Line 1509">
                <a:extLst>
                  <a:ext uri="{FF2B5EF4-FFF2-40B4-BE49-F238E27FC236}">
                    <a16:creationId xmlns:a16="http://schemas.microsoft.com/office/drawing/2014/main" id="{241200F2-9822-4229-8F5A-4B0C0EA60B42}"/>
                  </a:ext>
                </a:extLst>
              </p:cNvPr>
              <p:cNvSpPr/>
              <p:nvPr/>
            </p:nvSpPr>
            <p:spPr>
              <a:xfrm flipV="1">
                <a:off x="6436080" y="3290400"/>
                <a:ext cx="60840" cy="8280"/>
              </a:xfrm>
              <a:prstGeom prst="line">
                <a:avLst/>
              </a:prstGeom>
              <a:ln>
                <a:solidFill>
                  <a:srgbClr val="545454"/>
                </a:solidFill>
              </a:ln>
            </p:spPr>
            <p:style>
              <a:lnRef idx="0">
                <a:scrgbClr r="0" g="0" b="0"/>
              </a:lnRef>
              <a:fillRef idx="0">
                <a:scrgbClr r="0" g="0" b="0"/>
              </a:fillRef>
              <a:effectRef idx="0">
                <a:scrgbClr r="0" g="0" b="0"/>
              </a:effectRef>
              <a:fontRef idx="minor"/>
            </p:style>
          </p:sp>
          <p:sp>
            <p:nvSpPr>
              <p:cNvPr id="1724" name="Line 1510">
                <a:extLst>
                  <a:ext uri="{FF2B5EF4-FFF2-40B4-BE49-F238E27FC236}">
                    <a16:creationId xmlns:a16="http://schemas.microsoft.com/office/drawing/2014/main" id="{FCED9209-78C6-44B9-B12C-30A78A8CD13D}"/>
                  </a:ext>
                </a:extLst>
              </p:cNvPr>
              <p:cNvSpPr/>
              <p:nvPr/>
            </p:nvSpPr>
            <p:spPr>
              <a:xfrm flipV="1">
                <a:off x="6496920" y="3261600"/>
                <a:ext cx="58320" cy="28800"/>
              </a:xfrm>
              <a:prstGeom prst="line">
                <a:avLst/>
              </a:prstGeom>
              <a:ln>
                <a:solidFill>
                  <a:srgbClr val="555555"/>
                </a:solidFill>
              </a:ln>
            </p:spPr>
            <p:style>
              <a:lnRef idx="0">
                <a:scrgbClr r="0" g="0" b="0"/>
              </a:lnRef>
              <a:fillRef idx="0">
                <a:scrgbClr r="0" g="0" b="0"/>
              </a:fillRef>
              <a:effectRef idx="0">
                <a:scrgbClr r="0" g="0" b="0"/>
              </a:effectRef>
              <a:fontRef idx="minor"/>
            </p:style>
          </p:sp>
          <p:sp>
            <p:nvSpPr>
              <p:cNvPr id="1725" name="Line 1511">
                <a:extLst>
                  <a:ext uri="{FF2B5EF4-FFF2-40B4-BE49-F238E27FC236}">
                    <a16:creationId xmlns:a16="http://schemas.microsoft.com/office/drawing/2014/main" id="{14E62C37-5808-4037-82C2-E30CA935B727}"/>
                  </a:ext>
                </a:extLst>
              </p:cNvPr>
              <p:cNvSpPr/>
              <p:nvPr/>
            </p:nvSpPr>
            <p:spPr>
              <a:xfrm flipV="1">
                <a:off x="6374880" y="3307680"/>
                <a:ext cx="61200" cy="9000"/>
              </a:xfrm>
              <a:prstGeom prst="line">
                <a:avLst/>
              </a:prstGeom>
              <a:ln>
                <a:solidFill>
                  <a:srgbClr val="515151"/>
                </a:solidFill>
              </a:ln>
            </p:spPr>
            <p:style>
              <a:lnRef idx="0">
                <a:scrgbClr r="0" g="0" b="0"/>
              </a:lnRef>
              <a:fillRef idx="0">
                <a:scrgbClr r="0" g="0" b="0"/>
              </a:fillRef>
              <a:effectRef idx="0">
                <a:scrgbClr r="0" g="0" b="0"/>
              </a:effectRef>
              <a:fontRef idx="minor"/>
            </p:style>
          </p:sp>
          <p:sp>
            <p:nvSpPr>
              <p:cNvPr id="1726" name="Line 1512">
                <a:extLst>
                  <a:ext uri="{FF2B5EF4-FFF2-40B4-BE49-F238E27FC236}">
                    <a16:creationId xmlns:a16="http://schemas.microsoft.com/office/drawing/2014/main" id="{83058775-9684-452E-9880-FC3769A1161D}"/>
                  </a:ext>
                </a:extLst>
              </p:cNvPr>
              <p:cNvSpPr/>
              <p:nvPr/>
            </p:nvSpPr>
            <p:spPr>
              <a:xfrm flipV="1">
                <a:off x="6436080" y="3290400"/>
                <a:ext cx="60840" cy="17280"/>
              </a:xfrm>
              <a:prstGeom prst="line">
                <a:avLst/>
              </a:prstGeom>
              <a:ln>
                <a:solidFill>
                  <a:srgbClr val="525252"/>
                </a:solidFill>
              </a:ln>
            </p:spPr>
            <p:style>
              <a:lnRef idx="0">
                <a:scrgbClr r="0" g="0" b="0"/>
              </a:lnRef>
              <a:fillRef idx="0">
                <a:scrgbClr r="0" g="0" b="0"/>
              </a:fillRef>
              <a:effectRef idx="0">
                <a:scrgbClr r="0" g="0" b="0"/>
              </a:effectRef>
              <a:fontRef idx="minor"/>
            </p:style>
          </p:sp>
          <p:sp>
            <p:nvSpPr>
              <p:cNvPr id="1727" name="Line 1513">
                <a:extLst>
                  <a:ext uri="{FF2B5EF4-FFF2-40B4-BE49-F238E27FC236}">
                    <a16:creationId xmlns:a16="http://schemas.microsoft.com/office/drawing/2014/main" id="{CBE48ABB-B109-4725-A24D-2DD4F61FCF41}"/>
                  </a:ext>
                </a:extLst>
              </p:cNvPr>
              <p:cNvSpPr/>
              <p:nvPr/>
            </p:nvSpPr>
            <p:spPr>
              <a:xfrm flipV="1">
                <a:off x="6314760" y="3312360"/>
                <a:ext cx="60120" cy="7200"/>
              </a:xfrm>
              <a:prstGeom prst="line">
                <a:avLst/>
              </a:prstGeom>
              <a:ln>
                <a:solidFill>
                  <a:srgbClr val="4F4F4F"/>
                </a:solidFill>
              </a:ln>
            </p:spPr>
            <p:style>
              <a:lnRef idx="0">
                <a:scrgbClr r="0" g="0" b="0"/>
              </a:lnRef>
              <a:fillRef idx="0">
                <a:scrgbClr r="0" g="0" b="0"/>
              </a:fillRef>
              <a:effectRef idx="0">
                <a:scrgbClr r="0" g="0" b="0"/>
              </a:effectRef>
              <a:fontRef idx="minor"/>
            </p:style>
          </p:sp>
          <p:sp>
            <p:nvSpPr>
              <p:cNvPr id="1728" name="Line 1514">
                <a:extLst>
                  <a:ext uri="{FF2B5EF4-FFF2-40B4-BE49-F238E27FC236}">
                    <a16:creationId xmlns:a16="http://schemas.microsoft.com/office/drawing/2014/main" id="{4202FB0E-7D0D-4C28-8194-5776E28E15EE}"/>
                  </a:ext>
                </a:extLst>
              </p:cNvPr>
              <p:cNvSpPr/>
              <p:nvPr/>
            </p:nvSpPr>
            <p:spPr>
              <a:xfrm flipV="1">
                <a:off x="6374880" y="3307680"/>
                <a:ext cx="61200" cy="4680"/>
              </a:xfrm>
              <a:prstGeom prst="line">
                <a:avLst/>
              </a:prstGeom>
              <a:ln>
                <a:solidFill>
                  <a:srgbClr val="4F4F4F"/>
                </a:solidFill>
              </a:ln>
            </p:spPr>
            <p:style>
              <a:lnRef idx="0">
                <a:scrgbClr r="0" g="0" b="0"/>
              </a:lnRef>
              <a:fillRef idx="0">
                <a:scrgbClr r="0" g="0" b="0"/>
              </a:fillRef>
              <a:effectRef idx="0">
                <a:scrgbClr r="0" g="0" b="0"/>
              </a:effectRef>
              <a:fontRef idx="minor"/>
            </p:style>
          </p:sp>
          <p:sp>
            <p:nvSpPr>
              <p:cNvPr id="1729" name="Line 1515">
                <a:extLst>
                  <a:ext uri="{FF2B5EF4-FFF2-40B4-BE49-F238E27FC236}">
                    <a16:creationId xmlns:a16="http://schemas.microsoft.com/office/drawing/2014/main" id="{B39209FD-3037-43DF-AF0D-D2ECCB1A333E}"/>
                  </a:ext>
                </a:extLst>
              </p:cNvPr>
              <p:cNvSpPr/>
              <p:nvPr/>
            </p:nvSpPr>
            <p:spPr>
              <a:xfrm flipV="1">
                <a:off x="6253920" y="3304440"/>
                <a:ext cx="60840" cy="7920"/>
              </a:xfrm>
              <a:prstGeom prst="line">
                <a:avLst/>
              </a:prstGeom>
              <a:ln>
                <a:solidFill>
                  <a:srgbClr val="4E4E4E"/>
                </a:solidFill>
              </a:ln>
            </p:spPr>
            <p:style>
              <a:lnRef idx="0">
                <a:scrgbClr r="0" g="0" b="0"/>
              </a:lnRef>
              <a:fillRef idx="0">
                <a:scrgbClr r="0" g="0" b="0"/>
              </a:fillRef>
              <a:effectRef idx="0">
                <a:scrgbClr r="0" g="0" b="0"/>
              </a:effectRef>
              <a:fontRef idx="minor"/>
            </p:style>
          </p:sp>
          <p:sp>
            <p:nvSpPr>
              <p:cNvPr id="1730" name="Line 1516">
                <a:extLst>
                  <a:ext uri="{FF2B5EF4-FFF2-40B4-BE49-F238E27FC236}">
                    <a16:creationId xmlns:a16="http://schemas.microsoft.com/office/drawing/2014/main" id="{25019850-47B3-43EA-880A-AA5CB3140852}"/>
                  </a:ext>
                </a:extLst>
              </p:cNvPr>
              <p:cNvSpPr/>
              <p:nvPr/>
            </p:nvSpPr>
            <p:spPr>
              <a:xfrm>
                <a:off x="6314760" y="3304440"/>
                <a:ext cx="60120" cy="7920"/>
              </a:xfrm>
              <a:prstGeom prst="line">
                <a:avLst/>
              </a:prstGeom>
              <a:ln>
                <a:solidFill>
                  <a:srgbClr val="4E4E4E"/>
                </a:solidFill>
              </a:ln>
            </p:spPr>
            <p:style>
              <a:lnRef idx="0">
                <a:scrgbClr r="0" g="0" b="0"/>
              </a:lnRef>
              <a:fillRef idx="0">
                <a:scrgbClr r="0" g="0" b="0"/>
              </a:fillRef>
              <a:effectRef idx="0">
                <a:scrgbClr r="0" g="0" b="0"/>
              </a:effectRef>
              <a:fontRef idx="minor"/>
            </p:style>
          </p:sp>
          <p:sp>
            <p:nvSpPr>
              <p:cNvPr id="1731" name="Line 1517">
                <a:extLst>
                  <a:ext uri="{FF2B5EF4-FFF2-40B4-BE49-F238E27FC236}">
                    <a16:creationId xmlns:a16="http://schemas.microsoft.com/office/drawing/2014/main" id="{8C17AA17-F3BC-4067-8F18-9E4E82A2F1B1}"/>
                  </a:ext>
                </a:extLst>
              </p:cNvPr>
              <p:cNvSpPr/>
              <p:nvPr/>
            </p:nvSpPr>
            <p:spPr>
              <a:xfrm flipV="1">
                <a:off x="6192720" y="3282480"/>
                <a:ext cx="61200" cy="9000"/>
              </a:xfrm>
              <a:prstGeom prst="line">
                <a:avLst/>
              </a:prstGeom>
              <a:ln>
                <a:solidFill>
                  <a:srgbClr val="4F4F4F"/>
                </a:solidFill>
              </a:ln>
            </p:spPr>
            <p:style>
              <a:lnRef idx="0">
                <a:scrgbClr r="0" g="0" b="0"/>
              </a:lnRef>
              <a:fillRef idx="0">
                <a:scrgbClr r="0" g="0" b="0"/>
              </a:fillRef>
              <a:effectRef idx="0">
                <a:scrgbClr r="0" g="0" b="0"/>
              </a:effectRef>
              <a:fontRef idx="minor"/>
            </p:style>
          </p:sp>
          <p:sp>
            <p:nvSpPr>
              <p:cNvPr id="1732" name="Line 1518">
                <a:extLst>
                  <a:ext uri="{FF2B5EF4-FFF2-40B4-BE49-F238E27FC236}">
                    <a16:creationId xmlns:a16="http://schemas.microsoft.com/office/drawing/2014/main" id="{104D23BF-B9DF-46F1-8F66-BB2786C518CA}"/>
                  </a:ext>
                </a:extLst>
              </p:cNvPr>
              <p:cNvSpPr/>
              <p:nvPr/>
            </p:nvSpPr>
            <p:spPr>
              <a:xfrm>
                <a:off x="6253920" y="3282480"/>
                <a:ext cx="60840" cy="21960"/>
              </a:xfrm>
              <a:prstGeom prst="line">
                <a:avLst/>
              </a:prstGeom>
              <a:ln>
                <a:solidFill>
                  <a:srgbClr val="4E4E4E"/>
                </a:solidFill>
              </a:ln>
            </p:spPr>
            <p:style>
              <a:lnRef idx="0">
                <a:scrgbClr r="0" g="0" b="0"/>
              </a:lnRef>
              <a:fillRef idx="0">
                <a:scrgbClr r="0" g="0" b="0"/>
              </a:fillRef>
              <a:effectRef idx="0">
                <a:scrgbClr r="0" g="0" b="0"/>
              </a:effectRef>
              <a:fontRef idx="minor"/>
            </p:style>
          </p:sp>
          <p:sp>
            <p:nvSpPr>
              <p:cNvPr id="1733" name="Line 1519">
                <a:extLst>
                  <a:ext uri="{FF2B5EF4-FFF2-40B4-BE49-F238E27FC236}">
                    <a16:creationId xmlns:a16="http://schemas.microsoft.com/office/drawing/2014/main" id="{6848948B-BDCD-4653-8D25-3B90C3AA6FFC}"/>
                  </a:ext>
                </a:extLst>
              </p:cNvPr>
              <p:cNvSpPr/>
              <p:nvPr/>
            </p:nvSpPr>
            <p:spPr>
              <a:xfrm flipV="1">
                <a:off x="6133680" y="3251520"/>
                <a:ext cx="59040" cy="6840"/>
              </a:xfrm>
              <a:prstGeom prst="line">
                <a:avLst/>
              </a:prstGeom>
              <a:ln>
                <a:solidFill>
                  <a:srgbClr val="515151"/>
                </a:solidFill>
              </a:ln>
            </p:spPr>
            <p:style>
              <a:lnRef idx="0">
                <a:scrgbClr r="0" g="0" b="0"/>
              </a:lnRef>
              <a:fillRef idx="0">
                <a:scrgbClr r="0" g="0" b="0"/>
              </a:fillRef>
              <a:effectRef idx="0">
                <a:scrgbClr r="0" g="0" b="0"/>
              </a:effectRef>
              <a:fontRef idx="minor"/>
            </p:style>
          </p:sp>
          <p:sp>
            <p:nvSpPr>
              <p:cNvPr id="1734" name="Line 1520">
                <a:extLst>
                  <a:ext uri="{FF2B5EF4-FFF2-40B4-BE49-F238E27FC236}">
                    <a16:creationId xmlns:a16="http://schemas.microsoft.com/office/drawing/2014/main" id="{52A93C52-AC81-4DF7-B7CA-DC12D3D85A43}"/>
                  </a:ext>
                </a:extLst>
              </p:cNvPr>
              <p:cNvSpPr/>
              <p:nvPr/>
            </p:nvSpPr>
            <p:spPr>
              <a:xfrm>
                <a:off x="6192720" y="3251520"/>
                <a:ext cx="61200" cy="30960"/>
              </a:xfrm>
              <a:prstGeom prst="line">
                <a:avLst/>
              </a:prstGeom>
              <a:ln>
                <a:solidFill>
                  <a:srgbClr val="4F4F4F"/>
                </a:solidFill>
              </a:ln>
            </p:spPr>
            <p:style>
              <a:lnRef idx="0">
                <a:scrgbClr r="0" g="0" b="0"/>
              </a:lnRef>
              <a:fillRef idx="0">
                <a:scrgbClr r="0" g="0" b="0"/>
              </a:fillRef>
              <a:effectRef idx="0">
                <a:scrgbClr r="0" g="0" b="0"/>
              </a:effectRef>
              <a:fontRef idx="minor"/>
            </p:style>
          </p:sp>
          <p:sp>
            <p:nvSpPr>
              <p:cNvPr id="1735" name="Line 1521">
                <a:extLst>
                  <a:ext uri="{FF2B5EF4-FFF2-40B4-BE49-F238E27FC236}">
                    <a16:creationId xmlns:a16="http://schemas.microsoft.com/office/drawing/2014/main" id="{BD606BD1-EAC8-4A3A-BEAB-F968AEB91280}"/>
                  </a:ext>
                </a:extLst>
              </p:cNvPr>
              <p:cNvSpPr/>
              <p:nvPr/>
            </p:nvSpPr>
            <p:spPr>
              <a:xfrm flipV="1">
                <a:off x="6073560" y="3205440"/>
                <a:ext cx="58320" cy="6840"/>
              </a:xfrm>
              <a:prstGeom prst="line">
                <a:avLst/>
              </a:prstGeom>
              <a:ln>
                <a:solidFill>
                  <a:srgbClr val="545454"/>
                </a:solidFill>
              </a:ln>
            </p:spPr>
            <p:style>
              <a:lnRef idx="0">
                <a:scrgbClr r="0" g="0" b="0"/>
              </a:lnRef>
              <a:fillRef idx="0">
                <a:scrgbClr r="0" g="0" b="0"/>
              </a:fillRef>
              <a:effectRef idx="0">
                <a:scrgbClr r="0" g="0" b="0"/>
              </a:effectRef>
              <a:fontRef idx="minor"/>
            </p:style>
          </p:sp>
          <p:sp>
            <p:nvSpPr>
              <p:cNvPr id="1736" name="Line 1522">
                <a:extLst>
                  <a:ext uri="{FF2B5EF4-FFF2-40B4-BE49-F238E27FC236}">
                    <a16:creationId xmlns:a16="http://schemas.microsoft.com/office/drawing/2014/main" id="{BDE7FE9C-F128-47C8-8B01-9AD89AC43BBB}"/>
                  </a:ext>
                </a:extLst>
              </p:cNvPr>
              <p:cNvSpPr/>
              <p:nvPr/>
            </p:nvSpPr>
            <p:spPr>
              <a:xfrm>
                <a:off x="6131880" y="3205440"/>
                <a:ext cx="60840" cy="46080"/>
              </a:xfrm>
              <a:prstGeom prst="line">
                <a:avLst/>
              </a:prstGeom>
              <a:ln>
                <a:solidFill>
                  <a:srgbClr val="525252"/>
                </a:solidFill>
              </a:ln>
            </p:spPr>
            <p:style>
              <a:lnRef idx="0">
                <a:scrgbClr r="0" g="0" b="0"/>
              </a:lnRef>
              <a:fillRef idx="0">
                <a:scrgbClr r="0" g="0" b="0"/>
              </a:fillRef>
              <a:effectRef idx="0">
                <a:scrgbClr r="0" g="0" b="0"/>
              </a:effectRef>
              <a:fontRef idx="minor"/>
            </p:style>
          </p:sp>
          <p:sp>
            <p:nvSpPr>
              <p:cNvPr id="1737" name="Line 1523">
                <a:extLst>
                  <a:ext uri="{FF2B5EF4-FFF2-40B4-BE49-F238E27FC236}">
                    <a16:creationId xmlns:a16="http://schemas.microsoft.com/office/drawing/2014/main" id="{D2990315-D019-4A46-A238-652290A4172D}"/>
                  </a:ext>
                </a:extLst>
              </p:cNvPr>
              <p:cNvSpPr/>
              <p:nvPr/>
            </p:nvSpPr>
            <p:spPr>
              <a:xfrm flipV="1">
                <a:off x="6012720" y="3146400"/>
                <a:ext cx="60840" cy="7920"/>
              </a:xfrm>
              <a:prstGeom prst="line">
                <a:avLst/>
              </a:prstGeom>
              <a:ln>
                <a:solidFill>
                  <a:srgbClr val="585858"/>
                </a:solidFill>
              </a:ln>
            </p:spPr>
            <p:style>
              <a:lnRef idx="0">
                <a:scrgbClr r="0" g="0" b="0"/>
              </a:lnRef>
              <a:fillRef idx="0">
                <a:scrgbClr r="0" g="0" b="0"/>
              </a:fillRef>
              <a:effectRef idx="0">
                <a:scrgbClr r="0" g="0" b="0"/>
              </a:effectRef>
              <a:fontRef idx="minor"/>
            </p:style>
          </p:sp>
          <p:sp>
            <p:nvSpPr>
              <p:cNvPr id="1738" name="Line 1524">
                <a:extLst>
                  <a:ext uri="{FF2B5EF4-FFF2-40B4-BE49-F238E27FC236}">
                    <a16:creationId xmlns:a16="http://schemas.microsoft.com/office/drawing/2014/main" id="{8B518481-9859-48C5-9F01-6A1E70425372}"/>
                  </a:ext>
                </a:extLst>
              </p:cNvPr>
              <p:cNvSpPr/>
              <p:nvPr/>
            </p:nvSpPr>
            <p:spPr>
              <a:xfrm>
                <a:off x="6073560" y="3146400"/>
                <a:ext cx="58320" cy="59040"/>
              </a:xfrm>
              <a:prstGeom prst="line">
                <a:avLst/>
              </a:prstGeom>
              <a:ln>
                <a:solidFill>
                  <a:srgbClr val="555555"/>
                </a:solidFill>
              </a:ln>
            </p:spPr>
            <p:style>
              <a:lnRef idx="0">
                <a:scrgbClr r="0" g="0" b="0"/>
              </a:lnRef>
              <a:fillRef idx="0">
                <a:scrgbClr r="0" g="0" b="0"/>
              </a:fillRef>
              <a:effectRef idx="0">
                <a:scrgbClr r="0" g="0" b="0"/>
              </a:effectRef>
              <a:fontRef idx="minor"/>
            </p:style>
          </p:sp>
          <p:sp>
            <p:nvSpPr>
              <p:cNvPr id="1739" name="Line 1525">
                <a:extLst>
                  <a:ext uri="{FF2B5EF4-FFF2-40B4-BE49-F238E27FC236}">
                    <a16:creationId xmlns:a16="http://schemas.microsoft.com/office/drawing/2014/main" id="{BCC1B129-7E6D-48C2-921F-262F29736058}"/>
                  </a:ext>
                </a:extLst>
              </p:cNvPr>
              <p:cNvSpPr/>
              <p:nvPr/>
            </p:nvSpPr>
            <p:spPr>
              <a:xfrm flipV="1">
                <a:off x="5951520" y="3076200"/>
                <a:ext cx="61200" cy="7200"/>
              </a:xfrm>
              <a:prstGeom prst="line">
                <a:avLst/>
              </a:prstGeom>
              <a:ln>
                <a:solidFill>
                  <a:srgbClr val="5D5D5D"/>
                </a:solidFill>
              </a:ln>
            </p:spPr>
            <p:style>
              <a:lnRef idx="0">
                <a:scrgbClr r="0" g="0" b="0"/>
              </a:lnRef>
              <a:fillRef idx="0">
                <a:scrgbClr r="0" g="0" b="0"/>
              </a:fillRef>
              <a:effectRef idx="0">
                <a:scrgbClr r="0" g="0" b="0"/>
              </a:effectRef>
              <a:fontRef idx="minor"/>
            </p:style>
          </p:sp>
          <p:sp>
            <p:nvSpPr>
              <p:cNvPr id="1740" name="Line 1526">
                <a:extLst>
                  <a:ext uri="{FF2B5EF4-FFF2-40B4-BE49-F238E27FC236}">
                    <a16:creationId xmlns:a16="http://schemas.microsoft.com/office/drawing/2014/main" id="{F076E679-C7B2-49E4-B49C-8A1F174B9F26}"/>
                  </a:ext>
                </a:extLst>
              </p:cNvPr>
              <p:cNvSpPr/>
              <p:nvPr/>
            </p:nvSpPr>
            <p:spPr>
              <a:xfrm>
                <a:off x="6012720" y="3076200"/>
                <a:ext cx="60840" cy="70200"/>
              </a:xfrm>
              <a:prstGeom prst="line">
                <a:avLst/>
              </a:prstGeom>
              <a:ln>
                <a:solidFill>
                  <a:srgbClr val="5A5A5A"/>
                </a:solidFill>
              </a:ln>
            </p:spPr>
            <p:style>
              <a:lnRef idx="0">
                <a:scrgbClr r="0" g="0" b="0"/>
              </a:lnRef>
              <a:fillRef idx="0">
                <a:scrgbClr r="0" g="0" b="0"/>
              </a:fillRef>
              <a:effectRef idx="0">
                <a:scrgbClr r="0" g="0" b="0"/>
              </a:effectRef>
              <a:fontRef idx="minor"/>
            </p:style>
          </p:sp>
          <p:sp>
            <p:nvSpPr>
              <p:cNvPr id="1741" name="Line 1527">
                <a:extLst>
                  <a:ext uri="{FF2B5EF4-FFF2-40B4-BE49-F238E27FC236}">
                    <a16:creationId xmlns:a16="http://schemas.microsoft.com/office/drawing/2014/main" id="{A9601FB6-5B6C-4C7A-B19E-51FD2BDCB67C}"/>
                  </a:ext>
                </a:extLst>
              </p:cNvPr>
              <p:cNvSpPr/>
              <p:nvPr/>
            </p:nvSpPr>
            <p:spPr>
              <a:xfrm flipV="1">
                <a:off x="5891760" y="2993040"/>
                <a:ext cx="59760" cy="8280"/>
              </a:xfrm>
              <a:prstGeom prst="line">
                <a:avLst/>
              </a:prstGeom>
              <a:ln>
                <a:solidFill>
                  <a:srgbClr val="646464"/>
                </a:solidFill>
              </a:ln>
            </p:spPr>
            <p:style>
              <a:lnRef idx="0">
                <a:scrgbClr r="0" g="0" b="0"/>
              </a:lnRef>
              <a:fillRef idx="0">
                <a:scrgbClr r="0" g="0" b="0"/>
              </a:fillRef>
              <a:effectRef idx="0">
                <a:scrgbClr r="0" g="0" b="0"/>
              </a:effectRef>
              <a:fontRef idx="minor"/>
            </p:style>
          </p:sp>
          <p:sp>
            <p:nvSpPr>
              <p:cNvPr id="1742" name="Line 1528">
                <a:extLst>
                  <a:ext uri="{FF2B5EF4-FFF2-40B4-BE49-F238E27FC236}">
                    <a16:creationId xmlns:a16="http://schemas.microsoft.com/office/drawing/2014/main" id="{6BC28234-2956-4E42-B509-76F381390C18}"/>
                  </a:ext>
                </a:extLst>
              </p:cNvPr>
              <p:cNvSpPr/>
              <p:nvPr/>
            </p:nvSpPr>
            <p:spPr>
              <a:xfrm>
                <a:off x="5951520" y="2993040"/>
                <a:ext cx="61200" cy="83160"/>
              </a:xfrm>
              <a:prstGeom prst="line">
                <a:avLst/>
              </a:prstGeom>
              <a:ln>
                <a:solidFill>
                  <a:srgbClr val="606060"/>
                </a:solidFill>
              </a:ln>
            </p:spPr>
            <p:style>
              <a:lnRef idx="0">
                <a:scrgbClr r="0" g="0" b="0"/>
              </a:lnRef>
              <a:fillRef idx="0">
                <a:scrgbClr r="0" g="0" b="0"/>
              </a:fillRef>
              <a:effectRef idx="0">
                <a:scrgbClr r="0" g="0" b="0"/>
              </a:effectRef>
              <a:fontRef idx="minor"/>
            </p:style>
          </p:sp>
        </p:grpSp>
        <p:grpSp>
          <p:nvGrpSpPr>
            <p:cNvPr id="930" name="Group 1529">
              <a:extLst>
                <a:ext uri="{FF2B5EF4-FFF2-40B4-BE49-F238E27FC236}">
                  <a16:creationId xmlns:a16="http://schemas.microsoft.com/office/drawing/2014/main" id="{45B8B241-387B-459B-8656-AE5432D61F95}"/>
                </a:ext>
              </a:extLst>
            </p:cNvPr>
            <p:cNvGrpSpPr/>
            <p:nvPr/>
          </p:nvGrpSpPr>
          <p:grpSpPr>
            <a:xfrm>
              <a:off x="5528160" y="2130480"/>
              <a:ext cx="1752480" cy="1181880"/>
              <a:chOff x="5528160" y="2130480"/>
              <a:chExt cx="1752480" cy="1181880"/>
            </a:xfrm>
          </p:grpSpPr>
          <p:sp>
            <p:nvSpPr>
              <p:cNvPr id="1343" name="Line 1530">
                <a:extLst>
                  <a:ext uri="{FF2B5EF4-FFF2-40B4-BE49-F238E27FC236}">
                    <a16:creationId xmlns:a16="http://schemas.microsoft.com/office/drawing/2014/main" id="{E6605CE3-CFB3-4239-B659-D152313A8B98}"/>
                  </a:ext>
                </a:extLst>
              </p:cNvPr>
              <p:cNvSpPr/>
              <p:nvPr/>
            </p:nvSpPr>
            <p:spPr>
              <a:xfrm flipV="1">
                <a:off x="5830560" y="2896200"/>
                <a:ext cx="61200" cy="9000"/>
              </a:xfrm>
              <a:prstGeom prst="line">
                <a:avLst/>
              </a:prstGeom>
              <a:ln>
                <a:solidFill>
                  <a:srgbClr val="6C6C6C"/>
                </a:solidFill>
              </a:ln>
            </p:spPr>
            <p:style>
              <a:lnRef idx="0">
                <a:scrgbClr r="0" g="0" b="0"/>
              </a:lnRef>
              <a:fillRef idx="0">
                <a:scrgbClr r="0" g="0" b="0"/>
              </a:fillRef>
              <a:effectRef idx="0">
                <a:scrgbClr r="0" g="0" b="0"/>
              </a:effectRef>
              <a:fontRef idx="minor"/>
            </p:style>
          </p:sp>
          <p:sp>
            <p:nvSpPr>
              <p:cNvPr id="1344" name="Line 1531">
                <a:extLst>
                  <a:ext uri="{FF2B5EF4-FFF2-40B4-BE49-F238E27FC236}">
                    <a16:creationId xmlns:a16="http://schemas.microsoft.com/office/drawing/2014/main" id="{D12E9383-C933-4D92-AF75-67521162D99B}"/>
                  </a:ext>
                </a:extLst>
              </p:cNvPr>
              <p:cNvSpPr/>
              <p:nvPr/>
            </p:nvSpPr>
            <p:spPr>
              <a:xfrm>
                <a:off x="5891760" y="2896200"/>
                <a:ext cx="59760" cy="96840"/>
              </a:xfrm>
              <a:prstGeom prst="line">
                <a:avLst/>
              </a:prstGeom>
              <a:ln>
                <a:solidFill>
                  <a:srgbClr val="676767"/>
                </a:solidFill>
              </a:ln>
            </p:spPr>
            <p:style>
              <a:lnRef idx="0">
                <a:scrgbClr r="0" g="0" b="0"/>
              </a:lnRef>
              <a:fillRef idx="0">
                <a:scrgbClr r="0" g="0" b="0"/>
              </a:fillRef>
              <a:effectRef idx="0">
                <a:scrgbClr r="0" g="0" b="0"/>
              </a:effectRef>
              <a:fontRef idx="minor"/>
            </p:style>
          </p:sp>
          <p:sp>
            <p:nvSpPr>
              <p:cNvPr id="1345" name="Line 1532">
                <a:extLst>
                  <a:ext uri="{FF2B5EF4-FFF2-40B4-BE49-F238E27FC236}">
                    <a16:creationId xmlns:a16="http://schemas.microsoft.com/office/drawing/2014/main" id="{8D8BA1C1-798E-4362-A85F-16365361F216}"/>
                  </a:ext>
                </a:extLst>
              </p:cNvPr>
              <p:cNvSpPr/>
              <p:nvPr/>
            </p:nvSpPr>
            <p:spPr>
              <a:xfrm flipV="1">
                <a:off x="5771520" y="2788920"/>
                <a:ext cx="59040" cy="7200"/>
              </a:xfrm>
              <a:prstGeom prst="line">
                <a:avLst/>
              </a:prstGeom>
              <a:ln>
                <a:solidFill>
                  <a:srgbClr val="757575"/>
                </a:solidFill>
              </a:ln>
            </p:spPr>
            <p:style>
              <a:lnRef idx="0">
                <a:scrgbClr r="0" g="0" b="0"/>
              </a:lnRef>
              <a:fillRef idx="0">
                <a:scrgbClr r="0" g="0" b="0"/>
              </a:fillRef>
              <a:effectRef idx="0">
                <a:scrgbClr r="0" g="0" b="0"/>
              </a:effectRef>
              <a:fontRef idx="minor"/>
            </p:style>
          </p:sp>
          <p:sp>
            <p:nvSpPr>
              <p:cNvPr id="1346" name="Line 1533">
                <a:extLst>
                  <a:ext uri="{FF2B5EF4-FFF2-40B4-BE49-F238E27FC236}">
                    <a16:creationId xmlns:a16="http://schemas.microsoft.com/office/drawing/2014/main" id="{BA71813D-83BC-4376-8C56-3A012569245A}"/>
                  </a:ext>
                </a:extLst>
              </p:cNvPr>
              <p:cNvSpPr/>
              <p:nvPr/>
            </p:nvSpPr>
            <p:spPr>
              <a:xfrm>
                <a:off x="5830560" y="2788920"/>
                <a:ext cx="61200" cy="107280"/>
              </a:xfrm>
              <a:prstGeom prst="line">
                <a:avLst/>
              </a:prstGeom>
              <a:ln>
                <a:solidFill>
                  <a:srgbClr val="707070"/>
                </a:solidFill>
              </a:ln>
            </p:spPr>
            <p:style>
              <a:lnRef idx="0">
                <a:scrgbClr r="0" g="0" b="0"/>
              </a:lnRef>
              <a:fillRef idx="0">
                <a:scrgbClr r="0" g="0" b="0"/>
              </a:fillRef>
              <a:effectRef idx="0">
                <a:scrgbClr r="0" g="0" b="0"/>
              </a:effectRef>
              <a:fontRef idx="minor"/>
            </p:style>
          </p:sp>
          <p:sp>
            <p:nvSpPr>
              <p:cNvPr id="1347" name="Line 1534">
                <a:extLst>
                  <a:ext uri="{FF2B5EF4-FFF2-40B4-BE49-F238E27FC236}">
                    <a16:creationId xmlns:a16="http://schemas.microsoft.com/office/drawing/2014/main" id="{1A0C145C-22F8-4093-A294-60A60B6E1A0D}"/>
                  </a:ext>
                </a:extLst>
              </p:cNvPr>
              <p:cNvSpPr/>
              <p:nvPr/>
            </p:nvSpPr>
            <p:spPr>
              <a:xfrm flipV="1">
                <a:off x="5710320" y="2667960"/>
                <a:ext cx="59040" cy="6840"/>
              </a:xfrm>
              <a:prstGeom prst="line">
                <a:avLst/>
              </a:prstGeom>
              <a:ln>
                <a:solidFill>
                  <a:srgbClr val="7F7F7F"/>
                </a:solidFill>
              </a:ln>
            </p:spPr>
            <p:style>
              <a:lnRef idx="0">
                <a:scrgbClr r="0" g="0" b="0"/>
              </a:lnRef>
              <a:fillRef idx="0">
                <a:scrgbClr r="0" g="0" b="0"/>
              </a:fillRef>
              <a:effectRef idx="0">
                <a:scrgbClr r="0" g="0" b="0"/>
              </a:effectRef>
              <a:fontRef idx="minor"/>
            </p:style>
          </p:sp>
          <p:sp>
            <p:nvSpPr>
              <p:cNvPr id="1348" name="Line 1535">
                <a:extLst>
                  <a:ext uri="{FF2B5EF4-FFF2-40B4-BE49-F238E27FC236}">
                    <a16:creationId xmlns:a16="http://schemas.microsoft.com/office/drawing/2014/main" id="{036D3C58-3D02-4B59-8EB2-6395A84A1054}"/>
                  </a:ext>
                </a:extLst>
              </p:cNvPr>
              <p:cNvSpPr/>
              <p:nvPr/>
            </p:nvSpPr>
            <p:spPr>
              <a:xfrm>
                <a:off x="5769360" y="2667960"/>
                <a:ext cx="61200" cy="120960"/>
              </a:xfrm>
              <a:prstGeom prst="line">
                <a:avLst/>
              </a:prstGeom>
              <a:ln>
                <a:solidFill>
                  <a:srgbClr val="7A7A7A"/>
                </a:solidFill>
              </a:ln>
            </p:spPr>
            <p:style>
              <a:lnRef idx="0">
                <a:scrgbClr r="0" g="0" b="0"/>
              </a:lnRef>
              <a:fillRef idx="0">
                <a:scrgbClr r="0" g="0" b="0"/>
              </a:fillRef>
              <a:effectRef idx="0">
                <a:scrgbClr r="0" g="0" b="0"/>
              </a:effectRef>
              <a:fontRef idx="minor"/>
            </p:style>
          </p:sp>
          <p:sp>
            <p:nvSpPr>
              <p:cNvPr id="1349" name="Line 1536">
                <a:extLst>
                  <a:ext uri="{FF2B5EF4-FFF2-40B4-BE49-F238E27FC236}">
                    <a16:creationId xmlns:a16="http://schemas.microsoft.com/office/drawing/2014/main" id="{197737B4-A14C-4917-A5B5-04E5295A224B}"/>
                  </a:ext>
                </a:extLst>
              </p:cNvPr>
              <p:cNvSpPr/>
              <p:nvPr/>
            </p:nvSpPr>
            <p:spPr>
              <a:xfrm flipV="1">
                <a:off x="5650560" y="2533680"/>
                <a:ext cx="59760" cy="9000"/>
              </a:xfrm>
              <a:prstGeom prst="line">
                <a:avLst/>
              </a:prstGeom>
              <a:ln>
                <a:solidFill>
                  <a:srgbClr val="8A8A8A"/>
                </a:solidFill>
              </a:ln>
            </p:spPr>
            <p:style>
              <a:lnRef idx="0">
                <a:scrgbClr r="0" g="0" b="0"/>
              </a:lnRef>
              <a:fillRef idx="0">
                <a:scrgbClr r="0" g="0" b="0"/>
              </a:fillRef>
              <a:effectRef idx="0">
                <a:scrgbClr r="0" g="0" b="0"/>
              </a:effectRef>
              <a:fontRef idx="minor"/>
            </p:style>
          </p:sp>
          <p:sp>
            <p:nvSpPr>
              <p:cNvPr id="1350" name="Line 1537">
                <a:extLst>
                  <a:ext uri="{FF2B5EF4-FFF2-40B4-BE49-F238E27FC236}">
                    <a16:creationId xmlns:a16="http://schemas.microsoft.com/office/drawing/2014/main" id="{4B38E86D-6895-445A-AF6A-934F729CB1A8}"/>
                  </a:ext>
                </a:extLst>
              </p:cNvPr>
              <p:cNvSpPr/>
              <p:nvPr/>
            </p:nvSpPr>
            <p:spPr>
              <a:xfrm>
                <a:off x="5710320" y="2533680"/>
                <a:ext cx="59040" cy="134280"/>
              </a:xfrm>
              <a:prstGeom prst="line">
                <a:avLst/>
              </a:prstGeom>
              <a:ln>
                <a:solidFill>
                  <a:srgbClr val="848484"/>
                </a:solidFill>
              </a:ln>
            </p:spPr>
            <p:style>
              <a:lnRef idx="0">
                <a:scrgbClr r="0" g="0" b="0"/>
              </a:lnRef>
              <a:fillRef idx="0">
                <a:scrgbClr r="0" g="0" b="0"/>
              </a:fillRef>
              <a:effectRef idx="0">
                <a:scrgbClr r="0" g="0" b="0"/>
              </a:effectRef>
              <a:fontRef idx="minor"/>
            </p:style>
          </p:sp>
          <p:sp>
            <p:nvSpPr>
              <p:cNvPr id="1351" name="Line 1538">
                <a:extLst>
                  <a:ext uri="{FF2B5EF4-FFF2-40B4-BE49-F238E27FC236}">
                    <a16:creationId xmlns:a16="http://schemas.microsoft.com/office/drawing/2014/main" id="{9DFB1D1A-AEB3-4C03-8C9E-DF222467F6AA}"/>
                  </a:ext>
                </a:extLst>
              </p:cNvPr>
              <p:cNvSpPr/>
              <p:nvPr/>
            </p:nvSpPr>
            <p:spPr>
              <a:xfrm flipV="1">
                <a:off x="5589360" y="2387520"/>
                <a:ext cx="61200" cy="8280"/>
              </a:xfrm>
              <a:prstGeom prst="line">
                <a:avLst/>
              </a:prstGeom>
              <a:ln>
                <a:solidFill>
                  <a:srgbClr val="979797"/>
                </a:solidFill>
              </a:ln>
            </p:spPr>
            <p:style>
              <a:lnRef idx="0">
                <a:scrgbClr r="0" g="0" b="0"/>
              </a:lnRef>
              <a:fillRef idx="0">
                <a:scrgbClr r="0" g="0" b="0"/>
              </a:fillRef>
              <a:effectRef idx="0">
                <a:scrgbClr r="0" g="0" b="0"/>
              </a:effectRef>
              <a:fontRef idx="minor"/>
            </p:style>
          </p:sp>
          <p:sp>
            <p:nvSpPr>
              <p:cNvPr id="1352" name="Line 1539">
                <a:extLst>
                  <a:ext uri="{FF2B5EF4-FFF2-40B4-BE49-F238E27FC236}">
                    <a16:creationId xmlns:a16="http://schemas.microsoft.com/office/drawing/2014/main" id="{21FD462C-6B8C-4D85-A892-AF395695E97A}"/>
                  </a:ext>
                </a:extLst>
              </p:cNvPr>
              <p:cNvSpPr/>
              <p:nvPr/>
            </p:nvSpPr>
            <p:spPr>
              <a:xfrm>
                <a:off x="5650560" y="2387520"/>
                <a:ext cx="59760" cy="146160"/>
              </a:xfrm>
              <a:prstGeom prst="line">
                <a:avLst/>
              </a:prstGeom>
              <a:ln>
                <a:solidFill>
                  <a:srgbClr val="909090"/>
                </a:solidFill>
              </a:ln>
            </p:spPr>
            <p:style>
              <a:lnRef idx="0">
                <a:scrgbClr r="0" g="0" b="0"/>
              </a:lnRef>
              <a:fillRef idx="0">
                <a:scrgbClr r="0" g="0" b="0"/>
              </a:fillRef>
              <a:effectRef idx="0">
                <a:scrgbClr r="0" g="0" b="0"/>
              </a:effectRef>
              <a:fontRef idx="minor"/>
            </p:style>
          </p:sp>
          <p:sp>
            <p:nvSpPr>
              <p:cNvPr id="1353" name="Line 1540">
                <a:extLst>
                  <a:ext uri="{FF2B5EF4-FFF2-40B4-BE49-F238E27FC236}">
                    <a16:creationId xmlns:a16="http://schemas.microsoft.com/office/drawing/2014/main" id="{51858225-FC66-49DF-BDD1-F422EEF810F0}"/>
                  </a:ext>
                </a:extLst>
              </p:cNvPr>
              <p:cNvSpPr/>
              <p:nvPr/>
            </p:nvSpPr>
            <p:spPr>
              <a:xfrm flipV="1">
                <a:off x="5528160" y="2229480"/>
                <a:ext cx="61200" cy="7920"/>
              </a:xfrm>
              <a:prstGeom prst="line">
                <a:avLst/>
              </a:prstGeom>
              <a:ln>
                <a:solidFill>
                  <a:srgbClr val="A5A5A5"/>
                </a:solidFill>
              </a:ln>
            </p:spPr>
            <p:style>
              <a:lnRef idx="0">
                <a:scrgbClr r="0" g="0" b="0"/>
              </a:lnRef>
              <a:fillRef idx="0">
                <a:scrgbClr r="0" g="0" b="0"/>
              </a:fillRef>
              <a:effectRef idx="0">
                <a:scrgbClr r="0" g="0" b="0"/>
              </a:effectRef>
              <a:fontRef idx="minor"/>
            </p:style>
          </p:sp>
          <p:sp>
            <p:nvSpPr>
              <p:cNvPr id="1354" name="Line 1541">
                <a:extLst>
                  <a:ext uri="{FF2B5EF4-FFF2-40B4-BE49-F238E27FC236}">
                    <a16:creationId xmlns:a16="http://schemas.microsoft.com/office/drawing/2014/main" id="{CF623CA8-23CC-40C6-9570-9360EDC6E917}"/>
                  </a:ext>
                </a:extLst>
              </p:cNvPr>
              <p:cNvSpPr/>
              <p:nvPr/>
            </p:nvSpPr>
            <p:spPr>
              <a:xfrm>
                <a:off x="5589360" y="2229480"/>
                <a:ext cx="61200" cy="158040"/>
              </a:xfrm>
              <a:prstGeom prst="line">
                <a:avLst/>
              </a:prstGeom>
              <a:ln>
                <a:solidFill>
                  <a:srgbClr val="9E9E9E"/>
                </a:solidFill>
              </a:ln>
            </p:spPr>
            <p:style>
              <a:lnRef idx="0">
                <a:scrgbClr r="0" g="0" b="0"/>
              </a:lnRef>
              <a:fillRef idx="0">
                <a:scrgbClr r="0" g="0" b="0"/>
              </a:fillRef>
              <a:effectRef idx="0">
                <a:scrgbClr r="0" g="0" b="0"/>
              </a:effectRef>
              <a:fontRef idx="minor"/>
            </p:style>
          </p:sp>
          <p:sp>
            <p:nvSpPr>
              <p:cNvPr id="1355" name="Line 1542">
                <a:extLst>
                  <a:ext uri="{FF2B5EF4-FFF2-40B4-BE49-F238E27FC236}">
                    <a16:creationId xmlns:a16="http://schemas.microsoft.com/office/drawing/2014/main" id="{79C7108F-9DDF-4434-99DC-CE441294AE39}"/>
                  </a:ext>
                </a:extLst>
              </p:cNvPr>
              <p:cNvSpPr/>
              <p:nvPr/>
            </p:nvSpPr>
            <p:spPr>
              <a:xfrm flipV="1">
                <a:off x="6978240" y="2682000"/>
                <a:ext cx="61200" cy="19800"/>
              </a:xfrm>
              <a:prstGeom prst="line">
                <a:avLst/>
              </a:prstGeom>
              <a:ln>
                <a:solidFill>
                  <a:srgbClr val="979797"/>
                </a:solidFill>
              </a:ln>
            </p:spPr>
            <p:style>
              <a:lnRef idx="0">
                <a:scrgbClr r="0" g="0" b="0"/>
              </a:lnRef>
              <a:fillRef idx="0">
                <a:scrgbClr r="0" g="0" b="0"/>
              </a:fillRef>
              <a:effectRef idx="0">
                <a:scrgbClr r="0" g="0" b="0"/>
              </a:effectRef>
              <a:fontRef idx="minor"/>
            </p:style>
          </p:sp>
          <p:sp>
            <p:nvSpPr>
              <p:cNvPr id="1356" name="Line 1543">
                <a:extLst>
                  <a:ext uri="{FF2B5EF4-FFF2-40B4-BE49-F238E27FC236}">
                    <a16:creationId xmlns:a16="http://schemas.microsoft.com/office/drawing/2014/main" id="{17CE437D-44A7-45C6-9107-40EEE57FE692}"/>
                  </a:ext>
                </a:extLst>
              </p:cNvPr>
              <p:cNvSpPr/>
              <p:nvPr/>
            </p:nvSpPr>
            <p:spPr>
              <a:xfrm flipH="1">
                <a:off x="7039440" y="2551680"/>
                <a:ext cx="60840" cy="21240"/>
              </a:xfrm>
              <a:prstGeom prst="line">
                <a:avLst/>
              </a:prstGeom>
              <a:ln>
                <a:solidFill>
                  <a:srgbClr val="A5A5A5"/>
                </a:solidFill>
              </a:ln>
            </p:spPr>
            <p:style>
              <a:lnRef idx="0">
                <a:scrgbClr r="0" g="0" b="0"/>
              </a:lnRef>
              <a:fillRef idx="0">
                <a:scrgbClr r="0" g="0" b="0"/>
              </a:fillRef>
              <a:effectRef idx="0">
                <a:scrgbClr r="0" g="0" b="0"/>
              </a:effectRef>
              <a:fontRef idx="minor"/>
            </p:style>
          </p:sp>
          <p:sp>
            <p:nvSpPr>
              <p:cNvPr id="1357" name="Line 1544">
                <a:extLst>
                  <a:ext uri="{FF2B5EF4-FFF2-40B4-BE49-F238E27FC236}">
                    <a16:creationId xmlns:a16="http://schemas.microsoft.com/office/drawing/2014/main" id="{5D09302B-53F7-41FE-AA24-398F5BF14DB4}"/>
                  </a:ext>
                </a:extLst>
              </p:cNvPr>
              <p:cNvSpPr/>
              <p:nvPr/>
            </p:nvSpPr>
            <p:spPr>
              <a:xfrm flipV="1">
                <a:off x="7039440" y="2551680"/>
                <a:ext cx="60840" cy="130320"/>
              </a:xfrm>
              <a:prstGeom prst="line">
                <a:avLst/>
              </a:prstGeom>
              <a:ln>
                <a:solidFill>
                  <a:srgbClr val="9E9E9E"/>
                </a:solidFill>
              </a:ln>
            </p:spPr>
            <p:style>
              <a:lnRef idx="0">
                <a:scrgbClr r="0" g="0" b="0"/>
              </a:lnRef>
              <a:fillRef idx="0">
                <a:scrgbClr r="0" g="0" b="0"/>
              </a:fillRef>
              <a:effectRef idx="0">
                <a:scrgbClr r="0" g="0" b="0"/>
              </a:effectRef>
              <a:fontRef idx="minor"/>
            </p:style>
          </p:sp>
          <p:sp>
            <p:nvSpPr>
              <p:cNvPr id="1358" name="Line 1545">
                <a:extLst>
                  <a:ext uri="{FF2B5EF4-FFF2-40B4-BE49-F238E27FC236}">
                    <a16:creationId xmlns:a16="http://schemas.microsoft.com/office/drawing/2014/main" id="{8ECA4F86-FC39-4C52-8034-11D272330567}"/>
                  </a:ext>
                </a:extLst>
              </p:cNvPr>
              <p:cNvSpPr/>
              <p:nvPr/>
            </p:nvSpPr>
            <p:spPr>
              <a:xfrm flipV="1">
                <a:off x="6918480" y="2799000"/>
                <a:ext cx="59760" cy="20160"/>
              </a:xfrm>
              <a:prstGeom prst="line">
                <a:avLst/>
              </a:prstGeom>
              <a:ln>
                <a:solidFill>
                  <a:srgbClr val="8A8A8A"/>
                </a:solidFill>
              </a:ln>
            </p:spPr>
            <p:style>
              <a:lnRef idx="0">
                <a:scrgbClr r="0" g="0" b="0"/>
              </a:lnRef>
              <a:fillRef idx="0">
                <a:scrgbClr r="0" g="0" b="0"/>
              </a:fillRef>
              <a:effectRef idx="0">
                <a:scrgbClr r="0" g="0" b="0"/>
              </a:effectRef>
              <a:fontRef idx="minor"/>
            </p:style>
          </p:sp>
          <p:sp>
            <p:nvSpPr>
              <p:cNvPr id="1359" name="Line 1546">
                <a:extLst>
                  <a:ext uri="{FF2B5EF4-FFF2-40B4-BE49-F238E27FC236}">
                    <a16:creationId xmlns:a16="http://schemas.microsoft.com/office/drawing/2014/main" id="{BDB76F00-B7AA-4765-8D5C-3DD9069D86BB}"/>
                  </a:ext>
                </a:extLst>
              </p:cNvPr>
              <p:cNvSpPr/>
              <p:nvPr/>
            </p:nvSpPr>
            <p:spPr>
              <a:xfrm flipV="1">
                <a:off x="6978240" y="2682000"/>
                <a:ext cx="61200" cy="117000"/>
              </a:xfrm>
              <a:prstGeom prst="line">
                <a:avLst/>
              </a:prstGeom>
              <a:ln>
                <a:solidFill>
                  <a:srgbClr val="919191"/>
                </a:solidFill>
              </a:ln>
            </p:spPr>
            <p:style>
              <a:lnRef idx="0">
                <a:scrgbClr r="0" g="0" b="0"/>
              </a:lnRef>
              <a:fillRef idx="0">
                <a:scrgbClr r="0" g="0" b="0"/>
              </a:fillRef>
              <a:effectRef idx="0">
                <a:scrgbClr r="0" g="0" b="0"/>
              </a:effectRef>
              <a:fontRef idx="minor"/>
            </p:style>
          </p:sp>
          <p:sp>
            <p:nvSpPr>
              <p:cNvPr id="1360" name="Line 1547">
                <a:extLst>
                  <a:ext uri="{FF2B5EF4-FFF2-40B4-BE49-F238E27FC236}">
                    <a16:creationId xmlns:a16="http://schemas.microsoft.com/office/drawing/2014/main" id="{2BCDC923-BB22-4767-A75E-BF14F8B9E3BF}"/>
                  </a:ext>
                </a:extLst>
              </p:cNvPr>
              <p:cNvSpPr/>
              <p:nvPr/>
            </p:nvSpPr>
            <p:spPr>
              <a:xfrm flipV="1">
                <a:off x="6859440" y="2904120"/>
                <a:ext cx="59040" cy="20160"/>
              </a:xfrm>
              <a:prstGeom prst="line">
                <a:avLst/>
              </a:prstGeom>
              <a:ln>
                <a:solidFill>
                  <a:srgbClr val="7F7F7F"/>
                </a:solidFill>
              </a:ln>
            </p:spPr>
            <p:style>
              <a:lnRef idx="0">
                <a:scrgbClr r="0" g="0" b="0"/>
              </a:lnRef>
              <a:fillRef idx="0">
                <a:scrgbClr r="0" g="0" b="0"/>
              </a:fillRef>
              <a:effectRef idx="0">
                <a:scrgbClr r="0" g="0" b="0"/>
              </a:effectRef>
              <a:fontRef idx="minor"/>
            </p:style>
          </p:sp>
          <p:sp>
            <p:nvSpPr>
              <p:cNvPr id="1361" name="Line 1548">
                <a:extLst>
                  <a:ext uri="{FF2B5EF4-FFF2-40B4-BE49-F238E27FC236}">
                    <a16:creationId xmlns:a16="http://schemas.microsoft.com/office/drawing/2014/main" id="{611640F7-8BAD-4595-8976-AB7EE16D84E0}"/>
                  </a:ext>
                </a:extLst>
              </p:cNvPr>
              <p:cNvSpPr/>
              <p:nvPr/>
            </p:nvSpPr>
            <p:spPr>
              <a:xfrm flipV="1">
                <a:off x="6918480" y="2799000"/>
                <a:ext cx="59760" cy="105120"/>
              </a:xfrm>
              <a:prstGeom prst="line">
                <a:avLst/>
              </a:prstGeom>
              <a:ln>
                <a:solidFill>
                  <a:srgbClr val="858585"/>
                </a:solidFill>
              </a:ln>
            </p:spPr>
            <p:style>
              <a:lnRef idx="0">
                <a:scrgbClr r="0" g="0" b="0"/>
              </a:lnRef>
              <a:fillRef idx="0">
                <a:scrgbClr r="0" g="0" b="0"/>
              </a:fillRef>
              <a:effectRef idx="0">
                <a:scrgbClr r="0" g="0" b="0"/>
              </a:effectRef>
              <a:fontRef idx="minor"/>
            </p:style>
          </p:sp>
          <p:sp>
            <p:nvSpPr>
              <p:cNvPr id="1362" name="Line 1549">
                <a:extLst>
                  <a:ext uri="{FF2B5EF4-FFF2-40B4-BE49-F238E27FC236}">
                    <a16:creationId xmlns:a16="http://schemas.microsoft.com/office/drawing/2014/main" id="{EF0EED5F-5F9C-456E-BE82-11A87251A900}"/>
                  </a:ext>
                </a:extLst>
              </p:cNvPr>
              <p:cNvSpPr/>
              <p:nvPr/>
            </p:nvSpPr>
            <p:spPr>
              <a:xfrm flipV="1">
                <a:off x="6798240" y="2997360"/>
                <a:ext cx="59040" cy="19800"/>
              </a:xfrm>
              <a:prstGeom prst="line">
                <a:avLst/>
              </a:prstGeom>
              <a:ln>
                <a:solidFill>
                  <a:srgbClr val="757575"/>
                </a:solidFill>
              </a:ln>
            </p:spPr>
            <p:style>
              <a:lnRef idx="0">
                <a:scrgbClr r="0" g="0" b="0"/>
              </a:lnRef>
              <a:fillRef idx="0">
                <a:scrgbClr r="0" g="0" b="0"/>
              </a:fillRef>
              <a:effectRef idx="0">
                <a:scrgbClr r="0" g="0" b="0"/>
              </a:effectRef>
              <a:fontRef idx="minor"/>
            </p:style>
          </p:sp>
          <p:sp>
            <p:nvSpPr>
              <p:cNvPr id="1363" name="Line 1550">
                <a:extLst>
                  <a:ext uri="{FF2B5EF4-FFF2-40B4-BE49-F238E27FC236}">
                    <a16:creationId xmlns:a16="http://schemas.microsoft.com/office/drawing/2014/main" id="{F7B75136-A901-411F-A4A3-0A3BB76631F2}"/>
                  </a:ext>
                </a:extLst>
              </p:cNvPr>
              <p:cNvSpPr/>
              <p:nvPr/>
            </p:nvSpPr>
            <p:spPr>
              <a:xfrm flipV="1">
                <a:off x="6857280" y="2904120"/>
                <a:ext cx="61200" cy="93240"/>
              </a:xfrm>
              <a:prstGeom prst="line">
                <a:avLst/>
              </a:prstGeom>
              <a:ln>
                <a:solidFill>
                  <a:srgbClr val="7A7A7A"/>
                </a:solidFill>
              </a:ln>
            </p:spPr>
            <p:style>
              <a:lnRef idx="0">
                <a:scrgbClr r="0" g="0" b="0"/>
              </a:lnRef>
              <a:fillRef idx="0">
                <a:scrgbClr r="0" g="0" b="0"/>
              </a:fillRef>
              <a:effectRef idx="0">
                <a:scrgbClr r="0" g="0" b="0"/>
              </a:effectRef>
              <a:fontRef idx="minor"/>
            </p:style>
          </p:sp>
          <p:sp>
            <p:nvSpPr>
              <p:cNvPr id="1364" name="Line 1551">
                <a:extLst>
                  <a:ext uri="{FF2B5EF4-FFF2-40B4-BE49-F238E27FC236}">
                    <a16:creationId xmlns:a16="http://schemas.microsoft.com/office/drawing/2014/main" id="{017704F4-71A0-45D5-B25A-60E2B31D8695}"/>
                  </a:ext>
                </a:extLst>
              </p:cNvPr>
              <p:cNvSpPr/>
              <p:nvPr/>
            </p:nvSpPr>
            <p:spPr>
              <a:xfrm flipV="1">
                <a:off x="6737040" y="3076200"/>
                <a:ext cx="61200" cy="20160"/>
              </a:xfrm>
              <a:prstGeom prst="line">
                <a:avLst/>
              </a:prstGeom>
              <a:ln>
                <a:solidFill>
                  <a:srgbClr val="6C6C6C"/>
                </a:solidFill>
              </a:ln>
            </p:spPr>
            <p:style>
              <a:lnRef idx="0">
                <a:scrgbClr r="0" g="0" b="0"/>
              </a:lnRef>
              <a:fillRef idx="0">
                <a:scrgbClr r="0" g="0" b="0"/>
              </a:fillRef>
              <a:effectRef idx="0">
                <a:scrgbClr r="0" g="0" b="0"/>
              </a:effectRef>
              <a:fontRef idx="minor"/>
            </p:style>
          </p:sp>
          <p:sp>
            <p:nvSpPr>
              <p:cNvPr id="1365" name="Line 1552">
                <a:extLst>
                  <a:ext uri="{FF2B5EF4-FFF2-40B4-BE49-F238E27FC236}">
                    <a16:creationId xmlns:a16="http://schemas.microsoft.com/office/drawing/2014/main" id="{96385881-B7A2-4DF2-A956-EE637D396D76}"/>
                  </a:ext>
                </a:extLst>
              </p:cNvPr>
              <p:cNvSpPr/>
              <p:nvPr/>
            </p:nvSpPr>
            <p:spPr>
              <a:xfrm flipV="1">
                <a:off x="6798240" y="2997360"/>
                <a:ext cx="59040" cy="78840"/>
              </a:xfrm>
              <a:prstGeom prst="line">
                <a:avLst/>
              </a:prstGeom>
              <a:ln>
                <a:solidFill>
                  <a:srgbClr val="717171"/>
                </a:solidFill>
              </a:ln>
            </p:spPr>
            <p:style>
              <a:lnRef idx="0">
                <a:scrgbClr r="0" g="0" b="0"/>
              </a:lnRef>
              <a:fillRef idx="0">
                <a:scrgbClr r="0" g="0" b="0"/>
              </a:fillRef>
              <a:effectRef idx="0">
                <a:scrgbClr r="0" g="0" b="0"/>
              </a:effectRef>
              <a:fontRef idx="minor"/>
            </p:style>
          </p:sp>
          <p:sp>
            <p:nvSpPr>
              <p:cNvPr id="1366" name="Line 1553">
                <a:extLst>
                  <a:ext uri="{FF2B5EF4-FFF2-40B4-BE49-F238E27FC236}">
                    <a16:creationId xmlns:a16="http://schemas.microsoft.com/office/drawing/2014/main" id="{314C459D-57AE-4302-BC64-F09843D364A3}"/>
                  </a:ext>
                </a:extLst>
              </p:cNvPr>
              <p:cNvSpPr/>
              <p:nvPr/>
            </p:nvSpPr>
            <p:spPr>
              <a:xfrm flipV="1">
                <a:off x="6677280" y="3143520"/>
                <a:ext cx="59760" cy="20880"/>
              </a:xfrm>
              <a:prstGeom prst="line">
                <a:avLst/>
              </a:prstGeom>
              <a:ln>
                <a:solidFill>
                  <a:srgbClr val="646464"/>
                </a:solidFill>
              </a:ln>
            </p:spPr>
            <p:style>
              <a:lnRef idx="0">
                <a:scrgbClr r="0" g="0" b="0"/>
              </a:lnRef>
              <a:fillRef idx="0">
                <a:scrgbClr r="0" g="0" b="0"/>
              </a:fillRef>
              <a:effectRef idx="0">
                <a:scrgbClr r="0" g="0" b="0"/>
              </a:effectRef>
              <a:fontRef idx="minor"/>
            </p:style>
          </p:sp>
          <p:sp>
            <p:nvSpPr>
              <p:cNvPr id="1367" name="Line 1554">
                <a:extLst>
                  <a:ext uri="{FF2B5EF4-FFF2-40B4-BE49-F238E27FC236}">
                    <a16:creationId xmlns:a16="http://schemas.microsoft.com/office/drawing/2014/main" id="{1BEE3762-043B-44E5-BBF3-1148B9AB97B0}"/>
                  </a:ext>
                </a:extLst>
              </p:cNvPr>
              <p:cNvSpPr/>
              <p:nvPr/>
            </p:nvSpPr>
            <p:spPr>
              <a:xfrm flipV="1">
                <a:off x="6737040" y="3076200"/>
                <a:ext cx="61200" cy="67320"/>
              </a:xfrm>
              <a:prstGeom prst="line">
                <a:avLst/>
              </a:prstGeom>
              <a:ln>
                <a:solidFill>
                  <a:srgbClr val="686868"/>
                </a:solidFill>
              </a:ln>
            </p:spPr>
            <p:style>
              <a:lnRef idx="0">
                <a:scrgbClr r="0" g="0" b="0"/>
              </a:lnRef>
              <a:fillRef idx="0">
                <a:scrgbClr r="0" g="0" b="0"/>
              </a:fillRef>
              <a:effectRef idx="0">
                <a:scrgbClr r="0" g="0" b="0"/>
              </a:effectRef>
              <a:fontRef idx="minor"/>
            </p:style>
          </p:sp>
          <p:sp>
            <p:nvSpPr>
              <p:cNvPr id="1368" name="Line 1555">
                <a:extLst>
                  <a:ext uri="{FF2B5EF4-FFF2-40B4-BE49-F238E27FC236}">
                    <a16:creationId xmlns:a16="http://schemas.microsoft.com/office/drawing/2014/main" id="{2E4ECAD6-D31F-4520-BAE9-78133A467C3C}"/>
                  </a:ext>
                </a:extLst>
              </p:cNvPr>
              <p:cNvSpPr/>
              <p:nvPr/>
            </p:nvSpPr>
            <p:spPr>
              <a:xfrm flipV="1">
                <a:off x="6616080" y="3198240"/>
                <a:ext cx="61200" cy="21240"/>
              </a:xfrm>
              <a:prstGeom prst="line">
                <a:avLst/>
              </a:prstGeom>
              <a:ln>
                <a:solidFill>
                  <a:srgbClr val="5D5D5D"/>
                </a:solidFill>
              </a:ln>
            </p:spPr>
            <p:style>
              <a:lnRef idx="0">
                <a:scrgbClr r="0" g="0" b="0"/>
              </a:lnRef>
              <a:fillRef idx="0">
                <a:scrgbClr r="0" g="0" b="0"/>
              </a:fillRef>
              <a:effectRef idx="0">
                <a:scrgbClr r="0" g="0" b="0"/>
              </a:effectRef>
              <a:fontRef idx="minor"/>
            </p:style>
          </p:sp>
          <p:sp>
            <p:nvSpPr>
              <p:cNvPr id="1369" name="Line 1556">
                <a:extLst>
                  <a:ext uri="{FF2B5EF4-FFF2-40B4-BE49-F238E27FC236}">
                    <a16:creationId xmlns:a16="http://schemas.microsoft.com/office/drawing/2014/main" id="{579CF33F-5C12-407B-AB95-4AAAD282CC60}"/>
                  </a:ext>
                </a:extLst>
              </p:cNvPr>
              <p:cNvSpPr/>
              <p:nvPr/>
            </p:nvSpPr>
            <p:spPr>
              <a:xfrm flipV="1">
                <a:off x="6677280" y="3143520"/>
                <a:ext cx="59760" cy="54720"/>
              </a:xfrm>
              <a:prstGeom prst="line">
                <a:avLst/>
              </a:prstGeom>
              <a:ln>
                <a:solidFill>
                  <a:srgbClr val="616161"/>
                </a:solidFill>
              </a:ln>
            </p:spPr>
            <p:style>
              <a:lnRef idx="0">
                <a:scrgbClr r="0" g="0" b="0"/>
              </a:lnRef>
              <a:fillRef idx="0">
                <a:scrgbClr r="0" g="0" b="0"/>
              </a:fillRef>
              <a:effectRef idx="0">
                <a:scrgbClr r="0" g="0" b="0"/>
              </a:effectRef>
              <a:fontRef idx="minor"/>
            </p:style>
          </p:sp>
          <p:sp>
            <p:nvSpPr>
              <p:cNvPr id="1370" name="Line 1557">
                <a:extLst>
                  <a:ext uri="{FF2B5EF4-FFF2-40B4-BE49-F238E27FC236}">
                    <a16:creationId xmlns:a16="http://schemas.microsoft.com/office/drawing/2014/main" id="{ABDF296D-CB1F-4F3A-AB2B-8BC9F08126AE}"/>
                  </a:ext>
                </a:extLst>
              </p:cNvPr>
              <p:cNvSpPr/>
              <p:nvPr/>
            </p:nvSpPr>
            <p:spPr>
              <a:xfrm flipV="1">
                <a:off x="6555240" y="3240360"/>
                <a:ext cx="60840" cy="21240"/>
              </a:xfrm>
              <a:prstGeom prst="line">
                <a:avLst/>
              </a:prstGeom>
              <a:ln>
                <a:solidFill>
                  <a:srgbClr val="585858"/>
                </a:solidFill>
              </a:ln>
            </p:spPr>
            <p:style>
              <a:lnRef idx="0">
                <a:scrgbClr r="0" g="0" b="0"/>
              </a:lnRef>
              <a:fillRef idx="0">
                <a:scrgbClr r="0" g="0" b="0"/>
              </a:fillRef>
              <a:effectRef idx="0">
                <a:scrgbClr r="0" g="0" b="0"/>
              </a:effectRef>
              <a:fontRef idx="minor"/>
            </p:style>
          </p:sp>
          <p:sp>
            <p:nvSpPr>
              <p:cNvPr id="1371" name="Line 1558">
                <a:extLst>
                  <a:ext uri="{FF2B5EF4-FFF2-40B4-BE49-F238E27FC236}">
                    <a16:creationId xmlns:a16="http://schemas.microsoft.com/office/drawing/2014/main" id="{25EC9F07-3244-422B-8508-ADDDB05F6CA3}"/>
                  </a:ext>
                </a:extLst>
              </p:cNvPr>
              <p:cNvSpPr/>
              <p:nvPr/>
            </p:nvSpPr>
            <p:spPr>
              <a:xfrm flipV="1">
                <a:off x="6616080" y="3198240"/>
                <a:ext cx="61200" cy="42120"/>
              </a:xfrm>
              <a:prstGeom prst="line">
                <a:avLst/>
              </a:prstGeom>
              <a:ln>
                <a:solidFill>
                  <a:srgbClr val="5B5B5B"/>
                </a:solidFill>
              </a:ln>
            </p:spPr>
            <p:style>
              <a:lnRef idx="0">
                <a:scrgbClr r="0" g="0" b="0"/>
              </a:lnRef>
              <a:fillRef idx="0">
                <a:scrgbClr r="0" g="0" b="0"/>
              </a:fillRef>
              <a:effectRef idx="0">
                <a:scrgbClr r="0" g="0" b="0"/>
              </a:effectRef>
              <a:fontRef idx="minor"/>
            </p:style>
          </p:sp>
          <p:sp>
            <p:nvSpPr>
              <p:cNvPr id="1372" name="Line 1559">
                <a:extLst>
                  <a:ext uri="{FF2B5EF4-FFF2-40B4-BE49-F238E27FC236}">
                    <a16:creationId xmlns:a16="http://schemas.microsoft.com/office/drawing/2014/main" id="{A898D211-CB8A-491E-9AAC-489E8DF53A79}"/>
                  </a:ext>
                </a:extLst>
              </p:cNvPr>
              <p:cNvSpPr/>
              <p:nvPr/>
            </p:nvSpPr>
            <p:spPr>
              <a:xfrm flipV="1">
                <a:off x="6496920" y="3270600"/>
                <a:ext cx="58320" cy="19800"/>
              </a:xfrm>
              <a:prstGeom prst="line">
                <a:avLst/>
              </a:prstGeom>
              <a:ln>
                <a:solidFill>
                  <a:srgbClr val="545454"/>
                </a:solidFill>
              </a:ln>
            </p:spPr>
            <p:style>
              <a:lnRef idx="0">
                <a:scrgbClr r="0" g="0" b="0"/>
              </a:lnRef>
              <a:fillRef idx="0">
                <a:scrgbClr r="0" g="0" b="0"/>
              </a:fillRef>
              <a:effectRef idx="0">
                <a:scrgbClr r="0" g="0" b="0"/>
              </a:effectRef>
              <a:fontRef idx="minor"/>
            </p:style>
          </p:sp>
          <p:sp>
            <p:nvSpPr>
              <p:cNvPr id="1373" name="Line 1560">
                <a:extLst>
                  <a:ext uri="{FF2B5EF4-FFF2-40B4-BE49-F238E27FC236}">
                    <a16:creationId xmlns:a16="http://schemas.microsoft.com/office/drawing/2014/main" id="{779BC2A3-F22B-4574-BFE1-5996DD7C12FA}"/>
                  </a:ext>
                </a:extLst>
              </p:cNvPr>
              <p:cNvSpPr/>
              <p:nvPr/>
            </p:nvSpPr>
            <p:spPr>
              <a:xfrm flipV="1">
                <a:off x="6555240" y="3240360"/>
                <a:ext cx="60840" cy="30240"/>
              </a:xfrm>
              <a:prstGeom prst="line">
                <a:avLst/>
              </a:prstGeom>
              <a:ln>
                <a:solidFill>
                  <a:srgbClr val="565656"/>
                </a:solidFill>
              </a:ln>
            </p:spPr>
            <p:style>
              <a:lnRef idx="0">
                <a:scrgbClr r="0" g="0" b="0"/>
              </a:lnRef>
              <a:fillRef idx="0">
                <a:scrgbClr r="0" g="0" b="0"/>
              </a:fillRef>
              <a:effectRef idx="0">
                <a:scrgbClr r="0" g="0" b="0"/>
              </a:effectRef>
              <a:fontRef idx="minor"/>
            </p:style>
          </p:sp>
          <p:sp>
            <p:nvSpPr>
              <p:cNvPr id="1374" name="Line 1561">
                <a:extLst>
                  <a:ext uri="{FF2B5EF4-FFF2-40B4-BE49-F238E27FC236}">
                    <a16:creationId xmlns:a16="http://schemas.microsoft.com/office/drawing/2014/main" id="{A83541E5-2E4A-46FE-827A-FCF23DDD630D}"/>
                  </a:ext>
                </a:extLst>
              </p:cNvPr>
              <p:cNvSpPr/>
              <p:nvPr/>
            </p:nvSpPr>
            <p:spPr>
              <a:xfrm flipV="1">
                <a:off x="6436080" y="3286440"/>
                <a:ext cx="59040" cy="21240"/>
              </a:xfrm>
              <a:prstGeom prst="line">
                <a:avLst/>
              </a:prstGeom>
              <a:ln>
                <a:solidFill>
                  <a:srgbClr val="515151"/>
                </a:solidFill>
              </a:ln>
            </p:spPr>
            <p:style>
              <a:lnRef idx="0">
                <a:scrgbClr r="0" g="0" b="0"/>
              </a:lnRef>
              <a:fillRef idx="0">
                <a:scrgbClr r="0" g="0" b="0"/>
              </a:fillRef>
              <a:effectRef idx="0">
                <a:scrgbClr r="0" g="0" b="0"/>
              </a:effectRef>
              <a:fontRef idx="minor"/>
            </p:style>
          </p:sp>
          <p:sp>
            <p:nvSpPr>
              <p:cNvPr id="1375" name="Line 1562">
                <a:extLst>
                  <a:ext uri="{FF2B5EF4-FFF2-40B4-BE49-F238E27FC236}">
                    <a16:creationId xmlns:a16="http://schemas.microsoft.com/office/drawing/2014/main" id="{C78C5F16-E4BB-465B-841E-D17572C7AE15}"/>
                  </a:ext>
                </a:extLst>
              </p:cNvPr>
              <p:cNvSpPr/>
              <p:nvPr/>
            </p:nvSpPr>
            <p:spPr>
              <a:xfrm flipV="1">
                <a:off x="6495120" y="3270600"/>
                <a:ext cx="60120" cy="15840"/>
              </a:xfrm>
              <a:prstGeom prst="line">
                <a:avLst/>
              </a:prstGeom>
              <a:ln>
                <a:solidFill>
                  <a:srgbClr val="525252"/>
                </a:solidFill>
              </a:ln>
            </p:spPr>
            <p:style>
              <a:lnRef idx="0">
                <a:scrgbClr r="0" g="0" b="0"/>
              </a:lnRef>
              <a:fillRef idx="0">
                <a:scrgbClr r="0" g="0" b="0"/>
              </a:fillRef>
              <a:effectRef idx="0">
                <a:scrgbClr r="0" g="0" b="0"/>
              </a:effectRef>
              <a:fontRef idx="minor"/>
            </p:style>
          </p:sp>
          <p:sp>
            <p:nvSpPr>
              <p:cNvPr id="1376" name="Line 1563">
                <a:extLst>
                  <a:ext uri="{FF2B5EF4-FFF2-40B4-BE49-F238E27FC236}">
                    <a16:creationId xmlns:a16="http://schemas.microsoft.com/office/drawing/2014/main" id="{1FEAFF11-E9B8-4632-98BD-0407814F11D5}"/>
                  </a:ext>
                </a:extLst>
              </p:cNvPr>
              <p:cNvSpPr/>
              <p:nvPr/>
            </p:nvSpPr>
            <p:spPr>
              <a:xfrm flipV="1">
                <a:off x="6374880" y="3291480"/>
                <a:ext cx="61200" cy="20880"/>
              </a:xfrm>
              <a:prstGeom prst="line">
                <a:avLst/>
              </a:prstGeom>
              <a:ln>
                <a:solidFill>
                  <a:srgbClr val="4F4F4F"/>
                </a:solidFill>
              </a:ln>
            </p:spPr>
            <p:style>
              <a:lnRef idx="0">
                <a:scrgbClr r="0" g="0" b="0"/>
              </a:lnRef>
              <a:fillRef idx="0">
                <a:scrgbClr r="0" g="0" b="0"/>
              </a:fillRef>
              <a:effectRef idx="0">
                <a:scrgbClr r="0" g="0" b="0"/>
              </a:effectRef>
              <a:fontRef idx="minor"/>
            </p:style>
          </p:sp>
          <p:sp>
            <p:nvSpPr>
              <p:cNvPr id="1377" name="Line 1564">
                <a:extLst>
                  <a:ext uri="{FF2B5EF4-FFF2-40B4-BE49-F238E27FC236}">
                    <a16:creationId xmlns:a16="http://schemas.microsoft.com/office/drawing/2014/main" id="{42E5569B-88A2-41F8-88F9-0E6531B2C3E2}"/>
                  </a:ext>
                </a:extLst>
              </p:cNvPr>
              <p:cNvSpPr/>
              <p:nvPr/>
            </p:nvSpPr>
            <p:spPr>
              <a:xfrm flipV="1">
                <a:off x="6436080" y="3286440"/>
                <a:ext cx="59040" cy="5040"/>
              </a:xfrm>
              <a:prstGeom prst="line">
                <a:avLst/>
              </a:prstGeom>
              <a:ln>
                <a:solidFill>
                  <a:srgbClr val="505050"/>
                </a:solidFill>
              </a:ln>
            </p:spPr>
            <p:style>
              <a:lnRef idx="0">
                <a:scrgbClr r="0" g="0" b="0"/>
              </a:lnRef>
              <a:fillRef idx="0">
                <a:scrgbClr r="0" g="0" b="0"/>
              </a:fillRef>
              <a:effectRef idx="0">
                <a:scrgbClr r="0" g="0" b="0"/>
              </a:effectRef>
              <a:fontRef idx="minor"/>
            </p:style>
          </p:sp>
          <p:sp>
            <p:nvSpPr>
              <p:cNvPr id="1378" name="Line 1565">
                <a:extLst>
                  <a:ext uri="{FF2B5EF4-FFF2-40B4-BE49-F238E27FC236}">
                    <a16:creationId xmlns:a16="http://schemas.microsoft.com/office/drawing/2014/main" id="{DA181D57-F8F4-451A-B933-AB7203759D2D}"/>
                  </a:ext>
                </a:extLst>
              </p:cNvPr>
              <p:cNvSpPr/>
              <p:nvPr/>
            </p:nvSpPr>
            <p:spPr>
              <a:xfrm flipV="1">
                <a:off x="6314760" y="3282480"/>
                <a:ext cx="60120" cy="21960"/>
              </a:xfrm>
              <a:prstGeom prst="line">
                <a:avLst/>
              </a:prstGeom>
              <a:ln>
                <a:solidFill>
                  <a:srgbClr val="4E4E4E"/>
                </a:solidFill>
              </a:ln>
            </p:spPr>
            <p:style>
              <a:lnRef idx="0">
                <a:scrgbClr r="0" g="0" b="0"/>
              </a:lnRef>
              <a:fillRef idx="0">
                <a:scrgbClr r="0" g="0" b="0"/>
              </a:fillRef>
              <a:effectRef idx="0">
                <a:scrgbClr r="0" g="0" b="0"/>
              </a:effectRef>
              <a:fontRef idx="minor"/>
            </p:style>
          </p:sp>
          <p:sp>
            <p:nvSpPr>
              <p:cNvPr id="1379" name="Line 1566">
                <a:extLst>
                  <a:ext uri="{FF2B5EF4-FFF2-40B4-BE49-F238E27FC236}">
                    <a16:creationId xmlns:a16="http://schemas.microsoft.com/office/drawing/2014/main" id="{76EB51E1-A79E-4A55-A0F4-A40846BBA148}"/>
                  </a:ext>
                </a:extLst>
              </p:cNvPr>
              <p:cNvSpPr/>
              <p:nvPr/>
            </p:nvSpPr>
            <p:spPr>
              <a:xfrm>
                <a:off x="6374880" y="3282480"/>
                <a:ext cx="61200" cy="9000"/>
              </a:xfrm>
              <a:prstGeom prst="line">
                <a:avLst/>
              </a:prstGeom>
              <a:ln>
                <a:solidFill>
                  <a:srgbClr val="4F4F4F"/>
                </a:solidFill>
              </a:ln>
            </p:spPr>
            <p:style>
              <a:lnRef idx="0">
                <a:scrgbClr r="0" g="0" b="0"/>
              </a:lnRef>
              <a:fillRef idx="0">
                <a:scrgbClr r="0" g="0" b="0"/>
              </a:fillRef>
              <a:effectRef idx="0">
                <a:scrgbClr r="0" g="0" b="0"/>
              </a:effectRef>
              <a:fontRef idx="minor"/>
            </p:style>
          </p:sp>
          <p:sp>
            <p:nvSpPr>
              <p:cNvPr id="1380" name="Line 1567">
                <a:extLst>
                  <a:ext uri="{FF2B5EF4-FFF2-40B4-BE49-F238E27FC236}">
                    <a16:creationId xmlns:a16="http://schemas.microsoft.com/office/drawing/2014/main" id="{1FF159F1-B26F-40B1-9D89-2A0EA84AA0F4}"/>
                  </a:ext>
                </a:extLst>
              </p:cNvPr>
              <p:cNvSpPr/>
              <p:nvPr/>
            </p:nvSpPr>
            <p:spPr>
              <a:xfrm flipV="1">
                <a:off x="6253920" y="3262320"/>
                <a:ext cx="60840" cy="20160"/>
              </a:xfrm>
              <a:prstGeom prst="line">
                <a:avLst/>
              </a:prstGeom>
              <a:ln>
                <a:solidFill>
                  <a:srgbClr val="4F4F4F"/>
                </a:solidFill>
              </a:ln>
            </p:spPr>
            <p:style>
              <a:lnRef idx="0">
                <a:scrgbClr r="0" g="0" b="0"/>
              </a:lnRef>
              <a:fillRef idx="0">
                <a:scrgbClr r="0" g="0" b="0"/>
              </a:fillRef>
              <a:effectRef idx="0">
                <a:scrgbClr r="0" g="0" b="0"/>
              </a:effectRef>
              <a:fontRef idx="minor"/>
            </p:style>
          </p:sp>
          <p:sp>
            <p:nvSpPr>
              <p:cNvPr id="1381" name="Line 1568">
                <a:extLst>
                  <a:ext uri="{FF2B5EF4-FFF2-40B4-BE49-F238E27FC236}">
                    <a16:creationId xmlns:a16="http://schemas.microsoft.com/office/drawing/2014/main" id="{3D65DF4F-2965-4469-9C37-A234D4CA3C44}"/>
                  </a:ext>
                </a:extLst>
              </p:cNvPr>
              <p:cNvSpPr/>
              <p:nvPr/>
            </p:nvSpPr>
            <p:spPr>
              <a:xfrm>
                <a:off x="6314760" y="3262320"/>
                <a:ext cx="60120" cy="20160"/>
              </a:xfrm>
              <a:prstGeom prst="line">
                <a:avLst/>
              </a:prstGeom>
              <a:ln>
                <a:solidFill>
                  <a:srgbClr val="4F4F4F"/>
                </a:solidFill>
              </a:ln>
            </p:spPr>
            <p:style>
              <a:lnRef idx="0">
                <a:scrgbClr r="0" g="0" b="0"/>
              </a:lnRef>
              <a:fillRef idx="0">
                <a:scrgbClr r="0" g="0" b="0"/>
              </a:fillRef>
              <a:effectRef idx="0">
                <a:scrgbClr r="0" g="0" b="0"/>
              </a:effectRef>
              <a:fontRef idx="minor"/>
            </p:style>
          </p:sp>
          <p:sp>
            <p:nvSpPr>
              <p:cNvPr id="1382" name="Line 1569">
                <a:extLst>
                  <a:ext uri="{FF2B5EF4-FFF2-40B4-BE49-F238E27FC236}">
                    <a16:creationId xmlns:a16="http://schemas.microsoft.com/office/drawing/2014/main" id="{A53C2B07-E953-45F4-A843-304B5F143938}"/>
                  </a:ext>
                </a:extLst>
              </p:cNvPr>
              <p:cNvSpPr/>
              <p:nvPr/>
            </p:nvSpPr>
            <p:spPr>
              <a:xfrm flipV="1">
                <a:off x="6192720" y="3229560"/>
                <a:ext cx="61200" cy="21960"/>
              </a:xfrm>
              <a:prstGeom prst="line">
                <a:avLst/>
              </a:prstGeom>
              <a:ln>
                <a:solidFill>
                  <a:srgbClr val="515151"/>
                </a:solidFill>
              </a:ln>
            </p:spPr>
            <p:style>
              <a:lnRef idx="0">
                <a:scrgbClr r="0" g="0" b="0"/>
              </a:lnRef>
              <a:fillRef idx="0">
                <a:scrgbClr r="0" g="0" b="0"/>
              </a:fillRef>
              <a:effectRef idx="0">
                <a:scrgbClr r="0" g="0" b="0"/>
              </a:effectRef>
              <a:fontRef idx="minor"/>
            </p:style>
          </p:sp>
          <p:sp>
            <p:nvSpPr>
              <p:cNvPr id="1383" name="Line 1570">
                <a:extLst>
                  <a:ext uri="{FF2B5EF4-FFF2-40B4-BE49-F238E27FC236}">
                    <a16:creationId xmlns:a16="http://schemas.microsoft.com/office/drawing/2014/main" id="{F88E16B2-73B1-4B11-8583-B35121B0AE40}"/>
                  </a:ext>
                </a:extLst>
              </p:cNvPr>
              <p:cNvSpPr/>
              <p:nvPr/>
            </p:nvSpPr>
            <p:spPr>
              <a:xfrm>
                <a:off x="6253920" y="3229560"/>
                <a:ext cx="60840" cy="32760"/>
              </a:xfrm>
              <a:prstGeom prst="line">
                <a:avLst/>
              </a:prstGeom>
              <a:ln>
                <a:solidFill>
                  <a:srgbClr val="505050"/>
                </a:solidFill>
              </a:ln>
            </p:spPr>
            <p:style>
              <a:lnRef idx="0">
                <a:scrgbClr r="0" g="0" b="0"/>
              </a:lnRef>
              <a:fillRef idx="0">
                <a:scrgbClr r="0" g="0" b="0"/>
              </a:fillRef>
              <a:effectRef idx="0">
                <a:scrgbClr r="0" g="0" b="0"/>
              </a:effectRef>
              <a:fontRef idx="minor"/>
            </p:style>
          </p:sp>
          <p:sp>
            <p:nvSpPr>
              <p:cNvPr id="1384" name="Line 1571">
                <a:extLst>
                  <a:ext uri="{FF2B5EF4-FFF2-40B4-BE49-F238E27FC236}">
                    <a16:creationId xmlns:a16="http://schemas.microsoft.com/office/drawing/2014/main" id="{9E29FFB8-DA95-456B-8DC7-EA88E7BA8DB0}"/>
                  </a:ext>
                </a:extLst>
              </p:cNvPr>
              <p:cNvSpPr/>
              <p:nvPr/>
            </p:nvSpPr>
            <p:spPr>
              <a:xfrm flipV="1">
                <a:off x="6131880" y="3184560"/>
                <a:ext cx="60840" cy="20880"/>
              </a:xfrm>
              <a:prstGeom prst="line">
                <a:avLst/>
              </a:prstGeom>
              <a:ln>
                <a:solidFill>
                  <a:srgbClr val="545454"/>
                </a:solidFill>
              </a:ln>
            </p:spPr>
            <p:style>
              <a:lnRef idx="0">
                <a:scrgbClr r="0" g="0" b="0"/>
              </a:lnRef>
              <a:fillRef idx="0">
                <a:scrgbClr r="0" g="0" b="0"/>
              </a:fillRef>
              <a:effectRef idx="0">
                <a:scrgbClr r="0" g="0" b="0"/>
              </a:effectRef>
              <a:fontRef idx="minor"/>
            </p:style>
          </p:sp>
          <p:sp>
            <p:nvSpPr>
              <p:cNvPr id="1385" name="Line 1572">
                <a:extLst>
                  <a:ext uri="{FF2B5EF4-FFF2-40B4-BE49-F238E27FC236}">
                    <a16:creationId xmlns:a16="http://schemas.microsoft.com/office/drawing/2014/main" id="{FD490F6E-C5FA-4E1C-9B7D-E1C1A1821795}"/>
                  </a:ext>
                </a:extLst>
              </p:cNvPr>
              <p:cNvSpPr/>
              <p:nvPr/>
            </p:nvSpPr>
            <p:spPr>
              <a:xfrm>
                <a:off x="6192720" y="3184560"/>
                <a:ext cx="61200" cy="45000"/>
              </a:xfrm>
              <a:prstGeom prst="line">
                <a:avLst/>
              </a:prstGeom>
              <a:ln>
                <a:solidFill>
                  <a:srgbClr val="525252"/>
                </a:solidFill>
              </a:ln>
            </p:spPr>
            <p:style>
              <a:lnRef idx="0">
                <a:scrgbClr r="0" g="0" b="0"/>
              </a:lnRef>
              <a:fillRef idx="0">
                <a:scrgbClr r="0" g="0" b="0"/>
              </a:fillRef>
              <a:effectRef idx="0">
                <a:scrgbClr r="0" g="0" b="0"/>
              </a:effectRef>
              <a:fontRef idx="minor"/>
            </p:style>
          </p:sp>
          <p:sp>
            <p:nvSpPr>
              <p:cNvPr id="1386" name="Line 1573">
                <a:extLst>
                  <a:ext uri="{FF2B5EF4-FFF2-40B4-BE49-F238E27FC236}">
                    <a16:creationId xmlns:a16="http://schemas.microsoft.com/office/drawing/2014/main" id="{413F73F4-5D8E-41E8-881D-2A9349A67B35}"/>
                  </a:ext>
                </a:extLst>
              </p:cNvPr>
              <p:cNvSpPr/>
              <p:nvPr/>
            </p:nvSpPr>
            <p:spPr>
              <a:xfrm flipV="1">
                <a:off x="6073560" y="3126240"/>
                <a:ext cx="58320" cy="20160"/>
              </a:xfrm>
              <a:prstGeom prst="line">
                <a:avLst/>
              </a:prstGeom>
              <a:ln>
                <a:solidFill>
                  <a:srgbClr val="585858"/>
                </a:solidFill>
              </a:ln>
            </p:spPr>
            <p:style>
              <a:lnRef idx="0">
                <a:scrgbClr r="0" g="0" b="0"/>
              </a:lnRef>
              <a:fillRef idx="0">
                <a:scrgbClr r="0" g="0" b="0"/>
              </a:fillRef>
              <a:effectRef idx="0">
                <a:scrgbClr r="0" g="0" b="0"/>
              </a:effectRef>
              <a:fontRef idx="minor"/>
            </p:style>
          </p:sp>
          <p:sp>
            <p:nvSpPr>
              <p:cNvPr id="1387" name="Line 1574">
                <a:extLst>
                  <a:ext uri="{FF2B5EF4-FFF2-40B4-BE49-F238E27FC236}">
                    <a16:creationId xmlns:a16="http://schemas.microsoft.com/office/drawing/2014/main" id="{1B41F7BE-2FE7-4224-96B8-CEE062D86F47}"/>
                  </a:ext>
                </a:extLst>
              </p:cNvPr>
              <p:cNvSpPr/>
              <p:nvPr/>
            </p:nvSpPr>
            <p:spPr>
              <a:xfrm>
                <a:off x="6131880" y="3126240"/>
                <a:ext cx="60840" cy="58320"/>
              </a:xfrm>
              <a:prstGeom prst="line">
                <a:avLst/>
              </a:prstGeom>
              <a:ln>
                <a:solidFill>
                  <a:srgbClr val="565656"/>
                </a:solidFill>
              </a:ln>
            </p:spPr>
            <p:style>
              <a:lnRef idx="0">
                <a:scrgbClr r="0" g="0" b="0"/>
              </a:lnRef>
              <a:fillRef idx="0">
                <a:scrgbClr r="0" g="0" b="0"/>
              </a:fillRef>
              <a:effectRef idx="0">
                <a:scrgbClr r="0" g="0" b="0"/>
              </a:effectRef>
              <a:fontRef idx="minor"/>
            </p:style>
          </p:sp>
          <p:sp>
            <p:nvSpPr>
              <p:cNvPr id="1388" name="Line 1575">
                <a:extLst>
                  <a:ext uri="{FF2B5EF4-FFF2-40B4-BE49-F238E27FC236}">
                    <a16:creationId xmlns:a16="http://schemas.microsoft.com/office/drawing/2014/main" id="{DDDE6916-5D4C-4CAF-84B9-D3C3B186740F}"/>
                  </a:ext>
                </a:extLst>
              </p:cNvPr>
              <p:cNvSpPr/>
              <p:nvPr/>
            </p:nvSpPr>
            <p:spPr>
              <a:xfrm flipV="1">
                <a:off x="6012720" y="3055320"/>
                <a:ext cx="60840" cy="20880"/>
              </a:xfrm>
              <a:prstGeom prst="line">
                <a:avLst/>
              </a:prstGeom>
              <a:ln>
                <a:solidFill>
                  <a:srgbClr val="5D5D5D"/>
                </a:solidFill>
              </a:ln>
            </p:spPr>
            <p:style>
              <a:lnRef idx="0">
                <a:scrgbClr r="0" g="0" b="0"/>
              </a:lnRef>
              <a:fillRef idx="0">
                <a:scrgbClr r="0" g="0" b="0"/>
              </a:fillRef>
              <a:effectRef idx="0">
                <a:scrgbClr r="0" g="0" b="0"/>
              </a:effectRef>
              <a:fontRef idx="minor"/>
            </p:style>
          </p:sp>
          <p:sp>
            <p:nvSpPr>
              <p:cNvPr id="1389" name="Line 1576">
                <a:extLst>
                  <a:ext uri="{FF2B5EF4-FFF2-40B4-BE49-F238E27FC236}">
                    <a16:creationId xmlns:a16="http://schemas.microsoft.com/office/drawing/2014/main" id="{B6A09D23-6360-4321-AA52-8865094E3484}"/>
                  </a:ext>
                </a:extLst>
              </p:cNvPr>
              <p:cNvSpPr/>
              <p:nvPr/>
            </p:nvSpPr>
            <p:spPr>
              <a:xfrm>
                <a:off x="6073560" y="3055320"/>
                <a:ext cx="58320" cy="70920"/>
              </a:xfrm>
              <a:prstGeom prst="line">
                <a:avLst/>
              </a:prstGeom>
              <a:ln>
                <a:solidFill>
                  <a:srgbClr val="5B5B5B"/>
                </a:solidFill>
              </a:ln>
            </p:spPr>
            <p:style>
              <a:lnRef idx="0">
                <a:scrgbClr r="0" g="0" b="0"/>
              </a:lnRef>
              <a:fillRef idx="0">
                <a:scrgbClr r="0" g="0" b="0"/>
              </a:fillRef>
              <a:effectRef idx="0">
                <a:scrgbClr r="0" g="0" b="0"/>
              </a:effectRef>
              <a:fontRef idx="minor"/>
            </p:style>
          </p:sp>
          <p:sp>
            <p:nvSpPr>
              <p:cNvPr id="1390" name="Line 1577">
                <a:extLst>
                  <a:ext uri="{FF2B5EF4-FFF2-40B4-BE49-F238E27FC236}">
                    <a16:creationId xmlns:a16="http://schemas.microsoft.com/office/drawing/2014/main" id="{F1BAF768-43A4-4BA9-973E-7EBE5F71AECD}"/>
                  </a:ext>
                </a:extLst>
              </p:cNvPr>
              <p:cNvSpPr/>
              <p:nvPr/>
            </p:nvSpPr>
            <p:spPr>
              <a:xfrm flipV="1">
                <a:off x="5951520" y="2971080"/>
                <a:ext cx="61200" cy="21960"/>
              </a:xfrm>
              <a:prstGeom prst="line">
                <a:avLst/>
              </a:prstGeom>
              <a:ln>
                <a:solidFill>
                  <a:srgbClr val="646464"/>
                </a:solidFill>
              </a:ln>
            </p:spPr>
            <p:style>
              <a:lnRef idx="0">
                <a:scrgbClr r="0" g="0" b="0"/>
              </a:lnRef>
              <a:fillRef idx="0">
                <a:scrgbClr r="0" g="0" b="0"/>
              </a:fillRef>
              <a:effectRef idx="0">
                <a:scrgbClr r="0" g="0" b="0"/>
              </a:effectRef>
              <a:fontRef idx="minor"/>
            </p:style>
          </p:sp>
          <p:sp>
            <p:nvSpPr>
              <p:cNvPr id="1391" name="Line 1578">
                <a:extLst>
                  <a:ext uri="{FF2B5EF4-FFF2-40B4-BE49-F238E27FC236}">
                    <a16:creationId xmlns:a16="http://schemas.microsoft.com/office/drawing/2014/main" id="{0480BE5C-E70A-4155-80DE-D9BFD44DA34D}"/>
                  </a:ext>
                </a:extLst>
              </p:cNvPr>
              <p:cNvSpPr/>
              <p:nvPr/>
            </p:nvSpPr>
            <p:spPr>
              <a:xfrm>
                <a:off x="6012720" y="2971080"/>
                <a:ext cx="60840" cy="84240"/>
              </a:xfrm>
              <a:prstGeom prst="line">
                <a:avLst/>
              </a:prstGeom>
              <a:ln>
                <a:solidFill>
                  <a:srgbClr val="616161"/>
                </a:solidFill>
              </a:ln>
            </p:spPr>
            <p:style>
              <a:lnRef idx="0">
                <a:scrgbClr r="0" g="0" b="0"/>
              </a:lnRef>
              <a:fillRef idx="0">
                <a:scrgbClr r="0" g="0" b="0"/>
              </a:fillRef>
              <a:effectRef idx="0">
                <a:scrgbClr r="0" g="0" b="0"/>
              </a:effectRef>
              <a:fontRef idx="minor"/>
            </p:style>
          </p:sp>
          <p:sp>
            <p:nvSpPr>
              <p:cNvPr id="1392" name="Line 1579">
                <a:extLst>
                  <a:ext uri="{FF2B5EF4-FFF2-40B4-BE49-F238E27FC236}">
                    <a16:creationId xmlns:a16="http://schemas.microsoft.com/office/drawing/2014/main" id="{4D0A31F2-4E49-437C-B827-5A936BAA97AE}"/>
                  </a:ext>
                </a:extLst>
              </p:cNvPr>
              <p:cNvSpPr/>
              <p:nvPr/>
            </p:nvSpPr>
            <p:spPr>
              <a:xfrm flipV="1">
                <a:off x="5891760" y="2876040"/>
                <a:ext cx="59760" cy="20160"/>
              </a:xfrm>
              <a:prstGeom prst="line">
                <a:avLst/>
              </a:prstGeom>
              <a:ln>
                <a:solidFill>
                  <a:srgbClr val="6C6C6C"/>
                </a:solidFill>
              </a:ln>
            </p:spPr>
            <p:style>
              <a:lnRef idx="0">
                <a:scrgbClr r="0" g="0" b="0"/>
              </a:lnRef>
              <a:fillRef idx="0">
                <a:scrgbClr r="0" g="0" b="0"/>
              </a:fillRef>
              <a:effectRef idx="0">
                <a:scrgbClr r="0" g="0" b="0"/>
              </a:effectRef>
              <a:fontRef idx="minor"/>
            </p:style>
          </p:sp>
          <p:sp>
            <p:nvSpPr>
              <p:cNvPr id="1393" name="Line 1580">
                <a:extLst>
                  <a:ext uri="{FF2B5EF4-FFF2-40B4-BE49-F238E27FC236}">
                    <a16:creationId xmlns:a16="http://schemas.microsoft.com/office/drawing/2014/main" id="{3586227A-FA9A-427B-9D2A-B29969961E74}"/>
                  </a:ext>
                </a:extLst>
              </p:cNvPr>
              <p:cNvSpPr/>
              <p:nvPr/>
            </p:nvSpPr>
            <p:spPr>
              <a:xfrm>
                <a:off x="5951520" y="2876040"/>
                <a:ext cx="61200" cy="95040"/>
              </a:xfrm>
              <a:prstGeom prst="line">
                <a:avLst/>
              </a:prstGeom>
              <a:ln>
                <a:solidFill>
                  <a:srgbClr val="686868"/>
                </a:solidFill>
              </a:ln>
            </p:spPr>
            <p:style>
              <a:lnRef idx="0">
                <a:scrgbClr r="0" g="0" b="0"/>
              </a:lnRef>
              <a:fillRef idx="0">
                <a:scrgbClr r="0" g="0" b="0"/>
              </a:fillRef>
              <a:effectRef idx="0">
                <a:scrgbClr r="0" g="0" b="0"/>
              </a:effectRef>
              <a:fontRef idx="minor"/>
            </p:style>
          </p:sp>
          <p:sp>
            <p:nvSpPr>
              <p:cNvPr id="1394" name="Line 1581">
                <a:extLst>
                  <a:ext uri="{FF2B5EF4-FFF2-40B4-BE49-F238E27FC236}">
                    <a16:creationId xmlns:a16="http://schemas.microsoft.com/office/drawing/2014/main" id="{D459BCA1-7282-41F4-9ADC-2698096CBD7A}"/>
                  </a:ext>
                </a:extLst>
              </p:cNvPr>
              <p:cNvSpPr/>
              <p:nvPr/>
            </p:nvSpPr>
            <p:spPr>
              <a:xfrm flipV="1">
                <a:off x="5830560" y="2766960"/>
                <a:ext cx="61200" cy="21960"/>
              </a:xfrm>
              <a:prstGeom prst="line">
                <a:avLst/>
              </a:prstGeom>
              <a:ln>
                <a:solidFill>
                  <a:srgbClr val="757575"/>
                </a:solidFill>
              </a:ln>
            </p:spPr>
            <p:style>
              <a:lnRef idx="0">
                <a:scrgbClr r="0" g="0" b="0"/>
              </a:lnRef>
              <a:fillRef idx="0">
                <a:scrgbClr r="0" g="0" b="0"/>
              </a:fillRef>
              <a:effectRef idx="0">
                <a:scrgbClr r="0" g="0" b="0"/>
              </a:effectRef>
              <a:fontRef idx="minor"/>
            </p:style>
          </p:sp>
          <p:sp>
            <p:nvSpPr>
              <p:cNvPr id="1395" name="Line 1582">
                <a:extLst>
                  <a:ext uri="{FF2B5EF4-FFF2-40B4-BE49-F238E27FC236}">
                    <a16:creationId xmlns:a16="http://schemas.microsoft.com/office/drawing/2014/main" id="{DC05201A-1F29-41FF-A88E-E64A8D0035C4}"/>
                  </a:ext>
                </a:extLst>
              </p:cNvPr>
              <p:cNvSpPr/>
              <p:nvPr/>
            </p:nvSpPr>
            <p:spPr>
              <a:xfrm>
                <a:off x="5891760" y="2766960"/>
                <a:ext cx="59760" cy="109080"/>
              </a:xfrm>
              <a:prstGeom prst="line">
                <a:avLst/>
              </a:prstGeom>
              <a:ln>
                <a:solidFill>
                  <a:srgbClr val="717171"/>
                </a:solidFill>
              </a:ln>
            </p:spPr>
            <p:style>
              <a:lnRef idx="0">
                <a:scrgbClr r="0" g="0" b="0"/>
              </a:lnRef>
              <a:fillRef idx="0">
                <a:scrgbClr r="0" g="0" b="0"/>
              </a:fillRef>
              <a:effectRef idx="0">
                <a:scrgbClr r="0" g="0" b="0"/>
              </a:effectRef>
              <a:fontRef idx="minor"/>
            </p:style>
          </p:sp>
          <p:sp>
            <p:nvSpPr>
              <p:cNvPr id="1396" name="Line 1583">
                <a:extLst>
                  <a:ext uri="{FF2B5EF4-FFF2-40B4-BE49-F238E27FC236}">
                    <a16:creationId xmlns:a16="http://schemas.microsoft.com/office/drawing/2014/main" id="{A34186E8-4DDE-42F5-9F5D-7928E3618569}"/>
                  </a:ext>
                </a:extLst>
              </p:cNvPr>
              <p:cNvSpPr/>
              <p:nvPr/>
            </p:nvSpPr>
            <p:spPr>
              <a:xfrm flipV="1">
                <a:off x="5769360" y="2646720"/>
                <a:ext cx="61200" cy="21240"/>
              </a:xfrm>
              <a:prstGeom prst="line">
                <a:avLst/>
              </a:prstGeom>
              <a:ln>
                <a:solidFill>
                  <a:srgbClr val="7F7F7F"/>
                </a:solidFill>
              </a:ln>
            </p:spPr>
            <p:style>
              <a:lnRef idx="0">
                <a:scrgbClr r="0" g="0" b="0"/>
              </a:lnRef>
              <a:fillRef idx="0">
                <a:scrgbClr r="0" g="0" b="0"/>
              </a:fillRef>
              <a:effectRef idx="0">
                <a:scrgbClr r="0" g="0" b="0"/>
              </a:effectRef>
              <a:fontRef idx="minor"/>
            </p:style>
          </p:sp>
          <p:sp>
            <p:nvSpPr>
              <p:cNvPr id="1397" name="Line 1584">
                <a:extLst>
                  <a:ext uri="{FF2B5EF4-FFF2-40B4-BE49-F238E27FC236}">
                    <a16:creationId xmlns:a16="http://schemas.microsoft.com/office/drawing/2014/main" id="{155B1D69-3D50-4E1C-8158-FB328857FDFA}"/>
                  </a:ext>
                </a:extLst>
              </p:cNvPr>
              <p:cNvSpPr/>
              <p:nvPr/>
            </p:nvSpPr>
            <p:spPr>
              <a:xfrm>
                <a:off x="5830560" y="2646720"/>
                <a:ext cx="61200" cy="120240"/>
              </a:xfrm>
              <a:prstGeom prst="line">
                <a:avLst/>
              </a:prstGeom>
              <a:ln>
                <a:solidFill>
                  <a:srgbClr val="7A7A7A"/>
                </a:solidFill>
              </a:ln>
            </p:spPr>
            <p:style>
              <a:lnRef idx="0">
                <a:scrgbClr r="0" g="0" b="0"/>
              </a:lnRef>
              <a:fillRef idx="0">
                <a:scrgbClr r="0" g="0" b="0"/>
              </a:fillRef>
              <a:effectRef idx="0">
                <a:scrgbClr r="0" g="0" b="0"/>
              </a:effectRef>
              <a:fontRef idx="minor"/>
            </p:style>
          </p:sp>
          <p:sp>
            <p:nvSpPr>
              <p:cNvPr id="1398" name="Line 1585">
                <a:extLst>
                  <a:ext uri="{FF2B5EF4-FFF2-40B4-BE49-F238E27FC236}">
                    <a16:creationId xmlns:a16="http://schemas.microsoft.com/office/drawing/2014/main" id="{ADEB717B-7F13-4B0B-B704-27FDB529E98B}"/>
                  </a:ext>
                </a:extLst>
              </p:cNvPr>
              <p:cNvSpPr/>
              <p:nvPr/>
            </p:nvSpPr>
            <p:spPr>
              <a:xfrm flipV="1">
                <a:off x="5710320" y="2512800"/>
                <a:ext cx="59040" cy="20880"/>
              </a:xfrm>
              <a:prstGeom prst="line">
                <a:avLst/>
              </a:prstGeom>
              <a:ln>
                <a:solidFill>
                  <a:srgbClr val="8A8A8A"/>
                </a:solidFill>
              </a:ln>
            </p:spPr>
            <p:style>
              <a:lnRef idx="0">
                <a:scrgbClr r="0" g="0" b="0"/>
              </a:lnRef>
              <a:fillRef idx="0">
                <a:scrgbClr r="0" g="0" b="0"/>
              </a:fillRef>
              <a:effectRef idx="0">
                <a:scrgbClr r="0" g="0" b="0"/>
              </a:effectRef>
              <a:fontRef idx="minor"/>
            </p:style>
          </p:sp>
          <p:sp>
            <p:nvSpPr>
              <p:cNvPr id="1399" name="Line 1586">
                <a:extLst>
                  <a:ext uri="{FF2B5EF4-FFF2-40B4-BE49-F238E27FC236}">
                    <a16:creationId xmlns:a16="http://schemas.microsoft.com/office/drawing/2014/main" id="{FE54F93F-E276-47CA-A7D0-2871977203C8}"/>
                  </a:ext>
                </a:extLst>
              </p:cNvPr>
              <p:cNvSpPr/>
              <p:nvPr/>
            </p:nvSpPr>
            <p:spPr>
              <a:xfrm>
                <a:off x="5769360" y="2512800"/>
                <a:ext cx="61200" cy="133920"/>
              </a:xfrm>
              <a:prstGeom prst="line">
                <a:avLst/>
              </a:prstGeom>
              <a:ln>
                <a:solidFill>
                  <a:srgbClr val="858585"/>
                </a:solidFill>
              </a:ln>
            </p:spPr>
            <p:style>
              <a:lnRef idx="0">
                <a:scrgbClr r="0" g="0" b="0"/>
              </a:lnRef>
              <a:fillRef idx="0">
                <a:scrgbClr r="0" g="0" b="0"/>
              </a:fillRef>
              <a:effectRef idx="0">
                <a:scrgbClr r="0" g="0" b="0"/>
              </a:effectRef>
              <a:fontRef idx="minor"/>
            </p:style>
          </p:sp>
          <p:sp>
            <p:nvSpPr>
              <p:cNvPr id="1400" name="Line 1587">
                <a:extLst>
                  <a:ext uri="{FF2B5EF4-FFF2-40B4-BE49-F238E27FC236}">
                    <a16:creationId xmlns:a16="http://schemas.microsoft.com/office/drawing/2014/main" id="{7E0F1D08-F5BE-4B0C-A307-705E35F9579E}"/>
                  </a:ext>
                </a:extLst>
              </p:cNvPr>
              <p:cNvSpPr/>
              <p:nvPr/>
            </p:nvSpPr>
            <p:spPr>
              <a:xfrm flipV="1">
                <a:off x="5650560" y="2367720"/>
                <a:ext cx="59760" cy="19800"/>
              </a:xfrm>
              <a:prstGeom prst="line">
                <a:avLst/>
              </a:prstGeom>
              <a:ln>
                <a:solidFill>
                  <a:srgbClr val="979797"/>
                </a:solidFill>
              </a:ln>
            </p:spPr>
            <p:style>
              <a:lnRef idx="0">
                <a:scrgbClr r="0" g="0" b="0"/>
              </a:lnRef>
              <a:fillRef idx="0">
                <a:scrgbClr r="0" g="0" b="0"/>
              </a:fillRef>
              <a:effectRef idx="0">
                <a:scrgbClr r="0" g="0" b="0"/>
              </a:effectRef>
              <a:fontRef idx="minor"/>
            </p:style>
          </p:sp>
          <p:sp>
            <p:nvSpPr>
              <p:cNvPr id="1401" name="Line 1588">
                <a:extLst>
                  <a:ext uri="{FF2B5EF4-FFF2-40B4-BE49-F238E27FC236}">
                    <a16:creationId xmlns:a16="http://schemas.microsoft.com/office/drawing/2014/main" id="{9D8C4C28-17D1-49E8-9644-6FC8E0A9E2C6}"/>
                  </a:ext>
                </a:extLst>
              </p:cNvPr>
              <p:cNvSpPr/>
              <p:nvPr/>
            </p:nvSpPr>
            <p:spPr>
              <a:xfrm>
                <a:off x="5710320" y="2367720"/>
                <a:ext cx="59040" cy="145080"/>
              </a:xfrm>
              <a:prstGeom prst="line">
                <a:avLst/>
              </a:prstGeom>
              <a:ln>
                <a:solidFill>
                  <a:srgbClr val="919191"/>
                </a:solidFill>
              </a:ln>
            </p:spPr>
            <p:style>
              <a:lnRef idx="0">
                <a:scrgbClr r="0" g="0" b="0"/>
              </a:lnRef>
              <a:fillRef idx="0">
                <a:scrgbClr r="0" g="0" b="0"/>
              </a:fillRef>
              <a:effectRef idx="0">
                <a:scrgbClr r="0" g="0" b="0"/>
              </a:effectRef>
              <a:fontRef idx="minor"/>
            </p:style>
          </p:sp>
          <p:sp>
            <p:nvSpPr>
              <p:cNvPr id="1402" name="Line 1589">
                <a:extLst>
                  <a:ext uri="{FF2B5EF4-FFF2-40B4-BE49-F238E27FC236}">
                    <a16:creationId xmlns:a16="http://schemas.microsoft.com/office/drawing/2014/main" id="{90FFBA3F-B684-4136-AE66-0A8237FEEA64}"/>
                  </a:ext>
                </a:extLst>
              </p:cNvPr>
              <p:cNvSpPr/>
              <p:nvPr/>
            </p:nvSpPr>
            <p:spPr>
              <a:xfrm flipV="1">
                <a:off x="5589360" y="2209320"/>
                <a:ext cx="61200" cy="20160"/>
              </a:xfrm>
              <a:prstGeom prst="line">
                <a:avLst/>
              </a:prstGeom>
              <a:ln>
                <a:solidFill>
                  <a:srgbClr val="A5A5A5"/>
                </a:solidFill>
              </a:ln>
            </p:spPr>
            <p:style>
              <a:lnRef idx="0">
                <a:scrgbClr r="0" g="0" b="0"/>
              </a:lnRef>
              <a:fillRef idx="0">
                <a:scrgbClr r="0" g="0" b="0"/>
              </a:fillRef>
              <a:effectRef idx="0">
                <a:scrgbClr r="0" g="0" b="0"/>
              </a:effectRef>
              <a:fontRef idx="minor"/>
            </p:style>
          </p:sp>
          <p:sp>
            <p:nvSpPr>
              <p:cNvPr id="1403" name="Line 1590">
                <a:extLst>
                  <a:ext uri="{FF2B5EF4-FFF2-40B4-BE49-F238E27FC236}">
                    <a16:creationId xmlns:a16="http://schemas.microsoft.com/office/drawing/2014/main" id="{480021D0-7826-4E74-A1E4-A67F3F79A182}"/>
                  </a:ext>
                </a:extLst>
              </p:cNvPr>
              <p:cNvSpPr/>
              <p:nvPr/>
            </p:nvSpPr>
            <p:spPr>
              <a:xfrm>
                <a:off x="5650560" y="2209320"/>
                <a:ext cx="59760" cy="158400"/>
              </a:xfrm>
              <a:prstGeom prst="line">
                <a:avLst/>
              </a:prstGeom>
              <a:ln>
                <a:solidFill>
                  <a:srgbClr val="9E9E9E"/>
                </a:solidFill>
              </a:ln>
            </p:spPr>
            <p:style>
              <a:lnRef idx="0">
                <a:scrgbClr r="0" g="0" b="0"/>
              </a:lnRef>
              <a:fillRef idx="0">
                <a:scrgbClr r="0" g="0" b="0"/>
              </a:fillRef>
              <a:effectRef idx="0">
                <a:scrgbClr r="0" g="0" b="0"/>
              </a:effectRef>
              <a:fontRef idx="minor"/>
            </p:style>
          </p:sp>
          <p:sp>
            <p:nvSpPr>
              <p:cNvPr id="1404" name="Line 1591">
                <a:extLst>
                  <a:ext uri="{FF2B5EF4-FFF2-40B4-BE49-F238E27FC236}">
                    <a16:creationId xmlns:a16="http://schemas.microsoft.com/office/drawing/2014/main" id="{35558C4A-2829-4416-9D67-E726F88E035B}"/>
                  </a:ext>
                </a:extLst>
              </p:cNvPr>
              <p:cNvSpPr/>
              <p:nvPr/>
            </p:nvSpPr>
            <p:spPr>
              <a:xfrm flipV="1">
                <a:off x="7039440" y="2647800"/>
                <a:ext cx="60840" cy="34200"/>
              </a:xfrm>
              <a:prstGeom prst="line">
                <a:avLst/>
              </a:prstGeom>
              <a:ln>
                <a:solidFill>
                  <a:srgbClr val="989898"/>
                </a:solidFill>
              </a:ln>
            </p:spPr>
            <p:style>
              <a:lnRef idx="0">
                <a:scrgbClr r="0" g="0" b="0"/>
              </a:lnRef>
              <a:fillRef idx="0">
                <a:scrgbClr r="0" g="0" b="0"/>
              </a:fillRef>
              <a:effectRef idx="0">
                <a:scrgbClr r="0" g="0" b="0"/>
              </a:effectRef>
              <a:fontRef idx="minor"/>
            </p:style>
          </p:sp>
          <p:sp>
            <p:nvSpPr>
              <p:cNvPr id="1405" name="Line 1592">
                <a:extLst>
                  <a:ext uri="{FF2B5EF4-FFF2-40B4-BE49-F238E27FC236}">
                    <a16:creationId xmlns:a16="http://schemas.microsoft.com/office/drawing/2014/main" id="{59903537-6028-4892-BE78-317E1583962A}"/>
                  </a:ext>
                </a:extLst>
              </p:cNvPr>
              <p:cNvSpPr/>
              <p:nvPr/>
            </p:nvSpPr>
            <p:spPr>
              <a:xfrm flipH="1">
                <a:off x="7100280" y="2519640"/>
                <a:ext cx="60120" cy="32040"/>
              </a:xfrm>
              <a:prstGeom prst="line">
                <a:avLst/>
              </a:prstGeom>
              <a:ln>
                <a:solidFill>
                  <a:srgbClr val="A6A6A6"/>
                </a:solidFill>
              </a:ln>
            </p:spPr>
            <p:style>
              <a:lnRef idx="0">
                <a:scrgbClr r="0" g="0" b="0"/>
              </a:lnRef>
              <a:fillRef idx="0">
                <a:scrgbClr r="0" g="0" b="0"/>
              </a:fillRef>
              <a:effectRef idx="0">
                <a:scrgbClr r="0" g="0" b="0"/>
              </a:effectRef>
              <a:fontRef idx="minor"/>
            </p:style>
          </p:sp>
          <p:sp>
            <p:nvSpPr>
              <p:cNvPr id="1406" name="Line 1593">
                <a:extLst>
                  <a:ext uri="{FF2B5EF4-FFF2-40B4-BE49-F238E27FC236}">
                    <a16:creationId xmlns:a16="http://schemas.microsoft.com/office/drawing/2014/main" id="{FF17A5BD-E617-41D9-9E00-FCF2CFF18A9A}"/>
                  </a:ext>
                </a:extLst>
              </p:cNvPr>
              <p:cNvSpPr/>
              <p:nvPr/>
            </p:nvSpPr>
            <p:spPr>
              <a:xfrm flipV="1">
                <a:off x="7100280" y="2519640"/>
                <a:ext cx="60120" cy="128160"/>
              </a:xfrm>
              <a:prstGeom prst="line">
                <a:avLst/>
              </a:prstGeom>
              <a:ln>
                <a:solidFill>
                  <a:srgbClr val="A0A0A0"/>
                </a:solidFill>
              </a:ln>
            </p:spPr>
            <p:style>
              <a:lnRef idx="0">
                <a:scrgbClr r="0" g="0" b="0"/>
              </a:lnRef>
              <a:fillRef idx="0">
                <a:scrgbClr r="0" g="0" b="0"/>
              </a:fillRef>
              <a:effectRef idx="0">
                <a:scrgbClr r="0" g="0" b="0"/>
              </a:effectRef>
              <a:fontRef idx="minor"/>
            </p:style>
          </p:sp>
          <p:sp>
            <p:nvSpPr>
              <p:cNvPr id="1407" name="Line 1594">
                <a:extLst>
                  <a:ext uri="{FF2B5EF4-FFF2-40B4-BE49-F238E27FC236}">
                    <a16:creationId xmlns:a16="http://schemas.microsoft.com/office/drawing/2014/main" id="{24CD5F56-1A80-4884-9475-C529667E08C0}"/>
                  </a:ext>
                </a:extLst>
              </p:cNvPr>
              <p:cNvSpPr/>
              <p:nvPr/>
            </p:nvSpPr>
            <p:spPr>
              <a:xfrm flipV="1">
                <a:off x="6978240" y="2765880"/>
                <a:ext cx="61200" cy="33120"/>
              </a:xfrm>
              <a:prstGeom prst="line">
                <a:avLst/>
              </a:prstGeom>
              <a:ln>
                <a:solidFill>
                  <a:srgbClr val="8C8C8C"/>
                </a:solidFill>
              </a:ln>
            </p:spPr>
            <p:style>
              <a:lnRef idx="0">
                <a:scrgbClr r="0" g="0" b="0"/>
              </a:lnRef>
              <a:fillRef idx="0">
                <a:scrgbClr r="0" g="0" b="0"/>
              </a:fillRef>
              <a:effectRef idx="0">
                <a:scrgbClr r="0" g="0" b="0"/>
              </a:effectRef>
              <a:fontRef idx="minor"/>
            </p:style>
          </p:sp>
          <p:sp>
            <p:nvSpPr>
              <p:cNvPr id="1408" name="Line 1595">
                <a:extLst>
                  <a:ext uri="{FF2B5EF4-FFF2-40B4-BE49-F238E27FC236}">
                    <a16:creationId xmlns:a16="http://schemas.microsoft.com/office/drawing/2014/main" id="{3D6E596C-8EE8-4E2C-AFAD-8BF57D1F4026}"/>
                  </a:ext>
                </a:extLst>
              </p:cNvPr>
              <p:cNvSpPr/>
              <p:nvPr/>
            </p:nvSpPr>
            <p:spPr>
              <a:xfrm flipV="1">
                <a:off x="7039440" y="2647800"/>
                <a:ext cx="60840" cy="118080"/>
              </a:xfrm>
              <a:prstGeom prst="line">
                <a:avLst/>
              </a:prstGeom>
              <a:ln>
                <a:solidFill>
                  <a:srgbClr val="939393"/>
                </a:solidFill>
              </a:ln>
            </p:spPr>
            <p:style>
              <a:lnRef idx="0">
                <a:scrgbClr r="0" g="0" b="0"/>
              </a:lnRef>
              <a:fillRef idx="0">
                <a:scrgbClr r="0" g="0" b="0"/>
              </a:fillRef>
              <a:effectRef idx="0">
                <a:scrgbClr r="0" g="0" b="0"/>
              </a:effectRef>
              <a:fontRef idx="minor"/>
            </p:style>
          </p:sp>
          <p:sp>
            <p:nvSpPr>
              <p:cNvPr id="1409" name="Line 1596">
                <a:extLst>
                  <a:ext uri="{FF2B5EF4-FFF2-40B4-BE49-F238E27FC236}">
                    <a16:creationId xmlns:a16="http://schemas.microsoft.com/office/drawing/2014/main" id="{53521706-1E93-4F6B-A8B2-BC34F6C18A52}"/>
                  </a:ext>
                </a:extLst>
              </p:cNvPr>
              <p:cNvSpPr/>
              <p:nvPr/>
            </p:nvSpPr>
            <p:spPr>
              <a:xfrm flipV="1">
                <a:off x="6918480" y="2869920"/>
                <a:ext cx="59760" cy="34200"/>
              </a:xfrm>
              <a:prstGeom prst="line">
                <a:avLst/>
              </a:prstGeom>
              <a:ln>
                <a:solidFill>
                  <a:srgbClr val="808080"/>
                </a:solidFill>
              </a:ln>
            </p:spPr>
            <p:style>
              <a:lnRef idx="0">
                <a:scrgbClr r="0" g="0" b="0"/>
              </a:lnRef>
              <a:fillRef idx="0">
                <a:scrgbClr r="0" g="0" b="0"/>
              </a:fillRef>
              <a:effectRef idx="0">
                <a:scrgbClr r="0" g="0" b="0"/>
              </a:effectRef>
              <a:fontRef idx="minor"/>
            </p:style>
          </p:sp>
          <p:sp>
            <p:nvSpPr>
              <p:cNvPr id="1410" name="Line 1597">
                <a:extLst>
                  <a:ext uri="{FF2B5EF4-FFF2-40B4-BE49-F238E27FC236}">
                    <a16:creationId xmlns:a16="http://schemas.microsoft.com/office/drawing/2014/main" id="{40D06B97-3399-42D8-BD19-474A872839CF}"/>
                  </a:ext>
                </a:extLst>
              </p:cNvPr>
              <p:cNvSpPr/>
              <p:nvPr/>
            </p:nvSpPr>
            <p:spPr>
              <a:xfrm flipV="1">
                <a:off x="6978240" y="2765880"/>
                <a:ext cx="61200" cy="104040"/>
              </a:xfrm>
              <a:prstGeom prst="line">
                <a:avLst/>
              </a:prstGeom>
              <a:ln>
                <a:solidFill>
                  <a:srgbClr val="878787"/>
                </a:solidFill>
              </a:ln>
            </p:spPr>
            <p:style>
              <a:lnRef idx="0">
                <a:scrgbClr r="0" g="0" b="0"/>
              </a:lnRef>
              <a:fillRef idx="0">
                <a:scrgbClr r="0" g="0" b="0"/>
              </a:fillRef>
              <a:effectRef idx="0">
                <a:scrgbClr r="0" g="0" b="0"/>
              </a:effectRef>
              <a:fontRef idx="minor"/>
            </p:style>
          </p:sp>
          <p:sp>
            <p:nvSpPr>
              <p:cNvPr id="1411" name="Line 1598">
                <a:extLst>
                  <a:ext uri="{FF2B5EF4-FFF2-40B4-BE49-F238E27FC236}">
                    <a16:creationId xmlns:a16="http://schemas.microsoft.com/office/drawing/2014/main" id="{9717205F-424F-4D20-ACC9-28115EFEA417}"/>
                  </a:ext>
                </a:extLst>
              </p:cNvPr>
              <p:cNvSpPr/>
              <p:nvPr/>
            </p:nvSpPr>
            <p:spPr>
              <a:xfrm flipV="1">
                <a:off x="6857280" y="2964240"/>
                <a:ext cx="61200" cy="33120"/>
              </a:xfrm>
              <a:prstGeom prst="line">
                <a:avLst/>
              </a:prstGeom>
              <a:ln>
                <a:solidFill>
                  <a:srgbClr val="767676"/>
                </a:solidFill>
              </a:ln>
            </p:spPr>
            <p:style>
              <a:lnRef idx="0">
                <a:scrgbClr r="0" g="0" b="0"/>
              </a:lnRef>
              <a:fillRef idx="0">
                <a:scrgbClr r="0" g="0" b="0"/>
              </a:fillRef>
              <a:effectRef idx="0">
                <a:scrgbClr r="0" g="0" b="0"/>
              </a:effectRef>
              <a:fontRef idx="minor"/>
            </p:style>
          </p:sp>
          <p:sp>
            <p:nvSpPr>
              <p:cNvPr id="1412" name="Line 1599">
                <a:extLst>
                  <a:ext uri="{FF2B5EF4-FFF2-40B4-BE49-F238E27FC236}">
                    <a16:creationId xmlns:a16="http://schemas.microsoft.com/office/drawing/2014/main" id="{D9DBEB47-6D51-4FC0-90CF-B611E195CADF}"/>
                  </a:ext>
                </a:extLst>
              </p:cNvPr>
              <p:cNvSpPr/>
              <p:nvPr/>
            </p:nvSpPr>
            <p:spPr>
              <a:xfrm flipV="1">
                <a:off x="6918480" y="2869920"/>
                <a:ext cx="59760" cy="94320"/>
              </a:xfrm>
              <a:prstGeom prst="line">
                <a:avLst/>
              </a:prstGeom>
              <a:ln>
                <a:solidFill>
                  <a:srgbClr val="7C7C7C"/>
                </a:solidFill>
              </a:ln>
            </p:spPr>
            <p:style>
              <a:lnRef idx="0">
                <a:scrgbClr r="0" g="0" b="0"/>
              </a:lnRef>
              <a:fillRef idx="0">
                <a:scrgbClr r="0" g="0" b="0"/>
              </a:fillRef>
              <a:effectRef idx="0">
                <a:scrgbClr r="0" g="0" b="0"/>
              </a:effectRef>
              <a:fontRef idx="minor"/>
            </p:style>
          </p:sp>
          <p:sp>
            <p:nvSpPr>
              <p:cNvPr id="1413" name="Line 1600">
                <a:extLst>
                  <a:ext uri="{FF2B5EF4-FFF2-40B4-BE49-F238E27FC236}">
                    <a16:creationId xmlns:a16="http://schemas.microsoft.com/office/drawing/2014/main" id="{CDD318AB-1AAE-4909-9237-3F419EEBA27E}"/>
                  </a:ext>
                </a:extLst>
              </p:cNvPr>
              <p:cNvSpPr/>
              <p:nvPr/>
            </p:nvSpPr>
            <p:spPr>
              <a:xfrm flipV="1">
                <a:off x="6798240" y="3043440"/>
                <a:ext cx="59040" cy="32760"/>
              </a:xfrm>
              <a:prstGeom prst="line">
                <a:avLst/>
              </a:prstGeom>
              <a:ln>
                <a:solidFill>
                  <a:srgbClr val="6D6D6D"/>
                </a:solidFill>
              </a:ln>
            </p:spPr>
            <p:style>
              <a:lnRef idx="0">
                <a:scrgbClr r="0" g="0" b="0"/>
              </a:lnRef>
              <a:fillRef idx="0">
                <a:scrgbClr r="0" g="0" b="0"/>
              </a:fillRef>
              <a:effectRef idx="0">
                <a:scrgbClr r="0" g="0" b="0"/>
              </a:effectRef>
              <a:fontRef idx="minor"/>
            </p:style>
          </p:sp>
          <p:sp>
            <p:nvSpPr>
              <p:cNvPr id="1414" name="Line 1601">
                <a:extLst>
                  <a:ext uri="{FF2B5EF4-FFF2-40B4-BE49-F238E27FC236}">
                    <a16:creationId xmlns:a16="http://schemas.microsoft.com/office/drawing/2014/main" id="{E1EFF962-0BE8-4E9D-A6E6-FD67114AFA90}"/>
                  </a:ext>
                </a:extLst>
              </p:cNvPr>
              <p:cNvSpPr/>
              <p:nvPr/>
            </p:nvSpPr>
            <p:spPr>
              <a:xfrm flipV="1">
                <a:off x="6857280" y="2964240"/>
                <a:ext cx="61200" cy="79200"/>
              </a:xfrm>
              <a:prstGeom prst="line">
                <a:avLst/>
              </a:prstGeom>
              <a:ln>
                <a:solidFill>
                  <a:srgbClr val="727272"/>
                </a:solidFill>
              </a:ln>
            </p:spPr>
            <p:style>
              <a:lnRef idx="0">
                <a:scrgbClr r="0" g="0" b="0"/>
              </a:lnRef>
              <a:fillRef idx="0">
                <a:scrgbClr r="0" g="0" b="0"/>
              </a:fillRef>
              <a:effectRef idx="0">
                <a:scrgbClr r="0" g="0" b="0"/>
              </a:effectRef>
              <a:fontRef idx="minor"/>
            </p:style>
          </p:sp>
          <p:sp>
            <p:nvSpPr>
              <p:cNvPr id="1415" name="Line 1602">
                <a:extLst>
                  <a:ext uri="{FF2B5EF4-FFF2-40B4-BE49-F238E27FC236}">
                    <a16:creationId xmlns:a16="http://schemas.microsoft.com/office/drawing/2014/main" id="{9B29BBAB-5527-44A3-8B5E-F7B0E375A7B0}"/>
                  </a:ext>
                </a:extLst>
              </p:cNvPr>
              <p:cNvSpPr/>
              <p:nvPr/>
            </p:nvSpPr>
            <p:spPr>
              <a:xfrm flipV="1">
                <a:off x="6737040" y="3110400"/>
                <a:ext cx="61200" cy="33120"/>
              </a:xfrm>
              <a:prstGeom prst="line">
                <a:avLst/>
              </a:prstGeom>
              <a:ln>
                <a:solidFill>
                  <a:srgbClr val="656565"/>
                </a:solidFill>
              </a:ln>
            </p:spPr>
            <p:style>
              <a:lnRef idx="0">
                <a:scrgbClr r="0" g="0" b="0"/>
              </a:lnRef>
              <a:fillRef idx="0">
                <a:scrgbClr r="0" g="0" b="0"/>
              </a:fillRef>
              <a:effectRef idx="0">
                <a:scrgbClr r="0" g="0" b="0"/>
              </a:effectRef>
              <a:fontRef idx="minor"/>
            </p:style>
          </p:sp>
          <p:sp>
            <p:nvSpPr>
              <p:cNvPr id="1416" name="Line 1603">
                <a:extLst>
                  <a:ext uri="{FF2B5EF4-FFF2-40B4-BE49-F238E27FC236}">
                    <a16:creationId xmlns:a16="http://schemas.microsoft.com/office/drawing/2014/main" id="{7ABE8201-953C-4540-ABE4-CFAFE3CDD1E0}"/>
                  </a:ext>
                </a:extLst>
              </p:cNvPr>
              <p:cNvSpPr/>
              <p:nvPr/>
            </p:nvSpPr>
            <p:spPr>
              <a:xfrm flipV="1">
                <a:off x="6798240" y="3043440"/>
                <a:ext cx="59040" cy="66960"/>
              </a:xfrm>
              <a:prstGeom prst="line">
                <a:avLst/>
              </a:prstGeom>
              <a:ln>
                <a:solidFill>
                  <a:srgbClr val="6A6A6A"/>
                </a:solidFill>
              </a:ln>
            </p:spPr>
            <p:style>
              <a:lnRef idx="0">
                <a:scrgbClr r="0" g="0" b="0"/>
              </a:lnRef>
              <a:fillRef idx="0">
                <a:scrgbClr r="0" g="0" b="0"/>
              </a:fillRef>
              <a:effectRef idx="0">
                <a:scrgbClr r="0" g="0" b="0"/>
              </a:effectRef>
              <a:fontRef idx="minor"/>
            </p:style>
          </p:sp>
          <p:sp>
            <p:nvSpPr>
              <p:cNvPr id="1417" name="Line 1604">
                <a:extLst>
                  <a:ext uri="{FF2B5EF4-FFF2-40B4-BE49-F238E27FC236}">
                    <a16:creationId xmlns:a16="http://schemas.microsoft.com/office/drawing/2014/main" id="{EFD1903E-2282-4F7C-B56D-1289119FF512}"/>
                  </a:ext>
                </a:extLst>
              </p:cNvPr>
              <p:cNvSpPr/>
              <p:nvPr/>
            </p:nvSpPr>
            <p:spPr>
              <a:xfrm flipV="1">
                <a:off x="6677280" y="3165480"/>
                <a:ext cx="59760" cy="32760"/>
              </a:xfrm>
              <a:prstGeom prst="line">
                <a:avLst/>
              </a:prstGeom>
              <a:ln>
                <a:solidFill>
                  <a:srgbClr val="5E5E5E"/>
                </a:solidFill>
              </a:ln>
            </p:spPr>
            <p:style>
              <a:lnRef idx="0">
                <a:scrgbClr r="0" g="0" b="0"/>
              </a:lnRef>
              <a:fillRef idx="0">
                <a:scrgbClr r="0" g="0" b="0"/>
              </a:fillRef>
              <a:effectRef idx="0">
                <a:scrgbClr r="0" g="0" b="0"/>
              </a:effectRef>
              <a:fontRef idx="minor"/>
            </p:style>
          </p:sp>
          <p:sp>
            <p:nvSpPr>
              <p:cNvPr id="1418" name="Line 1605">
                <a:extLst>
                  <a:ext uri="{FF2B5EF4-FFF2-40B4-BE49-F238E27FC236}">
                    <a16:creationId xmlns:a16="http://schemas.microsoft.com/office/drawing/2014/main" id="{17299DB9-6349-4F00-BF26-6F5A4EE1D7B3}"/>
                  </a:ext>
                </a:extLst>
              </p:cNvPr>
              <p:cNvSpPr/>
              <p:nvPr/>
            </p:nvSpPr>
            <p:spPr>
              <a:xfrm flipV="1">
                <a:off x="6737040" y="3110400"/>
                <a:ext cx="61200" cy="55080"/>
              </a:xfrm>
              <a:prstGeom prst="line">
                <a:avLst/>
              </a:prstGeom>
              <a:ln>
                <a:solidFill>
                  <a:srgbClr val="636363"/>
                </a:solidFill>
              </a:ln>
            </p:spPr>
            <p:style>
              <a:lnRef idx="0">
                <a:scrgbClr r="0" g="0" b="0"/>
              </a:lnRef>
              <a:fillRef idx="0">
                <a:scrgbClr r="0" g="0" b="0"/>
              </a:fillRef>
              <a:effectRef idx="0">
                <a:scrgbClr r="0" g="0" b="0"/>
              </a:effectRef>
              <a:fontRef idx="minor"/>
            </p:style>
          </p:sp>
          <p:sp>
            <p:nvSpPr>
              <p:cNvPr id="1419" name="Line 1606">
                <a:extLst>
                  <a:ext uri="{FF2B5EF4-FFF2-40B4-BE49-F238E27FC236}">
                    <a16:creationId xmlns:a16="http://schemas.microsoft.com/office/drawing/2014/main" id="{97965565-B332-41B1-8720-6E1DA4B3962A}"/>
                  </a:ext>
                </a:extLst>
              </p:cNvPr>
              <p:cNvSpPr/>
              <p:nvPr/>
            </p:nvSpPr>
            <p:spPr>
              <a:xfrm flipV="1">
                <a:off x="6616080" y="3207600"/>
                <a:ext cx="61200" cy="32760"/>
              </a:xfrm>
              <a:prstGeom prst="line">
                <a:avLst/>
              </a:prstGeom>
              <a:ln>
                <a:solidFill>
                  <a:srgbClr val="595959"/>
                </a:solidFill>
              </a:ln>
            </p:spPr>
            <p:style>
              <a:lnRef idx="0">
                <a:scrgbClr r="0" g="0" b="0"/>
              </a:lnRef>
              <a:fillRef idx="0">
                <a:scrgbClr r="0" g="0" b="0"/>
              </a:fillRef>
              <a:effectRef idx="0">
                <a:scrgbClr r="0" g="0" b="0"/>
              </a:effectRef>
              <a:fontRef idx="minor"/>
            </p:style>
          </p:sp>
          <p:sp>
            <p:nvSpPr>
              <p:cNvPr id="1420" name="Line 1607">
                <a:extLst>
                  <a:ext uri="{FF2B5EF4-FFF2-40B4-BE49-F238E27FC236}">
                    <a16:creationId xmlns:a16="http://schemas.microsoft.com/office/drawing/2014/main" id="{4E59A1E0-B176-4BA8-A449-C69C8F246A9A}"/>
                  </a:ext>
                </a:extLst>
              </p:cNvPr>
              <p:cNvSpPr/>
              <p:nvPr/>
            </p:nvSpPr>
            <p:spPr>
              <a:xfrm flipV="1">
                <a:off x="6677280" y="3165480"/>
                <a:ext cx="59760" cy="42120"/>
              </a:xfrm>
              <a:prstGeom prst="line">
                <a:avLst/>
              </a:prstGeom>
              <a:ln>
                <a:solidFill>
                  <a:srgbClr val="5D5D5D"/>
                </a:solidFill>
              </a:ln>
            </p:spPr>
            <p:style>
              <a:lnRef idx="0">
                <a:scrgbClr r="0" g="0" b="0"/>
              </a:lnRef>
              <a:fillRef idx="0">
                <a:scrgbClr r="0" g="0" b="0"/>
              </a:fillRef>
              <a:effectRef idx="0">
                <a:scrgbClr r="0" g="0" b="0"/>
              </a:effectRef>
              <a:fontRef idx="minor"/>
            </p:style>
          </p:sp>
          <p:sp>
            <p:nvSpPr>
              <p:cNvPr id="1421" name="Line 1608">
                <a:extLst>
                  <a:ext uri="{FF2B5EF4-FFF2-40B4-BE49-F238E27FC236}">
                    <a16:creationId xmlns:a16="http://schemas.microsoft.com/office/drawing/2014/main" id="{5DE22701-DBFF-4BA4-992E-18F995C28710}"/>
                  </a:ext>
                </a:extLst>
              </p:cNvPr>
              <p:cNvSpPr/>
              <p:nvPr/>
            </p:nvSpPr>
            <p:spPr>
              <a:xfrm flipV="1">
                <a:off x="6555240" y="3237480"/>
                <a:ext cx="60840" cy="33120"/>
              </a:xfrm>
              <a:prstGeom prst="line">
                <a:avLst/>
              </a:prstGeom>
              <a:ln>
                <a:solidFill>
                  <a:srgbClr val="555555"/>
                </a:solidFill>
              </a:ln>
            </p:spPr>
            <p:style>
              <a:lnRef idx="0">
                <a:scrgbClr r="0" g="0" b="0"/>
              </a:lnRef>
              <a:fillRef idx="0">
                <a:scrgbClr r="0" g="0" b="0"/>
              </a:fillRef>
              <a:effectRef idx="0">
                <a:scrgbClr r="0" g="0" b="0"/>
              </a:effectRef>
              <a:fontRef idx="minor"/>
            </p:style>
          </p:sp>
          <p:sp>
            <p:nvSpPr>
              <p:cNvPr id="1422" name="Line 1609">
                <a:extLst>
                  <a:ext uri="{FF2B5EF4-FFF2-40B4-BE49-F238E27FC236}">
                    <a16:creationId xmlns:a16="http://schemas.microsoft.com/office/drawing/2014/main" id="{9FB0464F-7D44-4640-A441-0A72E7A40D33}"/>
                  </a:ext>
                </a:extLst>
              </p:cNvPr>
              <p:cNvSpPr/>
              <p:nvPr/>
            </p:nvSpPr>
            <p:spPr>
              <a:xfrm flipV="1">
                <a:off x="6616080" y="3207600"/>
                <a:ext cx="61200" cy="29880"/>
              </a:xfrm>
              <a:prstGeom prst="line">
                <a:avLst/>
              </a:prstGeom>
              <a:ln>
                <a:solidFill>
                  <a:srgbClr val="585858"/>
                </a:solidFill>
              </a:ln>
            </p:spPr>
            <p:style>
              <a:lnRef idx="0">
                <a:scrgbClr r="0" g="0" b="0"/>
              </a:lnRef>
              <a:fillRef idx="0">
                <a:scrgbClr r="0" g="0" b="0"/>
              </a:fillRef>
              <a:effectRef idx="0">
                <a:scrgbClr r="0" g="0" b="0"/>
              </a:effectRef>
              <a:fontRef idx="minor"/>
            </p:style>
          </p:sp>
          <p:sp>
            <p:nvSpPr>
              <p:cNvPr id="1423" name="Line 1610">
                <a:extLst>
                  <a:ext uri="{FF2B5EF4-FFF2-40B4-BE49-F238E27FC236}">
                    <a16:creationId xmlns:a16="http://schemas.microsoft.com/office/drawing/2014/main" id="{98DF04D2-E496-44EA-8AC8-81E88A78CB62}"/>
                  </a:ext>
                </a:extLst>
              </p:cNvPr>
              <p:cNvSpPr/>
              <p:nvPr/>
            </p:nvSpPr>
            <p:spPr>
              <a:xfrm flipV="1">
                <a:off x="6495120" y="3253320"/>
                <a:ext cx="60120" cy="33120"/>
              </a:xfrm>
              <a:prstGeom prst="line">
                <a:avLst/>
              </a:prstGeom>
              <a:ln>
                <a:solidFill>
                  <a:srgbClr val="525252"/>
                </a:solidFill>
              </a:ln>
            </p:spPr>
            <p:style>
              <a:lnRef idx="0">
                <a:scrgbClr r="0" g="0" b="0"/>
              </a:lnRef>
              <a:fillRef idx="0">
                <a:scrgbClr r="0" g="0" b="0"/>
              </a:fillRef>
              <a:effectRef idx="0">
                <a:scrgbClr r="0" g="0" b="0"/>
              </a:effectRef>
              <a:fontRef idx="minor"/>
            </p:style>
          </p:sp>
          <p:sp>
            <p:nvSpPr>
              <p:cNvPr id="1424" name="Line 1611">
                <a:extLst>
                  <a:ext uri="{FF2B5EF4-FFF2-40B4-BE49-F238E27FC236}">
                    <a16:creationId xmlns:a16="http://schemas.microsoft.com/office/drawing/2014/main" id="{6891BF4D-0EEA-4B3E-99C6-DFAB3FA8C6D7}"/>
                  </a:ext>
                </a:extLst>
              </p:cNvPr>
              <p:cNvSpPr/>
              <p:nvPr/>
            </p:nvSpPr>
            <p:spPr>
              <a:xfrm flipV="1">
                <a:off x="6555240" y="3237480"/>
                <a:ext cx="60840" cy="15840"/>
              </a:xfrm>
              <a:prstGeom prst="line">
                <a:avLst/>
              </a:prstGeom>
              <a:ln>
                <a:solidFill>
                  <a:srgbClr val="545454"/>
                </a:solidFill>
              </a:ln>
            </p:spPr>
            <p:style>
              <a:lnRef idx="0">
                <a:scrgbClr r="0" g="0" b="0"/>
              </a:lnRef>
              <a:fillRef idx="0">
                <a:scrgbClr r="0" g="0" b="0"/>
              </a:fillRef>
              <a:effectRef idx="0">
                <a:scrgbClr r="0" g="0" b="0"/>
              </a:effectRef>
              <a:fontRef idx="minor"/>
            </p:style>
          </p:sp>
          <p:sp>
            <p:nvSpPr>
              <p:cNvPr id="1425" name="Line 1612">
                <a:extLst>
                  <a:ext uri="{FF2B5EF4-FFF2-40B4-BE49-F238E27FC236}">
                    <a16:creationId xmlns:a16="http://schemas.microsoft.com/office/drawing/2014/main" id="{6F5920E3-2388-408E-BAEC-BA0DE9D22686}"/>
                  </a:ext>
                </a:extLst>
              </p:cNvPr>
              <p:cNvSpPr/>
              <p:nvPr/>
            </p:nvSpPr>
            <p:spPr>
              <a:xfrm flipV="1">
                <a:off x="6436080" y="3258360"/>
                <a:ext cx="59040" cy="33120"/>
              </a:xfrm>
              <a:prstGeom prst="line">
                <a:avLst/>
              </a:prstGeom>
              <a:ln>
                <a:solidFill>
                  <a:srgbClr val="505050"/>
                </a:solidFill>
              </a:ln>
            </p:spPr>
            <p:style>
              <a:lnRef idx="0">
                <a:scrgbClr r="0" g="0" b="0"/>
              </a:lnRef>
              <a:fillRef idx="0">
                <a:scrgbClr r="0" g="0" b="0"/>
              </a:fillRef>
              <a:effectRef idx="0">
                <a:scrgbClr r="0" g="0" b="0"/>
              </a:effectRef>
              <a:fontRef idx="minor"/>
            </p:style>
          </p:sp>
          <p:sp>
            <p:nvSpPr>
              <p:cNvPr id="1426" name="Line 1613">
                <a:extLst>
                  <a:ext uri="{FF2B5EF4-FFF2-40B4-BE49-F238E27FC236}">
                    <a16:creationId xmlns:a16="http://schemas.microsoft.com/office/drawing/2014/main" id="{0E875038-C82E-4A24-A5AD-AA1DA16C5F99}"/>
                  </a:ext>
                </a:extLst>
              </p:cNvPr>
              <p:cNvSpPr/>
              <p:nvPr/>
            </p:nvSpPr>
            <p:spPr>
              <a:xfrm flipV="1">
                <a:off x="6495120" y="3253320"/>
                <a:ext cx="60120" cy="5040"/>
              </a:xfrm>
              <a:prstGeom prst="line">
                <a:avLst/>
              </a:prstGeom>
              <a:ln>
                <a:solidFill>
                  <a:srgbClr val="525252"/>
                </a:solidFill>
              </a:ln>
            </p:spPr>
            <p:style>
              <a:lnRef idx="0">
                <a:scrgbClr r="0" g="0" b="0"/>
              </a:lnRef>
              <a:fillRef idx="0">
                <a:scrgbClr r="0" g="0" b="0"/>
              </a:fillRef>
              <a:effectRef idx="0">
                <a:scrgbClr r="0" g="0" b="0"/>
              </a:effectRef>
              <a:fontRef idx="minor"/>
            </p:style>
          </p:sp>
          <p:sp>
            <p:nvSpPr>
              <p:cNvPr id="1427" name="Line 1614">
                <a:extLst>
                  <a:ext uri="{FF2B5EF4-FFF2-40B4-BE49-F238E27FC236}">
                    <a16:creationId xmlns:a16="http://schemas.microsoft.com/office/drawing/2014/main" id="{39AC4916-2EFD-48CB-8085-C5A091615CC4}"/>
                  </a:ext>
                </a:extLst>
              </p:cNvPr>
              <p:cNvSpPr/>
              <p:nvPr/>
            </p:nvSpPr>
            <p:spPr>
              <a:xfrm flipV="1">
                <a:off x="6374880" y="3249360"/>
                <a:ext cx="61200" cy="33120"/>
              </a:xfrm>
              <a:prstGeom prst="line">
                <a:avLst/>
              </a:prstGeom>
              <a:ln>
                <a:solidFill>
                  <a:srgbClr val="4F4F4F"/>
                </a:solidFill>
              </a:ln>
            </p:spPr>
            <p:style>
              <a:lnRef idx="0">
                <a:scrgbClr r="0" g="0" b="0"/>
              </a:lnRef>
              <a:fillRef idx="0">
                <a:scrgbClr r="0" g="0" b="0"/>
              </a:fillRef>
              <a:effectRef idx="0">
                <a:scrgbClr r="0" g="0" b="0"/>
              </a:effectRef>
              <a:fontRef idx="minor"/>
            </p:style>
          </p:sp>
          <p:sp>
            <p:nvSpPr>
              <p:cNvPr id="1428" name="Line 1615">
                <a:extLst>
                  <a:ext uri="{FF2B5EF4-FFF2-40B4-BE49-F238E27FC236}">
                    <a16:creationId xmlns:a16="http://schemas.microsoft.com/office/drawing/2014/main" id="{147A1B3D-EB91-4D92-8AF3-8822E3DE23E3}"/>
                  </a:ext>
                </a:extLst>
              </p:cNvPr>
              <p:cNvSpPr/>
              <p:nvPr/>
            </p:nvSpPr>
            <p:spPr>
              <a:xfrm>
                <a:off x="6436080" y="3249360"/>
                <a:ext cx="59040" cy="9000"/>
              </a:xfrm>
              <a:prstGeom prst="line">
                <a:avLst/>
              </a:prstGeom>
              <a:ln>
                <a:solidFill>
                  <a:srgbClr val="515151"/>
                </a:solidFill>
              </a:ln>
            </p:spPr>
            <p:style>
              <a:lnRef idx="0">
                <a:scrgbClr r="0" g="0" b="0"/>
              </a:lnRef>
              <a:fillRef idx="0">
                <a:scrgbClr r="0" g="0" b="0"/>
              </a:fillRef>
              <a:effectRef idx="0">
                <a:scrgbClr r="0" g="0" b="0"/>
              </a:effectRef>
              <a:fontRef idx="minor"/>
            </p:style>
          </p:sp>
          <p:sp>
            <p:nvSpPr>
              <p:cNvPr id="1429" name="Line 1616">
                <a:extLst>
                  <a:ext uri="{FF2B5EF4-FFF2-40B4-BE49-F238E27FC236}">
                    <a16:creationId xmlns:a16="http://schemas.microsoft.com/office/drawing/2014/main" id="{3D8EE2E5-A438-4912-957E-6C731296108B}"/>
                  </a:ext>
                </a:extLst>
              </p:cNvPr>
              <p:cNvSpPr/>
              <p:nvPr/>
            </p:nvSpPr>
            <p:spPr>
              <a:xfrm flipV="1">
                <a:off x="6314760" y="3229560"/>
                <a:ext cx="60120" cy="32760"/>
              </a:xfrm>
              <a:prstGeom prst="line">
                <a:avLst/>
              </a:prstGeom>
              <a:ln>
                <a:solidFill>
                  <a:srgbClr val="505050"/>
                </a:solidFill>
              </a:ln>
            </p:spPr>
            <p:style>
              <a:lnRef idx="0">
                <a:scrgbClr r="0" g="0" b="0"/>
              </a:lnRef>
              <a:fillRef idx="0">
                <a:scrgbClr r="0" g="0" b="0"/>
              </a:fillRef>
              <a:effectRef idx="0">
                <a:scrgbClr r="0" g="0" b="0"/>
              </a:effectRef>
              <a:fontRef idx="minor"/>
            </p:style>
          </p:sp>
          <p:sp>
            <p:nvSpPr>
              <p:cNvPr id="1430" name="Line 1617">
                <a:extLst>
                  <a:ext uri="{FF2B5EF4-FFF2-40B4-BE49-F238E27FC236}">
                    <a16:creationId xmlns:a16="http://schemas.microsoft.com/office/drawing/2014/main" id="{92B7107E-5438-4070-B43F-48E53B0495A4}"/>
                  </a:ext>
                </a:extLst>
              </p:cNvPr>
              <p:cNvSpPr/>
              <p:nvPr/>
            </p:nvSpPr>
            <p:spPr>
              <a:xfrm>
                <a:off x="6374880" y="3229560"/>
                <a:ext cx="61200" cy="19800"/>
              </a:xfrm>
              <a:prstGeom prst="line">
                <a:avLst/>
              </a:prstGeom>
              <a:ln>
                <a:solidFill>
                  <a:srgbClr val="515151"/>
                </a:solidFill>
              </a:ln>
            </p:spPr>
            <p:style>
              <a:lnRef idx="0">
                <a:scrgbClr r="0" g="0" b="0"/>
              </a:lnRef>
              <a:fillRef idx="0">
                <a:scrgbClr r="0" g="0" b="0"/>
              </a:fillRef>
              <a:effectRef idx="0">
                <a:scrgbClr r="0" g="0" b="0"/>
              </a:effectRef>
              <a:fontRef idx="minor"/>
            </p:style>
          </p:sp>
          <p:sp>
            <p:nvSpPr>
              <p:cNvPr id="1431" name="Line 1618">
                <a:extLst>
                  <a:ext uri="{FF2B5EF4-FFF2-40B4-BE49-F238E27FC236}">
                    <a16:creationId xmlns:a16="http://schemas.microsoft.com/office/drawing/2014/main" id="{986F2F24-18D2-4012-ABC8-F1C4F440E935}"/>
                  </a:ext>
                </a:extLst>
              </p:cNvPr>
              <p:cNvSpPr/>
              <p:nvPr/>
            </p:nvSpPr>
            <p:spPr>
              <a:xfrm flipV="1">
                <a:off x="6253920" y="3196440"/>
                <a:ext cx="60840" cy="33120"/>
              </a:xfrm>
              <a:prstGeom prst="line">
                <a:avLst/>
              </a:prstGeom>
              <a:ln>
                <a:solidFill>
                  <a:srgbClr val="525252"/>
                </a:solidFill>
              </a:ln>
            </p:spPr>
            <p:style>
              <a:lnRef idx="0">
                <a:scrgbClr r="0" g="0" b="0"/>
              </a:lnRef>
              <a:fillRef idx="0">
                <a:scrgbClr r="0" g="0" b="0"/>
              </a:fillRef>
              <a:effectRef idx="0">
                <a:scrgbClr r="0" g="0" b="0"/>
              </a:effectRef>
              <a:fontRef idx="minor"/>
            </p:style>
          </p:sp>
          <p:sp>
            <p:nvSpPr>
              <p:cNvPr id="1432" name="Line 1619">
                <a:extLst>
                  <a:ext uri="{FF2B5EF4-FFF2-40B4-BE49-F238E27FC236}">
                    <a16:creationId xmlns:a16="http://schemas.microsoft.com/office/drawing/2014/main" id="{AC8E00B6-352A-481B-AB27-68ECAD453A20}"/>
                  </a:ext>
                </a:extLst>
              </p:cNvPr>
              <p:cNvSpPr/>
              <p:nvPr/>
            </p:nvSpPr>
            <p:spPr>
              <a:xfrm>
                <a:off x="6314760" y="3196440"/>
                <a:ext cx="60120" cy="33120"/>
              </a:xfrm>
              <a:prstGeom prst="line">
                <a:avLst/>
              </a:prstGeom>
              <a:ln>
                <a:solidFill>
                  <a:srgbClr val="525252"/>
                </a:solidFill>
              </a:ln>
            </p:spPr>
            <p:style>
              <a:lnRef idx="0">
                <a:scrgbClr r="0" g="0" b="0"/>
              </a:lnRef>
              <a:fillRef idx="0">
                <a:scrgbClr r="0" g="0" b="0"/>
              </a:fillRef>
              <a:effectRef idx="0">
                <a:scrgbClr r="0" g="0" b="0"/>
              </a:effectRef>
              <a:fontRef idx="minor"/>
            </p:style>
          </p:sp>
          <p:sp>
            <p:nvSpPr>
              <p:cNvPr id="1433" name="Line 1620">
                <a:extLst>
                  <a:ext uri="{FF2B5EF4-FFF2-40B4-BE49-F238E27FC236}">
                    <a16:creationId xmlns:a16="http://schemas.microsoft.com/office/drawing/2014/main" id="{1A004D17-025A-4A87-9DC5-61231616A76E}"/>
                  </a:ext>
                </a:extLst>
              </p:cNvPr>
              <p:cNvSpPr/>
              <p:nvPr/>
            </p:nvSpPr>
            <p:spPr>
              <a:xfrm flipV="1">
                <a:off x="6192720" y="3151440"/>
                <a:ext cx="61200" cy="33120"/>
              </a:xfrm>
              <a:prstGeom prst="line">
                <a:avLst/>
              </a:prstGeom>
              <a:ln>
                <a:solidFill>
                  <a:srgbClr val="555555"/>
                </a:solidFill>
              </a:ln>
            </p:spPr>
            <p:style>
              <a:lnRef idx="0">
                <a:scrgbClr r="0" g="0" b="0"/>
              </a:lnRef>
              <a:fillRef idx="0">
                <a:scrgbClr r="0" g="0" b="0"/>
              </a:fillRef>
              <a:effectRef idx="0">
                <a:scrgbClr r="0" g="0" b="0"/>
              </a:effectRef>
              <a:fontRef idx="minor"/>
            </p:style>
          </p:sp>
          <p:sp>
            <p:nvSpPr>
              <p:cNvPr id="1434" name="Line 1621">
                <a:extLst>
                  <a:ext uri="{FF2B5EF4-FFF2-40B4-BE49-F238E27FC236}">
                    <a16:creationId xmlns:a16="http://schemas.microsoft.com/office/drawing/2014/main" id="{0134D25B-56D1-4968-92F9-755B6722F0DD}"/>
                  </a:ext>
                </a:extLst>
              </p:cNvPr>
              <p:cNvSpPr/>
              <p:nvPr/>
            </p:nvSpPr>
            <p:spPr>
              <a:xfrm>
                <a:off x="6253920" y="3151440"/>
                <a:ext cx="60840" cy="45000"/>
              </a:xfrm>
              <a:prstGeom prst="line">
                <a:avLst/>
              </a:prstGeom>
              <a:ln>
                <a:solidFill>
                  <a:srgbClr val="545454"/>
                </a:solidFill>
              </a:ln>
            </p:spPr>
            <p:style>
              <a:lnRef idx="0">
                <a:scrgbClr r="0" g="0" b="0"/>
              </a:lnRef>
              <a:fillRef idx="0">
                <a:scrgbClr r="0" g="0" b="0"/>
              </a:fillRef>
              <a:effectRef idx="0">
                <a:scrgbClr r="0" g="0" b="0"/>
              </a:effectRef>
              <a:fontRef idx="minor"/>
            </p:style>
          </p:sp>
          <p:sp>
            <p:nvSpPr>
              <p:cNvPr id="1435" name="Line 1622">
                <a:extLst>
                  <a:ext uri="{FF2B5EF4-FFF2-40B4-BE49-F238E27FC236}">
                    <a16:creationId xmlns:a16="http://schemas.microsoft.com/office/drawing/2014/main" id="{C6739F9D-E01C-4439-AA3E-3EC968A6B897}"/>
                  </a:ext>
                </a:extLst>
              </p:cNvPr>
              <p:cNvSpPr/>
              <p:nvPr/>
            </p:nvSpPr>
            <p:spPr>
              <a:xfrm flipV="1">
                <a:off x="6131880" y="3092400"/>
                <a:ext cx="60840" cy="33840"/>
              </a:xfrm>
              <a:prstGeom prst="line">
                <a:avLst/>
              </a:prstGeom>
              <a:ln>
                <a:solidFill>
                  <a:srgbClr val="595959"/>
                </a:solidFill>
              </a:ln>
            </p:spPr>
            <p:style>
              <a:lnRef idx="0">
                <a:scrgbClr r="0" g="0" b="0"/>
              </a:lnRef>
              <a:fillRef idx="0">
                <a:scrgbClr r="0" g="0" b="0"/>
              </a:fillRef>
              <a:effectRef idx="0">
                <a:scrgbClr r="0" g="0" b="0"/>
              </a:effectRef>
              <a:fontRef idx="minor"/>
            </p:style>
          </p:sp>
          <p:sp>
            <p:nvSpPr>
              <p:cNvPr id="1436" name="Line 1623">
                <a:extLst>
                  <a:ext uri="{FF2B5EF4-FFF2-40B4-BE49-F238E27FC236}">
                    <a16:creationId xmlns:a16="http://schemas.microsoft.com/office/drawing/2014/main" id="{CDA4698A-120A-4B37-B0D4-2A7670A37EA7}"/>
                  </a:ext>
                </a:extLst>
              </p:cNvPr>
              <p:cNvSpPr/>
              <p:nvPr/>
            </p:nvSpPr>
            <p:spPr>
              <a:xfrm>
                <a:off x="6192720" y="3092400"/>
                <a:ext cx="61200" cy="59040"/>
              </a:xfrm>
              <a:prstGeom prst="line">
                <a:avLst/>
              </a:prstGeom>
              <a:ln>
                <a:solidFill>
                  <a:srgbClr val="585858"/>
                </a:solidFill>
              </a:ln>
            </p:spPr>
            <p:style>
              <a:lnRef idx="0">
                <a:scrgbClr r="0" g="0" b="0"/>
              </a:lnRef>
              <a:fillRef idx="0">
                <a:scrgbClr r="0" g="0" b="0"/>
              </a:fillRef>
              <a:effectRef idx="0">
                <a:scrgbClr r="0" g="0" b="0"/>
              </a:effectRef>
              <a:fontRef idx="minor"/>
            </p:style>
          </p:sp>
          <p:sp>
            <p:nvSpPr>
              <p:cNvPr id="1437" name="Line 1624">
                <a:extLst>
                  <a:ext uri="{FF2B5EF4-FFF2-40B4-BE49-F238E27FC236}">
                    <a16:creationId xmlns:a16="http://schemas.microsoft.com/office/drawing/2014/main" id="{F65B7E3E-0D6E-47B9-8A92-DE7B0E28CD20}"/>
                  </a:ext>
                </a:extLst>
              </p:cNvPr>
              <p:cNvSpPr/>
              <p:nvPr/>
            </p:nvSpPr>
            <p:spPr>
              <a:xfrm flipV="1">
                <a:off x="6073560" y="3022200"/>
                <a:ext cx="58320" cy="33120"/>
              </a:xfrm>
              <a:prstGeom prst="line">
                <a:avLst/>
              </a:prstGeom>
              <a:ln>
                <a:solidFill>
                  <a:srgbClr val="5E5E5E"/>
                </a:solidFill>
              </a:ln>
            </p:spPr>
            <p:style>
              <a:lnRef idx="0">
                <a:scrgbClr r="0" g="0" b="0"/>
              </a:lnRef>
              <a:fillRef idx="0">
                <a:scrgbClr r="0" g="0" b="0"/>
              </a:fillRef>
              <a:effectRef idx="0">
                <a:scrgbClr r="0" g="0" b="0"/>
              </a:effectRef>
              <a:fontRef idx="minor"/>
            </p:style>
          </p:sp>
          <p:sp>
            <p:nvSpPr>
              <p:cNvPr id="1438" name="Line 1625">
                <a:extLst>
                  <a:ext uri="{FF2B5EF4-FFF2-40B4-BE49-F238E27FC236}">
                    <a16:creationId xmlns:a16="http://schemas.microsoft.com/office/drawing/2014/main" id="{2967D37A-51E3-45CA-A471-B0FAEC31D834}"/>
                  </a:ext>
                </a:extLst>
              </p:cNvPr>
              <p:cNvSpPr/>
              <p:nvPr/>
            </p:nvSpPr>
            <p:spPr>
              <a:xfrm>
                <a:off x="6131880" y="3022200"/>
                <a:ext cx="60840" cy="70200"/>
              </a:xfrm>
              <a:prstGeom prst="line">
                <a:avLst/>
              </a:prstGeom>
              <a:ln>
                <a:solidFill>
                  <a:srgbClr val="5D5D5D"/>
                </a:solidFill>
              </a:ln>
            </p:spPr>
            <p:style>
              <a:lnRef idx="0">
                <a:scrgbClr r="0" g="0" b="0"/>
              </a:lnRef>
              <a:fillRef idx="0">
                <a:scrgbClr r="0" g="0" b="0"/>
              </a:fillRef>
              <a:effectRef idx="0">
                <a:scrgbClr r="0" g="0" b="0"/>
              </a:effectRef>
              <a:fontRef idx="minor"/>
            </p:style>
          </p:sp>
          <p:sp>
            <p:nvSpPr>
              <p:cNvPr id="1439" name="Line 1626">
                <a:extLst>
                  <a:ext uri="{FF2B5EF4-FFF2-40B4-BE49-F238E27FC236}">
                    <a16:creationId xmlns:a16="http://schemas.microsoft.com/office/drawing/2014/main" id="{181059E7-1E4F-4C9A-95A2-8AC50FF9CF5B}"/>
                  </a:ext>
                </a:extLst>
              </p:cNvPr>
              <p:cNvSpPr/>
              <p:nvPr/>
            </p:nvSpPr>
            <p:spPr>
              <a:xfrm flipV="1">
                <a:off x="6012720" y="2938320"/>
                <a:ext cx="60840" cy="32760"/>
              </a:xfrm>
              <a:prstGeom prst="line">
                <a:avLst/>
              </a:prstGeom>
              <a:ln>
                <a:solidFill>
                  <a:srgbClr val="656565"/>
                </a:solidFill>
              </a:ln>
            </p:spPr>
            <p:style>
              <a:lnRef idx="0">
                <a:scrgbClr r="0" g="0" b="0"/>
              </a:lnRef>
              <a:fillRef idx="0">
                <a:scrgbClr r="0" g="0" b="0"/>
              </a:fillRef>
              <a:effectRef idx="0">
                <a:scrgbClr r="0" g="0" b="0"/>
              </a:effectRef>
              <a:fontRef idx="minor"/>
            </p:style>
          </p:sp>
          <p:sp>
            <p:nvSpPr>
              <p:cNvPr id="1440" name="Line 1627">
                <a:extLst>
                  <a:ext uri="{FF2B5EF4-FFF2-40B4-BE49-F238E27FC236}">
                    <a16:creationId xmlns:a16="http://schemas.microsoft.com/office/drawing/2014/main" id="{EA878AF4-E48C-4FEC-BED6-8000CE70CED1}"/>
                  </a:ext>
                </a:extLst>
              </p:cNvPr>
              <p:cNvSpPr/>
              <p:nvPr/>
            </p:nvSpPr>
            <p:spPr>
              <a:xfrm>
                <a:off x="6073560" y="2938320"/>
                <a:ext cx="58320" cy="83880"/>
              </a:xfrm>
              <a:prstGeom prst="line">
                <a:avLst/>
              </a:prstGeom>
              <a:ln>
                <a:solidFill>
                  <a:srgbClr val="636363"/>
                </a:solidFill>
              </a:ln>
            </p:spPr>
            <p:style>
              <a:lnRef idx="0">
                <a:scrgbClr r="0" g="0" b="0"/>
              </a:lnRef>
              <a:fillRef idx="0">
                <a:scrgbClr r="0" g="0" b="0"/>
              </a:fillRef>
              <a:effectRef idx="0">
                <a:scrgbClr r="0" g="0" b="0"/>
              </a:effectRef>
              <a:fontRef idx="minor"/>
            </p:style>
          </p:sp>
          <p:sp>
            <p:nvSpPr>
              <p:cNvPr id="1441" name="Line 1628">
                <a:extLst>
                  <a:ext uri="{FF2B5EF4-FFF2-40B4-BE49-F238E27FC236}">
                    <a16:creationId xmlns:a16="http://schemas.microsoft.com/office/drawing/2014/main" id="{A2594310-2134-43B0-B34F-7C7CAB859E8E}"/>
                  </a:ext>
                </a:extLst>
              </p:cNvPr>
              <p:cNvSpPr/>
              <p:nvPr/>
            </p:nvSpPr>
            <p:spPr>
              <a:xfrm flipV="1">
                <a:off x="5951520" y="2842200"/>
                <a:ext cx="61200" cy="33840"/>
              </a:xfrm>
              <a:prstGeom prst="line">
                <a:avLst/>
              </a:prstGeom>
              <a:ln>
                <a:solidFill>
                  <a:srgbClr val="6D6D6D"/>
                </a:solidFill>
              </a:ln>
            </p:spPr>
            <p:style>
              <a:lnRef idx="0">
                <a:scrgbClr r="0" g="0" b="0"/>
              </a:lnRef>
              <a:fillRef idx="0">
                <a:scrgbClr r="0" g="0" b="0"/>
              </a:fillRef>
              <a:effectRef idx="0">
                <a:scrgbClr r="0" g="0" b="0"/>
              </a:effectRef>
              <a:fontRef idx="minor"/>
            </p:style>
          </p:sp>
          <p:sp>
            <p:nvSpPr>
              <p:cNvPr id="1442" name="Line 1629">
                <a:extLst>
                  <a:ext uri="{FF2B5EF4-FFF2-40B4-BE49-F238E27FC236}">
                    <a16:creationId xmlns:a16="http://schemas.microsoft.com/office/drawing/2014/main" id="{B286EFC7-FB8A-4594-8E64-8AB71C11408F}"/>
                  </a:ext>
                </a:extLst>
              </p:cNvPr>
              <p:cNvSpPr/>
              <p:nvPr/>
            </p:nvSpPr>
            <p:spPr>
              <a:xfrm>
                <a:off x="6012720" y="2842200"/>
                <a:ext cx="60840" cy="96120"/>
              </a:xfrm>
              <a:prstGeom prst="line">
                <a:avLst/>
              </a:prstGeom>
              <a:ln>
                <a:solidFill>
                  <a:srgbClr val="6A6A6A"/>
                </a:solidFill>
              </a:ln>
            </p:spPr>
            <p:style>
              <a:lnRef idx="0">
                <a:scrgbClr r="0" g="0" b="0"/>
              </a:lnRef>
              <a:fillRef idx="0">
                <a:scrgbClr r="0" g="0" b="0"/>
              </a:fillRef>
              <a:effectRef idx="0">
                <a:scrgbClr r="0" g="0" b="0"/>
              </a:effectRef>
              <a:fontRef idx="minor"/>
            </p:style>
          </p:sp>
          <p:sp>
            <p:nvSpPr>
              <p:cNvPr id="1443" name="Line 1630">
                <a:extLst>
                  <a:ext uri="{FF2B5EF4-FFF2-40B4-BE49-F238E27FC236}">
                    <a16:creationId xmlns:a16="http://schemas.microsoft.com/office/drawing/2014/main" id="{63CE67F8-4E5A-40AF-94FE-71DCD5150123}"/>
                  </a:ext>
                </a:extLst>
              </p:cNvPr>
              <p:cNvSpPr/>
              <p:nvPr/>
            </p:nvSpPr>
            <p:spPr>
              <a:xfrm flipV="1">
                <a:off x="5891760" y="2733840"/>
                <a:ext cx="59760" cy="33120"/>
              </a:xfrm>
              <a:prstGeom prst="line">
                <a:avLst/>
              </a:prstGeom>
              <a:ln>
                <a:solidFill>
                  <a:srgbClr val="767676"/>
                </a:solidFill>
              </a:ln>
            </p:spPr>
            <p:style>
              <a:lnRef idx="0">
                <a:scrgbClr r="0" g="0" b="0"/>
              </a:lnRef>
              <a:fillRef idx="0">
                <a:scrgbClr r="0" g="0" b="0"/>
              </a:fillRef>
              <a:effectRef idx="0">
                <a:scrgbClr r="0" g="0" b="0"/>
              </a:effectRef>
              <a:fontRef idx="minor"/>
            </p:style>
          </p:sp>
          <p:sp>
            <p:nvSpPr>
              <p:cNvPr id="1444" name="Line 1631">
                <a:extLst>
                  <a:ext uri="{FF2B5EF4-FFF2-40B4-BE49-F238E27FC236}">
                    <a16:creationId xmlns:a16="http://schemas.microsoft.com/office/drawing/2014/main" id="{A7FBE1D9-375F-4AC1-AFDF-7310478B6744}"/>
                  </a:ext>
                </a:extLst>
              </p:cNvPr>
              <p:cNvSpPr/>
              <p:nvPr/>
            </p:nvSpPr>
            <p:spPr>
              <a:xfrm>
                <a:off x="5951520" y="2733840"/>
                <a:ext cx="61200" cy="108360"/>
              </a:xfrm>
              <a:prstGeom prst="line">
                <a:avLst/>
              </a:prstGeom>
              <a:ln>
                <a:solidFill>
                  <a:srgbClr val="727272"/>
                </a:solidFill>
              </a:ln>
            </p:spPr>
            <p:style>
              <a:lnRef idx="0">
                <a:scrgbClr r="0" g="0" b="0"/>
              </a:lnRef>
              <a:fillRef idx="0">
                <a:scrgbClr r="0" g="0" b="0"/>
              </a:fillRef>
              <a:effectRef idx="0">
                <a:scrgbClr r="0" g="0" b="0"/>
              </a:effectRef>
              <a:fontRef idx="minor"/>
            </p:style>
          </p:sp>
          <p:sp>
            <p:nvSpPr>
              <p:cNvPr id="1445" name="Line 1632">
                <a:extLst>
                  <a:ext uri="{FF2B5EF4-FFF2-40B4-BE49-F238E27FC236}">
                    <a16:creationId xmlns:a16="http://schemas.microsoft.com/office/drawing/2014/main" id="{AFF63033-39D0-4C4D-A0D1-83B9EF84CBE1}"/>
                  </a:ext>
                </a:extLst>
              </p:cNvPr>
              <p:cNvSpPr/>
              <p:nvPr/>
            </p:nvSpPr>
            <p:spPr>
              <a:xfrm flipV="1">
                <a:off x="5830560" y="2613960"/>
                <a:ext cx="61200" cy="32760"/>
              </a:xfrm>
              <a:prstGeom prst="line">
                <a:avLst/>
              </a:prstGeom>
              <a:ln>
                <a:solidFill>
                  <a:srgbClr val="808080"/>
                </a:solidFill>
              </a:ln>
            </p:spPr>
            <p:style>
              <a:lnRef idx="0">
                <a:scrgbClr r="0" g="0" b="0"/>
              </a:lnRef>
              <a:fillRef idx="0">
                <a:scrgbClr r="0" g="0" b="0"/>
              </a:fillRef>
              <a:effectRef idx="0">
                <a:scrgbClr r="0" g="0" b="0"/>
              </a:effectRef>
              <a:fontRef idx="minor"/>
            </p:style>
          </p:sp>
          <p:sp>
            <p:nvSpPr>
              <p:cNvPr id="1446" name="Line 1633">
                <a:extLst>
                  <a:ext uri="{FF2B5EF4-FFF2-40B4-BE49-F238E27FC236}">
                    <a16:creationId xmlns:a16="http://schemas.microsoft.com/office/drawing/2014/main" id="{D3BC9489-BE7B-49D6-905D-49C6602399BD}"/>
                  </a:ext>
                </a:extLst>
              </p:cNvPr>
              <p:cNvSpPr/>
              <p:nvPr/>
            </p:nvSpPr>
            <p:spPr>
              <a:xfrm>
                <a:off x="5891760" y="2613960"/>
                <a:ext cx="59760" cy="119880"/>
              </a:xfrm>
              <a:prstGeom prst="line">
                <a:avLst/>
              </a:prstGeom>
              <a:ln>
                <a:solidFill>
                  <a:srgbClr val="7C7C7C"/>
                </a:solidFill>
              </a:ln>
            </p:spPr>
            <p:style>
              <a:lnRef idx="0">
                <a:scrgbClr r="0" g="0" b="0"/>
              </a:lnRef>
              <a:fillRef idx="0">
                <a:scrgbClr r="0" g="0" b="0"/>
              </a:fillRef>
              <a:effectRef idx="0">
                <a:scrgbClr r="0" g="0" b="0"/>
              </a:effectRef>
              <a:fontRef idx="minor"/>
            </p:style>
          </p:sp>
          <p:sp>
            <p:nvSpPr>
              <p:cNvPr id="1447" name="Line 1634">
                <a:extLst>
                  <a:ext uri="{FF2B5EF4-FFF2-40B4-BE49-F238E27FC236}">
                    <a16:creationId xmlns:a16="http://schemas.microsoft.com/office/drawing/2014/main" id="{23009067-BA7C-4A40-B1EE-4FAA7AA83AC1}"/>
                  </a:ext>
                </a:extLst>
              </p:cNvPr>
              <p:cNvSpPr/>
              <p:nvPr/>
            </p:nvSpPr>
            <p:spPr>
              <a:xfrm flipV="1">
                <a:off x="5769360" y="2479680"/>
                <a:ext cx="61200" cy="33120"/>
              </a:xfrm>
              <a:prstGeom prst="line">
                <a:avLst/>
              </a:prstGeom>
              <a:ln>
                <a:solidFill>
                  <a:srgbClr val="8C8C8C"/>
                </a:solidFill>
              </a:ln>
            </p:spPr>
            <p:style>
              <a:lnRef idx="0">
                <a:scrgbClr r="0" g="0" b="0"/>
              </a:lnRef>
              <a:fillRef idx="0">
                <a:scrgbClr r="0" g="0" b="0"/>
              </a:fillRef>
              <a:effectRef idx="0">
                <a:scrgbClr r="0" g="0" b="0"/>
              </a:effectRef>
              <a:fontRef idx="minor"/>
            </p:style>
          </p:sp>
          <p:sp>
            <p:nvSpPr>
              <p:cNvPr id="1448" name="Line 1635">
                <a:extLst>
                  <a:ext uri="{FF2B5EF4-FFF2-40B4-BE49-F238E27FC236}">
                    <a16:creationId xmlns:a16="http://schemas.microsoft.com/office/drawing/2014/main" id="{833FA4AB-D934-4C17-82B9-3C9F68A9C7EF}"/>
                  </a:ext>
                </a:extLst>
              </p:cNvPr>
              <p:cNvSpPr/>
              <p:nvPr/>
            </p:nvSpPr>
            <p:spPr>
              <a:xfrm>
                <a:off x="5830560" y="2479680"/>
                <a:ext cx="61200" cy="134280"/>
              </a:xfrm>
              <a:prstGeom prst="line">
                <a:avLst/>
              </a:prstGeom>
              <a:ln>
                <a:solidFill>
                  <a:srgbClr val="878787"/>
                </a:solidFill>
              </a:ln>
            </p:spPr>
            <p:style>
              <a:lnRef idx="0">
                <a:scrgbClr r="0" g="0" b="0"/>
              </a:lnRef>
              <a:fillRef idx="0">
                <a:scrgbClr r="0" g="0" b="0"/>
              </a:fillRef>
              <a:effectRef idx="0">
                <a:scrgbClr r="0" g="0" b="0"/>
              </a:effectRef>
              <a:fontRef idx="minor"/>
            </p:style>
          </p:sp>
          <p:sp>
            <p:nvSpPr>
              <p:cNvPr id="1449" name="Line 1636">
                <a:extLst>
                  <a:ext uri="{FF2B5EF4-FFF2-40B4-BE49-F238E27FC236}">
                    <a16:creationId xmlns:a16="http://schemas.microsoft.com/office/drawing/2014/main" id="{1B3950E4-5FA6-4846-BC52-43CB7D8C7B08}"/>
                  </a:ext>
                </a:extLst>
              </p:cNvPr>
              <p:cNvSpPr/>
              <p:nvPr/>
            </p:nvSpPr>
            <p:spPr>
              <a:xfrm flipV="1">
                <a:off x="5710320" y="2334600"/>
                <a:ext cx="59040" cy="33120"/>
              </a:xfrm>
              <a:prstGeom prst="line">
                <a:avLst/>
              </a:prstGeom>
              <a:ln>
                <a:solidFill>
                  <a:srgbClr val="989898"/>
                </a:solidFill>
              </a:ln>
            </p:spPr>
            <p:style>
              <a:lnRef idx="0">
                <a:scrgbClr r="0" g="0" b="0"/>
              </a:lnRef>
              <a:fillRef idx="0">
                <a:scrgbClr r="0" g="0" b="0"/>
              </a:fillRef>
              <a:effectRef idx="0">
                <a:scrgbClr r="0" g="0" b="0"/>
              </a:effectRef>
              <a:fontRef idx="minor"/>
            </p:style>
          </p:sp>
          <p:sp>
            <p:nvSpPr>
              <p:cNvPr id="1450" name="Line 1637">
                <a:extLst>
                  <a:ext uri="{FF2B5EF4-FFF2-40B4-BE49-F238E27FC236}">
                    <a16:creationId xmlns:a16="http://schemas.microsoft.com/office/drawing/2014/main" id="{52A3F32C-5663-45B8-80AD-0F9C92A6BDE8}"/>
                  </a:ext>
                </a:extLst>
              </p:cNvPr>
              <p:cNvSpPr/>
              <p:nvPr/>
            </p:nvSpPr>
            <p:spPr>
              <a:xfrm>
                <a:off x="5769360" y="2334600"/>
                <a:ext cx="61200" cy="145080"/>
              </a:xfrm>
              <a:prstGeom prst="line">
                <a:avLst/>
              </a:prstGeom>
              <a:ln>
                <a:solidFill>
                  <a:srgbClr val="939393"/>
                </a:solidFill>
              </a:ln>
            </p:spPr>
            <p:style>
              <a:lnRef idx="0">
                <a:scrgbClr r="0" g="0" b="0"/>
              </a:lnRef>
              <a:fillRef idx="0">
                <a:scrgbClr r="0" g="0" b="0"/>
              </a:fillRef>
              <a:effectRef idx="0">
                <a:scrgbClr r="0" g="0" b="0"/>
              </a:effectRef>
              <a:fontRef idx="minor"/>
            </p:style>
          </p:sp>
          <p:sp>
            <p:nvSpPr>
              <p:cNvPr id="1451" name="Line 1638">
                <a:extLst>
                  <a:ext uri="{FF2B5EF4-FFF2-40B4-BE49-F238E27FC236}">
                    <a16:creationId xmlns:a16="http://schemas.microsoft.com/office/drawing/2014/main" id="{5E467A0C-D8A0-47B0-B613-2C3868B3D9D6}"/>
                  </a:ext>
                </a:extLst>
              </p:cNvPr>
              <p:cNvSpPr/>
              <p:nvPr/>
            </p:nvSpPr>
            <p:spPr>
              <a:xfrm flipV="1">
                <a:off x="5650560" y="2175480"/>
                <a:ext cx="59760" cy="33840"/>
              </a:xfrm>
              <a:prstGeom prst="line">
                <a:avLst/>
              </a:prstGeom>
              <a:ln>
                <a:solidFill>
                  <a:srgbClr val="A6A6A6"/>
                </a:solidFill>
              </a:ln>
            </p:spPr>
            <p:style>
              <a:lnRef idx="0">
                <a:scrgbClr r="0" g="0" b="0"/>
              </a:lnRef>
              <a:fillRef idx="0">
                <a:scrgbClr r="0" g="0" b="0"/>
              </a:fillRef>
              <a:effectRef idx="0">
                <a:scrgbClr r="0" g="0" b="0"/>
              </a:effectRef>
              <a:fontRef idx="minor"/>
            </p:style>
          </p:sp>
          <p:sp>
            <p:nvSpPr>
              <p:cNvPr id="1452" name="Line 1639">
                <a:extLst>
                  <a:ext uri="{FF2B5EF4-FFF2-40B4-BE49-F238E27FC236}">
                    <a16:creationId xmlns:a16="http://schemas.microsoft.com/office/drawing/2014/main" id="{D73A16C4-08C2-4076-B69A-D23A09CC9447}"/>
                  </a:ext>
                </a:extLst>
              </p:cNvPr>
              <p:cNvSpPr/>
              <p:nvPr/>
            </p:nvSpPr>
            <p:spPr>
              <a:xfrm>
                <a:off x="5710320" y="2175480"/>
                <a:ext cx="59040" cy="159120"/>
              </a:xfrm>
              <a:prstGeom prst="line">
                <a:avLst/>
              </a:prstGeom>
              <a:ln>
                <a:solidFill>
                  <a:srgbClr val="A0A0A0"/>
                </a:solidFill>
              </a:ln>
            </p:spPr>
            <p:style>
              <a:lnRef idx="0">
                <a:scrgbClr r="0" g="0" b="0"/>
              </a:lnRef>
              <a:fillRef idx="0">
                <a:scrgbClr r="0" g="0" b="0"/>
              </a:fillRef>
              <a:effectRef idx="0">
                <a:scrgbClr r="0" g="0" b="0"/>
              </a:effectRef>
              <a:fontRef idx="minor"/>
            </p:style>
          </p:sp>
          <p:sp>
            <p:nvSpPr>
              <p:cNvPr id="1453" name="Line 1640">
                <a:extLst>
                  <a:ext uri="{FF2B5EF4-FFF2-40B4-BE49-F238E27FC236}">
                    <a16:creationId xmlns:a16="http://schemas.microsoft.com/office/drawing/2014/main" id="{F94042D5-AEB2-4F05-9EC9-6251A35F0B12}"/>
                  </a:ext>
                </a:extLst>
              </p:cNvPr>
              <p:cNvSpPr/>
              <p:nvPr/>
            </p:nvSpPr>
            <p:spPr>
              <a:xfrm flipV="1">
                <a:off x="7100280" y="2603880"/>
                <a:ext cx="59040" cy="43920"/>
              </a:xfrm>
              <a:prstGeom prst="line">
                <a:avLst/>
              </a:prstGeom>
              <a:ln>
                <a:solidFill>
                  <a:srgbClr val="9B9B9B"/>
                </a:solidFill>
              </a:ln>
            </p:spPr>
            <p:style>
              <a:lnRef idx="0">
                <a:scrgbClr r="0" g="0" b="0"/>
              </a:lnRef>
              <a:fillRef idx="0">
                <a:scrgbClr r="0" g="0" b="0"/>
              </a:fillRef>
              <a:effectRef idx="0">
                <a:scrgbClr r="0" g="0" b="0"/>
              </a:effectRef>
              <a:fontRef idx="minor"/>
            </p:style>
          </p:sp>
          <p:sp>
            <p:nvSpPr>
              <p:cNvPr id="1454" name="Line 1641">
                <a:extLst>
                  <a:ext uri="{FF2B5EF4-FFF2-40B4-BE49-F238E27FC236}">
                    <a16:creationId xmlns:a16="http://schemas.microsoft.com/office/drawing/2014/main" id="{EE422AA4-A445-415E-9943-6963A5F9DE84}"/>
                  </a:ext>
                </a:extLst>
              </p:cNvPr>
              <p:cNvSpPr/>
              <p:nvPr/>
            </p:nvSpPr>
            <p:spPr>
              <a:xfrm flipH="1">
                <a:off x="7160400" y="2473560"/>
                <a:ext cx="59040" cy="46080"/>
              </a:xfrm>
              <a:prstGeom prst="line">
                <a:avLst/>
              </a:prstGeom>
              <a:ln>
                <a:solidFill>
                  <a:srgbClr val="A8A8A8"/>
                </a:solidFill>
              </a:ln>
            </p:spPr>
            <p:style>
              <a:lnRef idx="0">
                <a:scrgbClr r="0" g="0" b="0"/>
              </a:lnRef>
              <a:fillRef idx="0">
                <a:scrgbClr r="0" g="0" b="0"/>
              </a:fillRef>
              <a:effectRef idx="0">
                <a:scrgbClr r="0" g="0" b="0"/>
              </a:effectRef>
              <a:fontRef idx="minor"/>
            </p:style>
          </p:sp>
          <p:sp>
            <p:nvSpPr>
              <p:cNvPr id="1455" name="Line 1642">
                <a:extLst>
                  <a:ext uri="{FF2B5EF4-FFF2-40B4-BE49-F238E27FC236}">
                    <a16:creationId xmlns:a16="http://schemas.microsoft.com/office/drawing/2014/main" id="{CCCFAD0F-8E7A-4F6F-A0BF-4978F7AA2075}"/>
                  </a:ext>
                </a:extLst>
              </p:cNvPr>
              <p:cNvSpPr/>
              <p:nvPr/>
            </p:nvSpPr>
            <p:spPr>
              <a:xfrm flipV="1">
                <a:off x="7159320" y="2473560"/>
                <a:ext cx="60120" cy="130320"/>
              </a:xfrm>
              <a:prstGeom prst="line">
                <a:avLst/>
              </a:prstGeom>
              <a:ln>
                <a:solidFill>
                  <a:srgbClr val="A3A3A3"/>
                </a:solidFill>
              </a:ln>
            </p:spPr>
            <p:style>
              <a:lnRef idx="0">
                <a:scrgbClr r="0" g="0" b="0"/>
              </a:lnRef>
              <a:fillRef idx="0">
                <a:scrgbClr r="0" g="0" b="0"/>
              </a:fillRef>
              <a:effectRef idx="0">
                <a:scrgbClr r="0" g="0" b="0"/>
              </a:effectRef>
              <a:fontRef idx="minor"/>
            </p:style>
          </p:sp>
          <p:sp>
            <p:nvSpPr>
              <p:cNvPr id="1456" name="Line 1643">
                <a:extLst>
                  <a:ext uri="{FF2B5EF4-FFF2-40B4-BE49-F238E27FC236}">
                    <a16:creationId xmlns:a16="http://schemas.microsoft.com/office/drawing/2014/main" id="{ED9C5B9A-18C5-4E79-86FC-5FF529624733}"/>
                  </a:ext>
                </a:extLst>
              </p:cNvPr>
              <p:cNvSpPr/>
              <p:nvPr/>
            </p:nvSpPr>
            <p:spPr>
              <a:xfrm flipV="1">
                <a:off x="7039440" y="2719800"/>
                <a:ext cx="60840" cy="46080"/>
              </a:xfrm>
              <a:prstGeom prst="line">
                <a:avLst/>
              </a:prstGeom>
              <a:ln>
                <a:solidFill>
                  <a:srgbClr val="8E8E8E"/>
                </a:solidFill>
              </a:ln>
            </p:spPr>
            <p:style>
              <a:lnRef idx="0">
                <a:scrgbClr r="0" g="0" b="0"/>
              </a:lnRef>
              <a:fillRef idx="0">
                <a:scrgbClr r="0" g="0" b="0"/>
              </a:fillRef>
              <a:effectRef idx="0">
                <a:scrgbClr r="0" g="0" b="0"/>
              </a:effectRef>
              <a:fontRef idx="minor"/>
            </p:style>
          </p:sp>
          <p:sp>
            <p:nvSpPr>
              <p:cNvPr id="1457" name="Line 1644">
                <a:extLst>
                  <a:ext uri="{FF2B5EF4-FFF2-40B4-BE49-F238E27FC236}">
                    <a16:creationId xmlns:a16="http://schemas.microsoft.com/office/drawing/2014/main" id="{2FE3EA4C-90C6-4DB7-BF58-BD703C2E5DDB}"/>
                  </a:ext>
                </a:extLst>
              </p:cNvPr>
              <p:cNvSpPr/>
              <p:nvPr/>
            </p:nvSpPr>
            <p:spPr>
              <a:xfrm flipV="1">
                <a:off x="7100280" y="2603880"/>
                <a:ext cx="59040" cy="115920"/>
              </a:xfrm>
              <a:prstGeom prst="line">
                <a:avLst/>
              </a:prstGeom>
              <a:ln>
                <a:solidFill>
                  <a:srgbClr val="969696"/>
                </a:solidFill>
              </a:ln>
            </p:spPr>
            <p:style>
              <a:lnRef idx="0">
                <a:scrgbClr r="0" g="0" b="0"/>
              </a:lnRef>
              <a:fillRef idx="0">
                <a:scrgbClr r="0" g="0" b="0"/>
              </a:fillRef>
              <a:effectRef idx="0">
                <a:scrgbClr r="0" g="0" b="0"/>
              </a:effectRef>
              <a:fontRef idx="minor"/>
            </p:style>
          </p:sp>
          <p:sp>
            <p:nvSpPr>
              <p:cNvPr id="1458" name="Line 1645">
                <a:extLst>
                  <a:ext uri="{FF2B5EF4-FFF2-40B4-BE49-F238E27FC236}">
                    <a16:creationId xmlns:a16="http://schemas.microsoft.com/office/drawing/2014/main" id="{05E5C19A-7288-473B-9E42-4A6CD9417890}"/>
                  </a:ext>
                </a:extLst>
              </p:cNvPr>
              <p:cNvSpPr/>
              <p:nvPr/>
            </p:nvSpPr>
            <p:spPr>
              <a:xfrm flipV="1">
                <a:off x="6978240" y="2826000"/>
                <a:ext cx="61200" cy="43920"/>
              </a:xfrm>
              <a:prstGeom prst="line">
                <a:avLst/>
              </a:prstGeom>
              <a:ln>
                <a:solidFill>
                  <a:srgbClr val="838383"/>
                </a:solidFill>
              </a:ln>
            </p:spPr>
            <p:style>
              <a:lnRef idx="0">
                <a:scrgbClr r="0" g="0" b="0"/>
              </a:lnRef>
              <a:fillRef idx="0">
                <a:scrgbClr r="0" g="0" b="0"/>
              </a:fillRef>
              <a:effectRef idx="0">
                <a:scrgbClr r="0" g="0" b="0"/>
              </a:effectRef>
              <a:fontRef idx="minor"/>
            </p:style>
          </p:sp>
          <p:sp>
            <p:nvSpPr>
              <p:cNvPr id="1459" name="Line 1646">
                <a:extLst>
                  <a:ext uri="{FF2B5EF4-FFF2-40B4-BE49-F238E27FC236}">
                    <a16:creationId xmlns:a16="http://schemas.microsoft.com/office/drawing/2014/main" id="{FFDCDFDC-7BD1-4A90-A0FC-07EDFFAEF927}"/>
                  </a:ext>
                </a:extLst>
              </p:cNvPr>
              <p:cNvSpPr/>
              <p:nvPr/>
            </p:nvSpPr>
            <p:spPr>
              <a:xfrm flipV="1">
                <a:off x="7039440" y="2719800"/>
                <a:ext cx="60840" cy="106200"/>
              </a:xfrm>
              <a:prstGeom prst="line">
                <a:avLst/>
              </a:prstGeom>
              <a:ln>
                <a:solidFill>
                  <a:srgbClr val="8A8A8A"/>
                </a:solidFill>
              </a:ln>
            </p:spPr>
            <p:style>
              <a:lnRef idx="0">
                <a:scrgbClr r="0" g="0" b="0"/>
              </a:lnRef>
              <a:fillRef idx="0">
                <a:scrgbClr r="0" g="0" b="0"/>
              </a:fillRef>
              <a:effectRef idx="0">
                <a:scrgbClr r="0" g="0" b="0"/>
              </a:effectRef>
              <a:fontRef idx="minor"/>
            </p:style>
          </p:sp>
          <p:sp>
            <p:nvSpPr>
              <p:cNvPr id="1460" name="Line 1647">
                <a:extLst>
                  <a:ext uri="{FF2B5EF4-FFF2-40B4-BE49-F238E27FC236}">
                    <a16:creationId xmlns:a16="http://schemas.microsoft.com/office/drawing/2014/main" id="{E6DF320C-ECBA-405C-A869-35F33157DF1B}"/>
                  </a:ext>
                </a:extLst>
              </p:cNvPr>
              <p:cNvSpPr/>
              <p:nvPr/>
            </p:nvSpPr>
            <p:spPr>
              <a:xfrm flipV="1">
                <a:off x="6918480" y="2918160"/>
                <a:ext cx="59760" cy="46080"/>
              </a:xfrm>
              <a:prstGeom prst="line">
                <a:avLst/>
              </a:prstGeom>
              <a:ln>
                <a:solidFill>
                  <a:srgbClr val="787878"/>
                </a:solidFill>
              </a:ln>
            </p:spPr>
            <p:style>
              <a:lnRef idx="0">
                <a:scrgbClr r="0" g="0" b="0"/>
              </a:lnRef>
              <a:fillRef idx="0">
                <a:scrgbClr r="0" g="0" b="0"/>
              </a:fillRef>
              <a:effectRef idx="0">
                <a:scrgbClr r="0" g="0" b="0"/>
              </a:effectRef>
              <a:fontRef idx="minor"/>
            </p:style>
          </p:sp>
          <p:sp>
            <p:nvSpPr>
              <p:cNvPr id="1461" name="Line 1648">
                <a:extLst>
                  <a:ext uri="{FF2B5EF4-FFF2-40B4-BE49-F238E27FC236}">
                    <a16:creationId xmlns:a16="http://schemas.microsoft.com/office/drawing/2014/main" id="{4645F875-5E8C-48F5-BD6D-8726862C9FFD}"/>
                  </a:ext>
                </a:extLst>
              </p:cNvPr>
              <p:cNvSpPr/>
              <p:nvPr/>
            </p:nvSpPr>
            <p:spPr>
              <a:xfrm flipV="1">
                <a:off x="6978240" y="2826000"/>
                <a:ext cx="61200" cy="92160"/>
              </a:xfrm>
              <a:prstGeom prst="line">
                <a:avLst/>
              </a:prstGeom>
              <a:ln>
                <a:solidFill>
                  <a:srgbClr val="7F7F7F"/>
                </a:solidFill>
              </a:ln>
            </p:spPr>
            <p:style>
              <a:lnRef idx="0">
                <a:scrgbClr r="0" g="0" b="0"/>
              </a:lnRef>
              <a:fillRef idx="0">
                <a:scrgbClr r="0" g="0" b="0"/>
              </a:fillRef>
              <a:effectRef idx="0">
                <a:scrgbClr r="0" g="0" b="0"/>
              </a:effectRef>
              <a:fontRef idx="minor"/>
            </p:style>
          </p:sp>
          <p:sp>
            <p:nvSpPr>
              <p:cNvPr id="1462" name="Line 1649">
                <a:extLst>
                  <a:ext uri="{FF2B5EF4-FFF2-40B4-BE49-F238E27FC236}">
                    <a16:creationId xmlns:a16="http://schemas.microsoft.com/office/drawing/2014/main" id="{8A745F31-48B4-410C-979B-B1E0382FBDF7}"/>
                  </a:ext>
                </a:extLst>
              </p:cNvPr>
              <p:cNvSpPr/>
              <p:nvPr/>
            </p:nvSpPr>
            <p:spPr>
              <a:xfrm flipV="1">
                <a:off x="6857280" y="2997360"/>
                <a:ext cx="61200" cy="46080"/>
              </a:xfrm>
              <a:prstGeom prst="line">
                <a:avLst/>
              </a:prstGeom>
              <a:ln>
                <a:solidFill>
                  <a:srgbClr val="6F6F6F"/>
                </a:solidFill>
              </a:ln>
            </p:spPr>
            <p:style>
              <a:lnRef idx="0">
                <a:scrgbClr r="0" g="0" b="0"/>
              </a:lnRef>
              <a:fillRef idx="0">
                <a:scrgbClr r="0" g="0" b="0"/>
              </a:fillRef>
              <a:effectRef idx="0">
                <a:scrgbClr r="0" g="0" b="0"/>
              </a:effectRef>
              <a:fontRef idx="minor"/>
            </p:style>
          </p:sp>
          <p:sp>
            <p:nvSpPr>
              <p:cNvPr id="1463" name="Line 1650">
                <a:extLst>
                  <a:ext uri="{FF2B5EF4-FFF2-40B4-BE49-F238E27FC236}">
                    <a16:creationId xmlns:a16="http://schemas.microsoft.com/office/drawing/2014/main" id="{02EE0A1C-98DA-4105-A23F-75C09D1DCB94}"/>
                  </a:ext>
                </a:extLst>
              </p:cNvPr>
              <p:cNvSpPr/>
              <p:nvPr/>
            </p:nvSpPr>
            <p:spPr>
              <a:xfrm flipV="1">
                <a:off x="6918480" y="2918160"/>
                <a:ext cx="59760" cy="79200"/>
              </a:xfrm>
              <a:prstGeom prst="line">
                <a:avLst/>
              </a:prstGeom>
              <a:ln>
                <a:solidFill>
                  <a:srgbClr val="757575"/>
                </a:solidFill>
              </a:ln>
            </p:spPr>
            <p:style>
              <a:lnRef idx="0">
                <a:scrgbClr r="0" g="0" b="0"/>
              </a:lnRef>
              <a:fillRef idx="0">
                <a:scrgbClr r="0" g="0" b="0"/>
              </a:fillRef>
              <a:effectRef idx="0">
                <a:scrgbClr r="0" g="0" b="0"/>
              </a:effectRef>
              <a:fontRef idx="minor"/>
            </p:style>
          </p:sp>
          <p:sp>
            <p:nvSpPr>
              <p:cNvPr id="1464" name="Line 1651">
                <a:extLst>
                  <a:ext uri="{FF2B5EF4-FFF2-40B4-BE49-F238E27FC236}">
                    <a16:creationId xmlns:a16="http://schemas.microsoft.com/office/drawing/2014/main" id="{C939D6AA-4CFF-47AC-BFA3-6A4B49B5A407}"/>
                  </a:ext>
                </a:extLst>
              </p:cNvPr>
              <p:cNvSpPr/>
              <p:nvPr/>
            </p:nvSpPr>
            <p:spPr>
              <a:xfrm flipV="1">
                <a:off x="6798240" y="3064320"/>
                <a:ext cx="59040" cy="46080"/>
              </a:xfrm>
              <a:prstGeom prst="line">
                <a:avLst/>
              </a:prstGeom>
              <a:ln>
                <a:solidFill>
                  <a:srgbClr val="676767"/>
                </a:solidFill>
              </a:ln>
            </p:spPr>
            <p:style>
              <a:lnRef idx="0">
                <a:scrgbClr r="0" g="0" b="0"/>
              </a:lnRef>
              <a:fillRef idx="0">
                <a:scrgbClr r="0" g="0" b="0"/>
              </a:fillRef>
              <a:effectRef idx="0">
                <a:scrgbClr r="0" g="0" b="0"/>
              </a:effectRef>
              <a:fontRef idx="minor"/>
            </p:style>
          </p:sp>
          <p:sp>
            <p:nvSpPr>
              <p:cNvPr id="1465" name="Line 1652">
                <a:extLst>
                  <a:ext uri="{FF2B5EF4-FFF2-40B4-BE49-F238E27FC236}">
                    <a16:creationId xmlns:a16="http://schemas.microsoft.com/office/drawing/2014/main" id="{B2EAB779-04CF-4E07-9C1F-1D641B78A9BB}"/>
                  </a:ext>
                </a:extLst>
              </p:cNvPr>
              <p:cNvSpPr/>
              <p:nvPr/>
            </p:nvSpPr>
            <p:spPr>
              <a:xfrm flipV="1">
                <a:off x="6857280" y="2997360"/>
                <a:ext cx="61200" cy="66960"/>
              </a:xfrm>
              <a:prstGeom prst="line">
                <a:avLst/>
              </a:prstGeom>
              <a:ln>
                <a:solidFill>
                  <a:srgbClr val="6D6D6D"/>
                </a:solidFill>
              </a:ln>
            </p:spPr>
            <p:style>
              <a:lnRef idx="0">
                <a:scrgbClr r="0" g="0" b="0"/>
              </a:lnRef>
              <a:fillRef idx="0">
                <a:scrgbClr r="0" g="0" b="0"/>
              </a:fillRef>
              <a:effectRef idx="0">
                <a:scrgbClr r="0" g="0" b="0"/>
              </a:effectRef>
              <a:fontRef idx="minor"/>
            </p:style>
          </p:sp>
          <p:sp>
            <p:nvSpPr>
              <p:cNvPr id="1466" name="Line 1653">
                <a:extLst>
                  <a:ext uri="{FF2B5EF4-FFF2-40B4-BE49-F238E27FC236}">
                    <a16:creationId xmlns:a16="http://schemas.microsoft.com/office/drawing/2014/main" id="{2DE95E92-8403-48B4-A03C-DCFF5918B1E3}"/>
                  </a:ext>
                </a:extLst>
              </p:cNvPr>
              <p:cNvSpPr/>
              <p:nvPr/>
            </p:nvSpPr>
            <p:spPr>
              <a:xfrm flipV="1">
                <a:off x="6737040" y="3119400"/>
                <a:ext cx="59040" cy="46080"/>
              </a:xfrm>
              <a:prstGeom prst="line">
                <a:avLst/>
              </a:prstGeom>
              <a:ln>
                <a:solidFill>
                  <a:srgbClr val="616161"/>
                </a:solidFill>
              </a:ln>
            </p:spPr>
            <p:style>
              <a:lnRef idx="0">
                <a:scrgbClr r="0" g="0" b="0"/>
              </a:lnRef>
              <a:fillRef idx="0">
                <a:scrgbClr r="0" g="0" b="0"/>
              </a:fillRef>
              <a:effectRef idx="0">
                <a:scrgbClr r="0" g="0" b="0"/>
              </a:effectRef>
              <a:fontRef idx="minor"/>
            </p:style>
          </p:sp>
          <p:sp>
            <p:nvSpPr>
              <p:cNvPr id="1467" name="Line 1654">
                <a:extLst>
                  <a:ext uri="{FF2B5EF4-FFF2-40B4-BE49-F238E27FC236}">
                    <a16:creationId xmlns:a16="http://schemas.microsoft.com/office/drawing/2014/main" id="{0A87082D-B86F-42BF-BAB3-6B7090C15A3A}"/>
                  </a:ext>
                </a:extLst>
              </p:cNvPr>
              <p:cNvSpPr/>
              <p:nvPr/>
            </p:nvSpPr>
            <p:spPr>
              <a:xfrm flipV="1">
                <a:off x="6796080" y="3064320"/>
                <a:ext cx="61200" cy="55080"/>
              </a:xfrm>
              <a:prstGeom prst="line">
                <a:avLst/>
              </a:prstGeom>
              <a:ln>
                <a:solidFill>
                  <a:srgbClr val="666666"/>
                </a:solidFill>
              </a:ln>
            </p:spPr>
            <p:style>
              <a:lnRef idx="0">
                <a:scrgbClr r="0" g="0" b="0"/>
              </a:lnRef>
              <a:fillRef idx="0">
                <a:scrgbClr r="0" g="0" b="0"/>
              </a:fillRef>
              <a:effectRef idx="0">
                <a:scrgbClr r="0" g="0" b="0"/>
              </a:effectRef>
              <a:fontRef idx="minor"/>
            </p:style>
          </p:sp>
          <p:sp>
            <p:nvSpPr>
              <p:cNvPr id="1468" name="Line 1655">
                <a:extLst>
                  <a:ext uri="{FF2B5EF4-FFF2-40B4-BE49-F238E27FC236}">
                    <a16:creationId xmlns:a16="http://schemas.microsoft.com/office/drawing/2014/main" id="{DEB60BC3-EF0D-41D5-AE3E-D045C44A9A74}"/>
                  </a:ext>
                </a:extLst>
              </p:cNvPr>
              <p:cNvSpPr/>
              <p:nvPr/>
            </p:nvSpPr>
            <p:spPr>
              <a:xfrm flipV="1">
                <a:off x="6677280" y="3161520"/>
                <a:ext cx="59760" cy="46080"/>
              </a:xfrm>
              <a:prstGeom prst="line">
                <a:avLst/>
              </a:prstGeom>
              <a:ln>
                <a:solidFill>
                  <a:srgbClr val="5B5B5B"/>
                </a:solidFill>
              </a:ln>
            </p:spPr>
            <p:style>
              <a:lnRef idx="0">
                <a:scrgbClr r="0" g="0" b="0"/>
              </a:lnRef>
              <a:fillRef idx="0">
                <a:scrgbClr r="0" g="0" b="0"/>
              </a:fillRef>
              <a:effectRef idx="0">
                <a:scrgbClr r="0" g="0" b="0"/>
              </a:effectRef>
              <a:fontRef idx="minor"/>
            </p:style>
          </p:sp>
          <p:sp>
            <p:nvSpPr>
              <p:cNvPr id="1469" name="Line 1656">
                <a:extLst>
                  <a:ext uri="{FF2B5EF4-FFF2-40B4-BE49-F238E27FC236}">
                    <a16:creationId xmlns:a16="http://schemas.microsoft.com/office/drawing/2014/main" id="{367B10FF-FD90-4065-97FE-49B0B61A8E91}"/>
                  </a:ext>
                </a:extLst>
              </p:cNvPr>
              <p:cNvSpPr/>
              <p:nvPr/>
            </p:nvSpPr>
            <p:spPr>
              <a:xfrm flipV="1">
                <a:off x="6737040" y="3119400"/>
                <a:ext cx="59040" cy="42120"/>
              </a:xfrm>
              <a:prstGeom prst="line">
                <a:avLst/>
              </a:prstGeom>
              <a:ln>
                <a:solidFill>
                  <a:srgbClr val="606060"/>
                </a:solidFill>
              </a:ln>
            </p:spPr>
            <p:style>
              <a:lnRef idx="0">
                <a:scrgbClr r="0" g="0" b="0"/>
              </a:lnRef>
              <a:fillRef idx="0">
                <a:scrgbClr r="0" g="0" b="0"/>
              </a:fillRef>
              <a:effectRef idx="0">
                <a:scrgbClr r="0" g="0" b="0"/>
              </a:effectRef>
              <a:fontRef idx="minor"/>
            </p:style>
          </p:sp>
          <p:sp>
            <p:nvSpPr>
              <p:cNvPr id="1470" name="Line 1657">
                <a:extLst>
                  <a:ext uri="{FF2B5EF4-FFF2-40B4-BE49-F238E27FC236}">
                    <a16:creationId xmlns:a16="http://schemas.microsoft.com/office/drawing/2014/main" id="{332C7B12-9262-46E0-977D-6620C66DE37D}"/>
                  </a:ext>
                </a:extLst>
              </p:cNvPr>
              <p:cNvSpPr/>
              <p:nvPr/>
            </p:nvSpPr>
            <p:spPr>
              <a:xfrm flipV="1">
                <a:off x="6616080" y="3191400"/>
                <a:ext cx="61200" cy="46080"/>
              </a:xfrm>
              <a:prstGeom prst="line">
                <a:avLst/>
              </a:prstGeom>
              <a:ln>
                <a:solidFill>
                  <a:srgbClr val="575757"/>
                </a:solidFill>
              </a:ln>
            </p:spPr>
            <p:style>
              <a:lnRef idx="0">
                <a:scrgbClr r="0" g="0" b="0"/>
              </a:lnRef>
              <a:fillRef idx="0">
                <a:scrgbClr r="0" g="0" b="0"/>
              </a:fillRef>
              <a:effectRef idx="0">
                <a:scrgbClr r="0" g="0" b="0"/>
              </a:effectRef>
              <a:fontRef idx="minor"/>
            </p:style>
          </p:sp>
          <p:sp>
            <p:nvSpPr>
              <p:cNvPr id="1471" name="Line 1658">
                <a:extLst>
                  <a:ext uri="{FF2B5EF4-FFF2-40B4-BE49-F238E27FC236}">
                    <a16:creationId xmlns:a16="http://schemas.microsoft.com/office/drawing/2014/main" id="{FF9F09BD-05D4-47AB-8C41-6852ABC55F93}"/>
                  </a:ext>
                </a:extLst>
              </p:cNvPr>
              <p:cNvSpPr/>
              <p:nvPr/>
            </p:nvSpPr>
            <p:spPr>
              <a:xfrm flipV="1">
                <a:off x="6677280" y="3161520"/>
                <a:ext cx="59760" cy="29880"/>
              </a:xfrm>
              <a:prstGeom prst="line">
                <a:avLst/>
              </a:prstGeom>
              <a:ln>
                <a:solidFill>
                  <a:srgbClr val="5B5B5B"/>
                </a:solidFill>
              </a:ln>
            </p:spPr>
            <p:style>
              <a:lnRef idx="0">
                <a:scrgbClr r="0" g="0" b="0"/>
              </a:lnRef>
              <a:fillRef idx="0">
                <a:scrgbClr r="0" g="0" b="0"/>
              </a:fillRef>
              <a:effectRef idx="0">
                <a:scrgbClr r="0" g="0" b="0"/>
              </a:effectRef>
              <a:fontRef idx="minor"/>
            </p:style>
          </p:sp>
          <p:sp>
            <p:nvSpPr>
              <p:cNvPr id="1472" name="Line 1659">
                <a:extLst>
                  <a:ext uri="{FF2B5EF4-FFF2-40B4-BE49-F238E27FC236}">
                    <a16:creationId xmlns:a16="http://schemas.microsoft.com/office/drawing/2014/main" id="{E1A138C8-09ED-4479-83F2-78A456141CB3}"/>
                  </a:ext>
                </a:extLst>
              </p:cNvPr>
              <p:cNvSpPr/>
              <p:nvPr/>
            </p:nvSpPr>
            <p:spPr>
              <a:xfrm flipV="1">
                <a:off x="6555240" y="3207600"/>
                <a:ext cx="60840" cy="45720"/>
              </a:xfrm>
              <a:prstGeom prst="line">
                <a:avLst/>
              </a:prstGeom>
              <a:ln>
                <a:solidFill>
                  <a:srgbClr val="545454"/>
                </a:solidFill>
              </a:ln>
            </p:spPr>
            <p:style>
              <a:lnRef idx="0">
                <a:scrgbClr r="0" g="0" b="0"/>
              </a:lnRef>
              <a:fillRef idx="0">
                <a:scrgbClr r="0" g="0" b="0"/>
              </a:fillRef>
              <a:effectRef idx="0">
                <a:scrgbClr r="0" g="0" b="0"/>
              </a:effectRef>
              <a:fontRef idx="minor"/>
            </p:style>
          </p:sp>
          <p:sp>
            <p:nvSpPr>
              <p:cNvPr id="1473" name="Line 1660">
                <a:extLst>
                  <a:ext uri="{FF2B5EF4-FFF2-40B4-BE49-F238E27FC236}">
                    <a16:creationId xmlns:a16="http://schemas.microsoft.com/office/drawing/2014/main" id="{80637654-2FFE-4257-A2AD-B909BBCAA556}"/>
                  </a:ext>
                </a:extLst>
              </p:cNvPr>
              <p:cNvSpPr/>
              <p:nvPr/>
            </p:nvSpPr>
            <p:spPr>
              <a:xfrm flipV="1">
                <a:off x="6616080" y="3191400"/>
                <a:ext cx="61200" cy="16200"/>
              </a:xfrm>
              <a:prstGeom prst="line">
                <a:avLst/>
              </a:prstGeom>
              <a:ln>
                <a:solidFill>
                  <a:srgbClr val="575757"/>
                </a:solidFill>
              </a:ln>
            </p:spPr>
            <p:style>
              <a:lnRef idx="0">
                <a:scrgbClr r="0" g="0" b="0"/>
              </a:lnRef>
              <a:fillRef idx="0">
                <a:scrgbClr r="0" g="0" b="0"/>
              </a:fillRef>
              <a:effectRef idx="0">
                <a:scrgbClr r="0" g="0" b="0"/>
              </a:effectRef>
              <a:fontRef idx="minor"/>
            </p:style>
          </p:sp>
          <p:sp>
            <p:nvSpPr>
              <p:cNvPr id="1474" name="Line 1661">
                <a:extLst>
                  <a:ext uri="{FF2B5EF4-FFF2-40B4-BE49-F238E27FC236}">
                    <a16:creationId xmlns:a16="http://schemas.microsoft.com/office/drawing/2014/main" id="{BB433E62-E408-4C21-BDE8-F8A8BC116934}"/>
                  </a:ext>
                </a:extLst>
              </p:cNvPr>
              <p:cNvSpPr/>
              <p:nvPr/>
            </p:nvSpPr>
            <p:spPr>
              <a:xfrm flipV="1">
                <a:off x="6495120" y="3212280"/>
                <a:ext cx="60120" cy="46080"/>
              </a:xfrm>
              <a:prstGeom prst="line">
                <a:avLst/>
              </a:prstGeom>
              <a:ln>
                <a:solidFill>
                  <a:srgbClr val="525252"/>
                </a:solidFill>
              </a:ln>
            </p:spPr>
            <p:style>
              <a:lnRef idx="0">
                <a:scrgbClr r="0" g="0" b="0"/>
              </a:lnRef>
              <a:fillRef idx="0">
                <a:scrgbClr r="0" g="0" b="0"/>
              </a:fillRef>
              <a:effectRef idx="0">
                <a:scrgbClr r="0" g="0" b="0"/>
              </a:effectRef>
              <a:fontRef idx="minor"/>
            </p:style>
          </p:sp>
          <p:sp>
            <p:nvSpPr>
              <p:cNvPr id="1475" name="Line 1662">
                <a:extLst>
                  <a:ext uri="{FF2B5EF4-FFF2-40B4-BE49-F238E27FC236}">
                    <a16:creationId xmlns:a16="http://schemas.microsoft.com/office/drawing/2014/main" id="{DBB034DD-D760-4CFA-B094-289415C00EE2}"/>
                  </a:ext>
                </a:extLst>
              </p:cNvPr>
              <p:cNvSpPr/>
              <p:nvPr/>
            </p:nvSpPr>
            <p:spPr>
              <a:xfrm flipV="1">
                <a:off x="6555240" y="3207600"/>
                <a:ext cx="60840" cy="4680"/>
              </a:xfrm>
              <a:prstGeom prst="line">
                <a:avLst/>
              </a:prstGeom>
              <a:ln>
                <a:solidFill>
                  <a:srgbClr val="555555"/>
                </a:solidFill>
              </a:ln>
            </p:spPr>
            <p:style>
              <a:lnRef idx="0">
                <a:scrgbClr r="0" g="0" b="0"/>
              </a:lnRef>
              <a:fillRef idx="0">
                <a:scrgbClr r="0" g="0" b="0"/>
              </a:fillRef>
              <a:effectRef idx="0">
                <a:scrgbClr r="0" g="0" b="0"/>
              </a:effectRef>
              <a:fontRef idx="minor"/>
            </p:style>
          </p:sp>
          <p:sp>
            <p:nvSpPr>
              <p:cNvPr id="1476" name="Line 1663">
                <a:extLst>
                  <a:ext uri="{FF2B5EF4-FFF2-40B4-BE49-F238E27FC236}">
                    <a16:creationId xmlns:a16="http://schemas.microsoft.com/office/drawing/2014/main" id="{0B359ECE-71E1-4687-A503-93CB3235368E}"/>
                  </a:ext>
                </a:extLst>
              </p:cNvPr>
              <p:cNvSpPr/>
              <p:nvPr/>
            </p:nvSpPr>
            <p:spPr>
              <a:xfrm flipV="1">
                <a:off x="6436080" y="3205440"/>
                <a:ext cx="59040" cy="43920"/>
              </a:xfrm>
              <a:prstGeom prst="line">
                <a:avLst/>
              </a:prstGeom>
              <a:ln>
                <a:solidFill>
                  <a:srgbClr val="525252"/>
                </a:solidFill>
              </a:ln>
            </p:spPr>
            <p:style>
              <a:lnRef idx="0">
                <a:scrgbClr r="0" g="0" b="0"/>
              </a:lnRef>
              <a:fillRef idx="0">
                <a:scrgbClr r="0" g="0" b="0"/>
              </a:fillRef>
              <a:effectRef idx="0">
                <a:scrgbClr r="0" g="0" b="0"/>
              </a:effectRef>
              <a:fontRef idx="minor"/>
            </p:style>
          </p:sp>
          <p:sp>
            <p:nvSpPr>
              <p:cNvPr id="1477" name="Line 1664">
                <a:extLst>
                  <a:ext uri="{FF2B5EF4-FFF2-40B4-BE49-F238E27FC236}">
                    <a16:creationId xmlns:a16="http://schemas.microsoft.com/office/drawing/2014/main" id="{26C8429A-31BE-4D8C-B0EB-487763E75645}"/>
                  </a:ext>
                </a:extLst>
              </p:cNvPr>
              <p:cNvSpPr/>
              <p:nvPr/>
            </p:nvSpPr>
            <p:spPr>
              <a:xfrm>
                <a:off x="6495120" y="3205440"/>
                <a:ext cx="60120" cy="6840"/>
              </a:xfrm>
              <a:prstGeom prst="line">
                <a:avLst/>
              </a:prstGeom>
              <a:ln>
                <a:solidFill>
                  <a:srgbClr val="545454"/>
                </a:solidFill>
              </a:ln>
            </p:spPr>
            <p:style>
              <a:lnRef idx="0">
                <a:scrgbClr r="0" g="0" b="0"/>
              </a:lnRef>
              <a:fillRef idx="0">
                <a:scrgbClr r="0" g="0" b="0"/>
              </a:fillRef>
              <a:effectRef idx="0">
                <a:scrgbClr r="0" g="0" b="0"/>
              </a:effectRef>
              <a:fontRef idx="minor"/>
            </p:style>
          </p:sp>
          <p:sp>
            <p:nvSpPr>
              <p:cNvPr id="1478" name="Line 1665">
                <a:extLst>
                  <a:ext uri="{FF2B5EF4-FFF2-40B4-BE49-F238E27FC236}">
                    <a16:creationId xmlns:a16="http://schemas.microsoft.com/office/drawing/2014/main" id="{A0D537DE-9AC2-4B46-BC59-002D20A4387E}"/>
                  </a:ext>
                </a:extLst>
              </p:cNvPr>
              <p:cNvSpPr/>
              <p:nvPr/>
            </p:nvSpPr>
            <p:spPr>
              <a:xfrm flipV="1">
                <a:off x="6374880" y="3184560"/>
                <a:ext cx="59040" cy="45000"/>
              </a:xfrm>
              <a:prstGeom prst="line">
                <a:avLst/>
              </a:prstGeom>
              <a:ln>
                <a:solidFill>
                  <a:srgbClr val="525252"/>
                </a:solidFill>
              </a:ln>
            </p:spPr>
            <p:style>
              <a:lnRef idx="0">
                <a:scrgbClr r="0" g="0" b="0"/>
              </a:lnRef>
              <a:fillRef idx="0">
                <a:scrgbClr r="0" g="0" b="0"/>
              </a:fillRef>
              <a:effectRef idx="0">
                <a:scrgbClr r="0" g="0" b="0"/>
              </a:effectRef>
              <a:fontRef idx="minor"/>
            </p:style>
          </p:sp>
          <p:sp>
            <p:nvSpPr>
              <p:cNvPr id="1479" name="Line 1666">
                <a:extLst>
                  <a:ext uri="{FF2B5EF4-FFF2-40B4-BE49-F238E27FC236}">
                    <a16:creationId xmlns:a16="http://schemas.microsoft.com/office/drawing/2014/main" id="{B97D5EE1-0543-4FA5-827C-7B8C100277F6}"/>
                  </a:ext>
                </a:extLst>
              </p:cNvPr>
              <p:cNvSpPr/>
              <p:nvPr/>
            </p:nvSpPr>
            <p:spPr>
              <a:xfrm>
                <a:off x="6433920" y="3184560"/>
                <a:ext cx="61200" cy="20880"/>
              </a:xfrm>
              <a:prstGeom prst="line">
                <a:avLst/>
              </a:prstGeom>
              <a:ln>
                <a:solidFill>
                  <a:srgbClr val="545454"/>
                </a:solidFill>
              </a:ln>
            </p:spPr>
            <p:style>
              <a:lnRef idx="0">
                <a:scrgbClr r="0" g="0" b="0"/>
              </a:lnRef>
              <a:fillRef idx="0">
                <a:scrgbClr r="0" g="0" b="0"/>
              </a:fillRef>
              <a:effectRef idx="0">
                <a:scrgbClr r="0" g="0" b="0"/>
              </a:effectRef>
              <a:fontRef idx="minor"/>
            </p:style>
          </p:sp>
          <p:sp>
            <p:nvSpPr>
              <p:cNvPr id="1480" name="Line 1667">
                <a:extLst>
                  <a:ext uri="{FF2B5EF4-FFF2-40B4-BE49-F238E27FC236}">
                    <a16:creationId xmlns:a16="http://schemas.microsoft.com/office/drawing/2014/main" id="{D46114E1-923A-4B72-B467-81A1B83A8AE5}"/>
                  </a:ext>
                </a:extLst>
              </p:cNvPr>
              <p:cNvSpPr/>
              <p:nvPr/>
            </p:nvSpPr>
            <p:spPr>
              <a:xfrm flipV="1">
                <a:off x="6314760" y="3151440"/>
                <a:ext cx="60120" cy="45000"/>
              </a:xfrm>
              <a:prstGeom prst="line">
                <a:avLst/>
              </a:prstGeom>
              <a:ln>
                <a:solidFill>
                  <a:srgbClr val="545454"/>
                </a:solidFill>
              </a:ln>
            </p:spPr>
            <p:style>
              <a:lnRef idx="0">
                <a:scrgbClr r="0" g="0" b="0"/>
              </a:lnRef>
              <a:fillRef idx="0">
                <a:scrgbClr r="0" g="0" b="0"/>
              </a:fillRef>
              <a:effectRef idx="0">
                <a:scrgbClr r="0" g="0" b="0"/>
              </a:effectRef>
              <a:fontRef idx="minor"/>
            </p:style>
          </p:sp>
          <p:sp>
            <p:nvSpPr>
              <p:cNvPr id="1481" name="Line 1668">
                <a:extLst>
                  <a:ext uri="{FF2B5EF4-FFF2-40B4-BE49-F238E27FC236}">
                    <a16:creationId xmlns:a16="http://schemas.microsoft.com/office/drawing/2014/main" id="{C549E5A3-2A57-42FA-9CCA-54D615ACFA05}"/>
                  </a:ext>
                </a:extLst>
              </p:cNvPr>
              <p:cNvSpPr/>
              <p:nvPr/>
            </p:nvSpPr>
            <p:spPr>
              <a:xfrm>
                <a:off x="6374880" y="3151440"/>
                <a:ext cx="59040" cy="33120"/>
              </a:xfrm>
              <a:prstGeom prst="line">
                <a:avLst/>
              </a:prstGeom>
              <a:ln>
                <a:solidFill>
                  <a:srgbClr val="555555"/>
                </a:solidFill>
              </a:ln>
            </p:spPr>
            <p:style>
              <a:lnRef idx="0">
                <a:scrgbClr r="0" g="0" b="0"/>
              </a:lnRef>
              <a:fillRef idx="0">
                <a:scrgbClr r="0" g="0" b="0"/>
              </a:fillRef>
              <a:effectRef idx="0">
                <a:scrgbClr r="0" g="0" b="0"/>
              </a:effectRef>
              <a:fontRef idx="minor"/>
            </p:style>
          </p:sp>
          <p:sp>
            <p:nvSpPr>
              <p:cNvPr id="1482" name="Line 1669">
                <a:extLst>
                  <a:ext uri="{FF2B5EF4-FFF2-40B4-BE49-F238E27FC236}">
                    <a16:creationId xmlns:a16="http://schemas.microsoft.com/office/drawing/2014/main" id="{7461175B-9E09-48EE-8029-22BB7708C0EC}"/>
                  </a:ext>
                </a:extLst>
              </p:cNvPr>
              <p:cNvSpPr/>
              <p:nvPr/>
            </p:nvSpPr>
            <p:spPr>
              <a:xfrm flipV="1">
                <a:off x="6253920" y="3105360"/>
                <a:ext cx="60840" cy="46080"/>
              </a:xfrm>
              <a:prstGeom prst="line">
                <a:avLst/>
              </a:prstGeom>
              <a:ln>
                <a:solidFill>
                  <a:srgbClr val="575757"/>
                </a:solidFill>
              </a:ln>
            </p:spPr>
            <p:style>
              <a:lnRef idx="0">
                <a:scrgbClr r="0" g="0" b="0"/>
              </a:lnRef>
              <a:fillRef idx="0">
                <a:scrgbClr r="0" g="0" b="0"/>
              </a:fillRef>
              <a:effectRef idx="0">
                <a:scrgbClr r="0" g="0" b="0"/>
              </a:effectRef>
              <a:fontRef idx="minor"/>
            </p:style>
          </p:sp>
          <p:sp>
            <p:nvSpPr>
              <p:cNvPr id="1483" name="Line 1670">
                <a:extLst>
                  <a:ext uri="{FF2B5EF4-FFF2-40B4-BE49-F238E27FC236}">
                    <a16:creationId xmlns:a16="http://schemas.microsoft.com/office/drawing/2014/main" id="{A6626CAD-0513-460B-9FB7-AF937D682F1E}"/>
                  </a:ext>
                </a:extLst>
              </p:cNvPr>
              <p:cNvSpPr/>
              <p:nvPr/>
            </p:nvSpPr>
            <p:spPr>
              <a:xfrm>
                <a:off x="6314760" y="3105360"/>
                <a:ext cx="60120" cy="46080"/>
              </a:xfrm>
              <a:prstGeom prst="line">
                <a:avLst/>
              </a:prstGeom>
              <a:ln>
                <a:solidFill>
                  <a:srgbClr val="575757"/>
                </a:solidFill>
              </a:ln>
            </p:spPr>
            <p:style>
              <a:lnRef idx="0">
                <a:scrgbClr r="0" g="0" b="0"/>
              </a:lnRef>
              <a:fillRef idx="0">
                <a:scrgbClr r="0" g="0" b="0"/>
              </a:fillRef>
              <a:effectRef idx="0">
                <a:scrgbClr r="0" g="0" b="0"/>
              </a:effectRef>
              <a:fontRef idx="minor"/>
            </p:style>
          </p:sp>
          <p:sp>
            <p:nvSpPr>
              <p:cNvPr id="1484" name="Line 1671">
                <a:extLst>
                  <a:ext uri="{FF2B5EF4-FFF2-40B4-BE49-F238E27FC236}">
                    <a16:creationId xmlns:a16="http://schemas.microsoft.com/office/drawing/2014/main" id="{3ADE8B42-BEED-41BF-ADED-EE833593E866}"/>
                  </a:ext>
                </a:extLst>
              </p:cNvPr>
              <p:cNvSpPr/>
              <p:nvPr/>
            </p:nvSpPr>
            <p:spPr>
              <a:xfrm flipV="1">
                <a:off x="6192720" y="3046320"/>
                <a:ext cx="61200" cy="46080"/>
              </a:xfrm>
              <a:prstGeom prst="line">
                <a:avLst/>
              </a:prstGeom>
              <a:ln>
                <a:solidFill>
                  <a:srgbClr val="5B5B5B"/>
                </a:solidFill>
              </a:ln>
            </p:spPr>
            <p:style>
              <a:lnRef idx="0">
                <a:scrgbClr r="0" g="0" b="0"/>
              </a:lnRef>
              <a:fillRef idx="0">
                <a:scrgbClr r="0" g="0" b="0"/>
              </a:fillRef>
              <a:effectRef idx="0">
                <a:scrgbClr r="0" g="0" b="0"/>
              </a:effectRef>
              <a:fontRef idx="minor"/>
            </p:style>
          </p:sp>
          <p:sp>
            <p:nvSpPr>
              <p:cNvPr id="1485" name="Line 1672">
                <a:extLst>
                  <a:ext uri="{FF2B5EF4-FFF2-40B4-BE49-F238E27FC236}">
                    <a16:creationId xmlns:a16="http://schemas.microsoft.com/office/drawing/2014/main" id="{A97F31E3-2F9D-4E05-B0BC-5C3BEA969F41}"/>
                  </a:ext>
                </a:extLst>
              </p:cNvPr>
              <p:cNvSpPr/>
              <p:nvPr/>
            </p:nvSpPr>
            <p:spPr>
              <a:xfrm>
                <a:off x="6253920" y="3046320"/>
                <a:ext cx="60840" cy="59040"/>
              </a:xfrm>
              <a:prstGeom prst="line">
                <a:avLst/>
              </a:prstGeom>
              <a:ln>
                <a:solidFill>
                  <a:srgbClr val="5B5B5B"/>
                </a:solidFill>
              </a:ln>
            </p:spPr>
            <p:style>
              <a:lnRef idx="0">
                <a:scrgbClr r="0" g="0" b="0"/>
              </a:lnRef>
              <a:fillRef idx="0">
                <a:scrgbClr r="0" g="0" b="0"/>
              </a:fillRef>
              <a:effectRef idx="0">
                <a:scrgbClr r="0" g="0" b="0"/>
              </a:effectRef>
              <a:fontRef idx="minor"/>
            </p:style>
          </p:sp>
          <p:sp>
            <p:nvSpPr>
              <p:cNvPr id="1486" name="Line 1673">
                <a:extLst>
                  <a:ext uri="{FF2B5EF4-FFF2-40B4-BE49-F238E27FC236}">
                    <a16:creationId xmlns:a16="http://schemas.microsoft.com/office/drawing/2014/main" id="{1E55D713-F3EC-4E02-A347-3BD016544692}"/>
                  </a:ext>
                </a:extLst>
              </p:cNvPr>
              <p:cNvSpPr/>
              <p:nvPr/>
            </p:nvSpPr>
            <p:spPr>
              <a:xfrm flipV="1">
                <a:off x="6131880" y="2976120"/>
                <a:ext cx="60840" cy="46080"/>
              </a:xfrm>
              <a:prstGeom prst="line">
                <a:avLst/>
              </a:prstGeom>
              <a:ln>
                <a:solidFill>
                  <a:srgbClr val="616161"/>
                </a:solidFill>
              </a:ln>
            </p:spPr>
            <p:style>
              <a:lnRef idx="0">
                <a:scrgbClr r="0" g="0" b="0"/>
              </a:lnRef>
              <a:fillRef idx="0">
                <a:scrgbClr r="0" g="0" b="0"/>
              </a:fillRef>
              <a:effectRef idx="0">
                <a:scrgbClr r="0" g="0" b="0"/>
              </a:effectRef>
              <a:fontRef idx="minor"/>
            </p:style>
          </p:sp>
          <p:sp>
            <p:nvSpPr>
              <p:cNvPr id="1487" name="Line 1674">
                <a:extLst>
                  <a:ext uri="{FF2B5EF4-FFF2-40B4-BE49-F238E27FC236}">
                    <a16:creationId xmlns:a16="http://schemas.microsoft.com/office/drawing/2014/main" id="{C5FC0CFC-0360-417D-B9D8-51775CB0760A}"/>
                  </a:ext>
                </a:extLst>
              </p:cNvPr>
              <p:cNvSpPr/>
              <p:nvPr/>
            </p:nvSpPr>
            <p:spPr>
              <a:xfrm>
                <a:off x="6192720" y="2976120"/>
                <a:ext cx="61200" cy="70200"/>
              </a:xfrm>
              <a:prstGeom prst="line">
                <a:avLst/>
              </a:prstGeom>
              <a:ln>
                <a:solidFill>
                  <a:srgbClr val="606060"/>
                </a:solidFill>
              </a:ln>
            </p:spPr>
            <p:style>
              <a:lnRef idx="0">
                <a:scrgbClr r="0" g="0" b="0"/>
              </a:lnRef>
              <a:fillRef idx="0">
                <a:scrgbClr r="0" g="0" b="0"/>
              </a:fillRef>
              <a:effectRef idx="0">
                <a:scrgbClr r="0" g="0" b="0"/>
              </a:effectRef>
              <a:fontRef idx="minor"/>
            </p:style>
          </p:sp>
          <p:sp>
            <p:nvSpPr>
              <p:cNvPr id="1488" name="Line 1675">
                <a:extLst>
                  <a:ext uri="{FF2B5EF4-FFF2-40B4-BE49-F238E27FC236}">
                    <a16:creationId xmlns:a16="http://schemas.microsoft.com/office/drawing/2014/main" id="{8E80E99C-6151-4836-8413-5AE088FBE938}"/>
                  </a:ext>
                </a:extLst>
              </p:cNvPr>
              <p:cNvSpPr/>
              <p:nvPr/>
            </p:nvSpPr>
            <p:spPr>
              <a:xfrm flipV="1">
                <a:off x="6073560" y="2892960"/>
                <a:ext cx="58320" cy="45360"/>
              </a:xfrm>
              <a:prstGeom prst="line">
                <a:avLst/>
              </a:prstGeom>
              <a:ln>
                <a:solidFill>
                  <a:srgbClr val="676767"/>
                </a:solidFill>
              </a:ln>
            </p:spPr>
            <p:style>
              <a:lnRef idx="0">
                <a:scrgbClr r="0" g="0" b="0"/>
              </a:lnRef>
              <a:fillRef idx="0">
                <a:scrgbClr r="0" g="0" b="0"/>
              </a:fillRef>
              <a:effectRef idx="0">
                <a:scrgbClr r="0" g="0" b="0"/>
              </a:effectRef>
              <a:fontRef idx="minor"/>
            </p:style>
          </p:sp>
          <p:sp>
            <p:nvSpPr>
              <p:cNvPr id="1489" name="Line 1676">
                <a:extLst>
                  <a:ext uri="{FF2B5EF4-FFF2-40B4-BE49-F238E27FC236}">
                    <a16:creationId xmlns:a16="http://schemas.microsoft.com/office/drawing/2014/main" id="{6340DBC3-5EFE-40AD-8A60-CD78C12F8150}"/>
                  </a:ext>
                </a:extLst>
              </p:cNvPr>
              <p:cNvSpPr/>
              <p:nvPr/>
            </p:nvSpPr>
            <p:spPr>
              <a:xfrm>
                <a:off x="6131880" y="2892960"/>
                <a:ext cx="60840" cy="83160"/>
              </a:xfrm>
              <a:prstGeom prst="line">
                <a:avLst/>
              </a:prstGeom>
              <a:ln>
                <a:solidFill>
                  <a:srgbClr val="666666"/>
                </a:solidFill>
              </a:ln>
            </p:spPr>
            <p:style>
              <a:lnRef idx="0">
                <a:scrgbClr r="0" g="0" b="0"/>
              </a:lnRef>
              <a:fillRef idx="0">
                <a:scrgbClr r="0" g="0" b="0"/>
              </a:fillRef>
              <a:effectRef idx="0">
                <a:scrgbClr r="0" g="0" b="0"/>
              </a:effectRef>
              <a:fontRef idx="minor"/>
            </p:style>
          </p:sp>
          <p:sp>
            <p:nvSpPr>
              <p:cNvPr id="1490" name="Line 1677">
                <a:extLst>
                  <a:ext uri="{FF2B5EF4-FFF2-40B4-BE49-F238E27FC236}">
                    <a16:creationId xmlns:a16="http://schemas.microsoft.com/office/drawing/2014/main" id="{56DB8F0B-3C7B-45A5-9FE8-25ABEA3CE5D6}"/>
                  </a:ext>
                </a:extLst>
              </p:cNvPr>
              <p:cNvSpPr/>
              <p:nvPr/>
            </p:nvSpPr>
            <p:spPr>
              <a:xfrm flipV="1">
                <a:off x="6012720" y="2797920"/>
                <a:ext cx="59040" cy="44280"/>
              </a:xfrm>
              <a:prstGeom prst="line">
                <a:avLst/>
              </a:prstGeom>
              <a:ln>
                <a:solidFill>
                  <a:srgbClr val="6F6F6F"/>
                </a:solidFill>
              </a:ln>
            </p:spPr>
            <p:style>
              <a:lnRef idx="0">
                <a:scrgbClr r="0" g="0" b="0"/>
              </a:lnRef>
              <a:fillRef idx="0">
                <a:scrgbClr r="0" g="0" b="0"/>
              </a:fillRef>
              <a:effectRef idx="0">
                <a:scrgbClr r="0" g="0" b="0"/>
              </a:effectRef>
              <a:fontRef idx="minor"/>
            </p:style>
          </p:sp>
          <p:sp>
            <p:nvSpPr>
              <p:cNvPr id="1491" name="Line 1678">
                <a:extLst>
                  <a:ext uri="{FF2B5EF4-FFF2-40B4-BE49-F238E27FC236}">
                    <a16:creationId xmlns:a16="http://schemas.microsoft.com/office/drawing/2014/main" id="{FDDDFA9D-2622-45AC-A8D0-5998FEE428D6}"/>
                  </a:ext>
                </a:extLst>
              </p:cNvPr>
              <p:cNvSpPr/>
              <p:nvPr/>
            </p:nvSpPr>
            <p:spPr>
              <a:xfrm>
                <a:off x="6071760" y="2797920"/>
                <a:ext cx="60120" cy="95040"/>
              </a:xfrm>
              <a:prstGeom prst="line">
                <a:avLst/>
              </a:prstGeom>
              <a:ln>
                <a:solidFill>
                  <a:srgbClr val="6D6D6D"/>
                </a:solidFill>
              </a:ln>
            </p:spPr>
            <p:style>
              <a:lnRef idx="0">
                <a:scrgbClr r="0" g="0" b="0"/>
              </a:lnRef>
              <a:fillRef idx="0">
                <a:scrgbClr r="0" g="0" b="0"/>
              </a:fillRef>
              <a:effectRef idx="0">
                <a:scrgbClr r="0" g="0" b="0"/>
              </a:effectRef>
              <a:fontRef idx="minor"/>
            </p:style>
          </p:sp>
          <p:sp>
            <p:nvSpPr>
              <p:cNvPr id="1492" name="Line 1679">
                <a:extLst>
                  <a:ext uri="{FF2B5EF4-FFF2-40B4-BE49-F238E27FC236}">
                    <a16:creationId xmlns:a16="http://schemas.microsoft.com/office/drawing/2014/main" id="{A589B94B-FD58-4E51-B0D0-DB183CD0016C}"/>
                  </a:ext>
                </a:extLst>
              </p:cNvPr>
              <p:cNvSpPr/>
              <p:nvPr/>
            </p:nvSpPr>
            <p:spPr>
              <a:xfrm flipV="1">
                <a:off x="5951520" y="2688840"/>
                <a:ext cx="61200" cy="45000"/>
              </a:xfrm>
              <a:prstGeom prst="line">
                <a:avLst/>
              </a:prstGeom>
              <a:ln>
                <a:solidFill>
                  <a:srgbClr val="787878"/>
                </a:solidFill>
              </a:ln>
            </p:spPr>
            <p:style>
              <a:lnRef idx="0">
                <a:scrgbClr r="0" g="0" b="0"/>
              </a:lnRef>
              <a:fillRef idx="0">
                <a:scrgbClr r="0" g="0" b="0"/>
              </a:fillRef>
              <a:effectRef idx="0">
                <a:scrgbClr r="0" g="0" b="0"/>
              </a:effectRef>
              <a:fontRef idx="minor"/>
            </p:style>
          </p:sp>
          <p:sp>
            <p:nvSpPr>
              <p:cNvPr id="1493" name="Line 1680">
                <a:extLst>
                  <a:ext uri="{FF2B5EF4-FFF2-40B4-BE49-F238E27FC236}">
                    <a16:creationId xmlns:a16="http://schemas.microsoft.com/office/drawing/2014/main" id="{C4E7E08C-C600-4896-8C6F-A1ADE2D285EF}"/>
                  </a:ext>
                </a:extLst>
              </p:cNvPr>
              <p:cNvSpPr/>
              <p:nvPr/>
            </p:nvSpPr>
            <p:spPr>
              <a:xfrm>
                <a:off x="6012720" y="2688840"/>
                <a:ext cx="59040" cy="109080"/>
              </a:xfrm>
              <a:prstGeom prst="line">
                <a:avLst/>
              </a:prstGeom>
              <a:ln>
                <a:solidFill>
                  <a:srgbClr val="757575"/>
                </a:solidFill>
              </a:ln>
            </p:spPr>
            <p:style>
              <a:lnRef idx="0">
                <a:scrgbClr r="0" g="0" b="0"/>
              </a:lnRef>
              <a:fillRef idx="0">
                <a:scrgbClr r="0" g="0" b="0"/>
              </a:fillRef>
              <a:effectRef idx="0">
                <a:scrgbClr r="0" g="0" b="0"/>
              </a:effectRef>
              <a:fontRef idx="minor"/>
            </p:style>
          </p:sp>
          <p:sp>
            <p:nvSpPr>
              <p:cNvPr id="1494" name="Line 1681">
                <a:extLst>
                  <a:ext uri="{FF2B5EF4-FFF2-40B4-BE49-F238E27FC236}">
                    <a16:creationId xmlns:a16="http://schemas.microsoft.com/office/drawing/2014/main" id="{9B2269B9-A76C-4A76-B4C5-8A2FF21C3BEC}"/>
                  </a:ext>
                </a:extLst>
              </p:cNvPr>
              <p:cNvSpPr/>
              <p:nvPr/>
            </p:nvSpPr>
            <p:spPr>
              <a:xfrm flipV="1">
                <a:off x="5891760" y="2567880"/>
                <a:ext cx="59760" cy="46080"/>
              </a:xfrm>
              <a:prstGeom prst="line">
                <a:avLst/>
              </a:prstGeom>
              <a:ln>
                <a:solidFill>
                  <a:srgbClr val="838383"/>
                </a:solidFill>
              </a:ln>
            </p:spPr>
            <p:style>
              <a:lnRef idx="0">
                <a:scrgbClr r="0" g="0" b="0"/>
              </a:lnRef>
              <a:fillRef idx="0">
                <a:scrgbClr r="0" g="0" b="0"/>
              </a:fillRef>
              <a:effectRef idx="0">
                <a:scrgbClr r="0" g="0" b="0"/>
              </a:effectRef>
              <a:fontRef idx="minor"/>
            </p:style>
          </p:sp>
          <p:sp>
            <p:nvSpPr>
              <p:cNvPr id="1495" name="Line 1682">
                <a:extLst>
                  <a:ext uri="{FF2B5EF4-FFF2-40B4-BE49-F238E27FC236}">
                    <a16:creationId xmlns:a16="http://schemas.microsoft.com/office/drawing/2014/main" id="{29415565-5F12-4849-B074-BB766D763EFF}"/>
                  </a:ext>
                </a:extLst>
              </p:cNvPr>
              <p:cNvSpPr/>
              <p:nvPr/>
            </p:nvSpPr>
            <p:spPr>
              <a:xfrm>
                <a:off x="5951520" y="2567880"/>
                <a:ext cx="61200" cy="120960"/>
              </a:xfrm>
              <a:prstGeom prst="line">
                <a:avLst/>
              </a:prstGeom>
              <a:ln>
                <a:solidFill>
                  <a:srgbClr val="7F7F7F"/>
                </a:solidFill>
              </a:ln>
            </p:spPr>
            <p:style>
              <a:lnRef idx="0">
                <a:scrgbClr r="0" g="0" b="0"/>
              </a:lnRef>
              <a:fillRef idx="0">
                <a:scrgbClr r="0" g="0" b="0"/>
              </a:fillRef>
              <a:effectRef idx="0">
                <a:scrgbClr r="0" g="0" b="0"/>
              </a:effectRef>
              <a:fontRef idx="minor"/>
            </p:style>
          </p:sp>
          <p:sp>
            <p:nvSpPr>
              <p:cNvPr id="1496" name="Line 1683">
                <a:extLst>
                  <a:ext uri="{FF2B5EF4-FFF2-40B4-BE49-F238E27FC236}">
                    <a16:creationId xmlns:a16="http://schemas.microsoft.com/office/drawing/2014/main" id="{5DED7179-E26F-4785-8352-532B324AC877}"/>
                  </a:ext>
                </a:extLst>
              </p:cNvPr>
              <p:cNvSpPr/>
              <p:nvPr/>
            </p:nvSpPr>
            <p:spPr>
              <a:xfrm flipV="1">
                <a:off x="5830560" y="2433600"/>
                <a:ext cx="61200" cy="46080"/>
              </a:xfrm>
              <a:prstGeom prst="line">
                <a:avLst/>
              </a:prstGeom>
              <a:ln>
                <a:solidFill>
                  <a:srgbClr val="8E8E8E"/>
                </a:solidFill>
              </a:ln>
            </p:spPr>
            <p:style>
              <a:lnRef idx="0">
                <a:scrgbClr r="0" g="0" b="0"/>
              </a:lnRef>
              <a:fillRef idx="0">
                <a:scrgbClr r="0" g="0" b="0"/>
              </a:fillRef>
              <a:effectRef idx="0">
                <a:scrgbClr r="0" g="0" b="0"/>
              </a:effectRef>
              <a:fontRef idx="minor"/>
            </p:style>
          </p:sp>
          <p:sp>
            <p:nvSpPr>
              <p:cNvPr id="1497" name="Line 1684">
                <a:extLst>
                  <a:ext uri="{FF2B5EF4-FFF2-40B4-BE49-F238E27FC236}">
                    <a16:creationId xmlns:a16="http://schemas.microsoft.com/office/drawing/2014/main" id="{D8CE43E8-DDCC-43CD-A40B-C3C5E287F063}"/>
                  </a:ext>
                </a:extLst>
              </p:cNvPr>
              <p:cNvSpPr/>
              <p:nvPr/>
            </p:nvSpPr>
            <p:spPr>
              <a:xfrm>
                <a:off x="5891760" y="2433600"/>
                <a:ext cx="59760" cy="134280"/>
              </a:xfrm>
              <a:prstGeom prst="line">
                <a:avLst/>
              </a:prstGeom>
              <a:ln>
                <a:solidFill>
                  <a:srgbClr val="8A8A8A"/>
                </a:solidFill>
              </a:ln>
            </p:spPr>
            <p:style>
              <a:lnRef idx="0">
                <a:scrgbClr r="0" g="0" b="0"/>
              </a:lnRef>
              <a:fillRef idx="0">
                <a:scrgbClr r="0" g="0" b="0"/>
              </a:fillRef>
              <a:effectRef idx="0">
                <a:scrgbClr r="0" g="0" b="0"/>
              </a:effectRef>
              <a:fontRef idx="minor"/>
            </p:style>
          </p:sp>
          <p:sp>
            <p:nvSpPr>
              <p:cNvPr id="1498" name="Line 1685">
                <a:extLst>
                  <a:ext uri="{FF2B5EF4-FFF2-40B4-BE49-F238E27FC236}">
                    <a16:creationId xmlns:a16="http://schemas.microsoft.com/office/drawing/2014/main" id="{8DA517E9-25E3-4633-8561-09211D14801F}"/>
                  </a:ext>
                </a:extLst>
              </p:cNvPr>
              <p:cNvSpPr/>
              <p:nvPr/>
            </p:nvSpPr>
            <p:spPr>
              <a:xfrm flipV="1">
                <a:off x="5769360" y="2288520"/>
                <a:ext cx="61200" cy="46080"/>
              </a:xfrm>
              <a:prstGeom prst="line">
                <a:avLst/>
              </a:prstGeom>
              <a:ln>
                <a:solidFill>
                  <a:srgbClr val="9B9B9B"/>
                </a:solidFill>
              </a:ln>
            </p:spPr>
            <p:style>
              <a:lnRef idx="0">
                <a:scrgbClr r="0" g="0" b="0"/>
              </a:lnRef>
              <a:fillRef idx="0">
                <a:scrgbClr r="0" g="0" b="0"/>
              </a:fillRef>
              <a:effectRef idx="0">
                <a:scrgbClr r="0" g="0" b="0"/>
              </a:effectRef>
              <a:fontRef idx="minor"/>
            </p:style>
          </p:sp>
          <p:sp>
            <p:nvSpPr>
              <p:cNvPr id="1499" name="Line 1686">
                <a:extLst>
                  <a:ext uri="{FF2B5EF4-FFF2-40B4-BE49-F238E27FC236}">
                    <a16:creationId xmlns:a16="http://schemas.microsoft.com/office/drawing/2014/main" id="{BC96ADFA-6F30-40ED-AE94-464E9A7A46AC}"/>
                  </a:ext>
                </a:extLst>
              </p:cNvPr>
              <p:cNvSpPr/>
              <p:nvPr/>
            </p:nvSpPr>
            <p:spPr>
              <a:xfrm>
                <a:off x="5830560" y="2288520"/>
                <a:ext cx="61200" cy="145080"/>
              </a:xfrm>
              <a:prstGeom prst="line">
                <a:avLst/>
              </a:prstGeom>
              <a:ln>
                <a:solidFill>
                  <a:srgbClr val="969696"/>
                </a:solidFill>
              </a:ln>
            </p:spPr>
            <p:style>
              <a:lnRef idx="0">
                <a:scrgbClr r="0" g="0" b="0"/>
              </a:lnRef>
              <a:fillRef idx="0">
                <a:scrgbClr r="0" g="0" b="0"/>
              </a:fillRef>
              <a:effectRef idx="0">
                <a:scrgbClr r="0" g="0" b="0"/>
              </a:effectRef>
              <a:fontRef idx="minor"/>
            </p:style>
          </p:sp>
          <p:sp>
            <p:nvSpPr>
              <p:cNvPr id="1500" name="Line 1687">
                <a:extLst>
                  <a:ext uri="{FF2B5EF4-FFF2-40B4-BE49-F238E27FC236}">
                    <a16:creationId xmlns:a16="http://schemas.microsoft.com/office/drawing/2014/main" id="{DC3E2DE8-DD16-45D6-A793-02C032BCBE4C}"/>
                  </a:ext>
                </a:extLst>
              </p:cNvPr>
              <p:cNvSpPr/>
              <p:nvPr/>
            </p:nvSpPr>
            <p:spPr>
              <a:xfrm flipV="1">
                <a:off x="5710320" y="2130480"/>
                <a:ext cx="59040" cy="45000"/>
              </a:xfrm>
              <a:prstGeom prst="line">
                <a:avLst/>
              </a:prstGeom>
              <a:ln>
                <a:solidFill>
                  <a:srgbClr val="A8A8A8"/>
                </a:solidFill>
              </a:ln>
            </p:spPr>
            <p:style>
              <a:lnRef idx="0">
                <a:scrgbClr r="0" g="0" b="0"/>
              </a:lnRef>
              <a:fillRef idx="0">
                <a:scrgbClr r="0" g="0" b="0"/>
              </a:fillRef>
              <a:effectRef idx="0">
                <a:scrgbClr r="0" g="0" b="0"/>
              </a:effectRef>
              <a:fontRef idx="minor"/>
            </p:style>
          </p:sp>
          <p:sp>
            <p:nvSpPr>
              <p:cNvPr id="1501" name="Line 1688">
                <a:extLst>
                  <a:ext uri="{FF2B5EF4-FFF2-40B4-BE49-F238E27FC236}">
                    <a16:creationId xmlns:a16="http://schemas.microsoft.com/office/drawing/2014/main" id="{BD67640D-918E-4E86-9FB6-5A3BC97A76C7}"/>
                  </a:ext>
                </a:extLst>
              </p:cNvPr>
              <p:cNvSpPr/>
              <p:nvPr/>
            </p:nvSpPr>
            <p:spPr>
              <a:xfrm>
                <a:off x="5769360" y="2130480"/>
                <a:ext cx="61200" cy="158040"/>
              </a:xfrm>
              <a:prstGeom prst="line">
                <a:avLst/>
              </a:prstGeom>
              <a:ln>
                <a:solidFill>
                  <a:srgbClr val="A3A3A3"/>
                </a:solidFill>
              </a:ln>
            </p:spPr>
            <p:style>
              <a:lnRef idx="0">
                <a:scrgbClr r="0" g="0" b="0"/>
              </a:lnRef>
              <a:fillRef idx="0">
                <a:scrgbClr r="0" g="0" b="0"/>
              </a:fillRef>
              <a:effectRef idx="0">
                <a:scrgbClr r="0" g="0" b="0"/>
              </a:effectRef>
              <a:fontRef idx="minor"/>
            </p:style>
          </p:sp>
          <p:sp>
            <p:nvSpPr>
              <p:cNvPr id="1502" name="Line 1689">
                <a:extLst>
                  <a:ext uri="{FF2B5EF4-FFF2-40B4-BE49-F238E27FC236}">
                    <a16:creationId xmlns:a16="http://schemas.microsoft.com/office/drawing/2014/main" id="{A471EDF3-EC1B-49B8-ABD6-A0032575F2C2}"/>
                  </a:ext>
                </a:extLst>
              </p:cNvPr>
              <p:cNvSpPr/>
              <p:nvPr/>
            </p:nvSpPr>
            <p:spPr>
              <a:xfrm flipV="1">
                <a:off x="7159320" y="2544840"/>
                <a:ext cx="60120" cy="59040"/>
              </a:xfrm>
              <a:prstGeom prst="line">
                <a:avLst/>
              </a:prstGeom>
              <a:ln>
                <a:solidFill>
                  <a:srgbClr val="9E9E9E"/>
                </a:solidFill>
              </a:ln>
            </p:spPr>
            <p:style>
              <a:lnRef idx="0">
                <a:scrgbClr r="0" g="0" b="0"/>
              </a:lnRef>
              <a:fillRef idx="0">
                <a:scrgbClr r="0" g="0" b="0"/>
              </a:fillRef>
              <a:effectRef idx="0">
                <a:scrgbClr r="0" g="0" b="0"/>
              </a:effectRef>
              <a:fontRef idx="minor"/>
            </p:style>
          </p:sp>
          <p:sp>
            <p:nvSpPr>
              <p:cNvPr id="1503" name="Line 1690">
                <a:extLst>
                  <a:ext uri="{FF2B5EF4-FFF2-40B4-BE49-F238E27FC236}">
                    <a16:creationId xmlns:a16="http://schemas.microsoft.com/office/drawing/2014/main" id="{8AB6C999-B41F-4B24-9F8D-D778099B2968}"/>
                  </a:ext>
                </a:extLst>
              </p:cNvPr>
              <p:cNvSpPr/>
              <p:nvPr/>
            </p:nvSpPr>
            <p:spPr>
              <a:xfrm flipH="1">
                <a:off x="7219440" y="2414520"/>
                <a:ext cx="61200" cy="59040"/>
              </a:xfrm>
              <a:prstGeom prst="line">
                <a:avLst/>
              </a:prstGeom>
              <a:ln>
                <a:solidFill>
                  <a:srgbClr val="ACACAC"/>
                </a:solidFill>
              </a:ln>
            </p:spPr>
            <p:style>
              <a:lnRef idx="0">
                <a:scrgbClr r="0" g="0" b="0"/>
              </a:lnRef>
              <a:fillRef idx="0">
                <a:scrgbClr r="0" g="0" b="0"/>
              </a:fillRef>
              <a:effectRef idx="0">
                <a:scrgbClr r="0" g="0" b="0"/>
              </a:effectRef>
              <a:fontRef idx="minor"/>
            </p:style>
          </p:sp>
          <p:sp>
            <p:nvSpPr>
              <p:cNvPr id="1504" name="Line 1691">
                <a:extLst>
                  <a:ext uri="{FF2B5EF4-FFF2-40B4-BE49-F238E27FC236}">
                    <a16:creationId xmlns:a16="http://schemas.microsoft.com/office/drawing/2014/main" id="{B8AC1D2C-E3B5-46D5-BBC0-2A5751989610}"/>
                  </a:ext>
                </a:extLst>
              </p:cNvPr>
              <p:cNvSpPr/>
              <p:nvPr/>
            </p:nvSpPr>
            <p:spPr>
              <a:xfrm flipV="1">
                <a:off x="7219440" y="2414520"/>
                <a:ext cx="61200" cy="130320"/>
              </a:xfrm>
              <a:prstGeom prst="line">
                <a:avLst/>
              </a:prstGeom>
              <a:ln>
                <a:solidFill>
                  <a:srgbClr val="A7A7A7"/>
                </a:solidFill>
              </a:ln>
            </p:spPr>
            <p:style>
              <a:lnRef idx="0">
                <a:scrgbClr r="0" g="0" b="0"/>
              </a:lnRef>
              <a:fillRef idx="0">
                <a:scrgbClr r="0" g="0" b="0"/>
              </a:fillRef>
              <a:effectRef idx="0">
                <a:scrgbClr r="0" g="0" b="0"/>
              </a:effectRef>
              <a:fontRef idx="minor"/>
            </p:style>
          </p:sp>
          <p:sp>
            <p:nvSpPr>
              <p:cNvPr id="1505" name="Line 1692">
                <a:extLst>
                  <a:ext uri="{FF2B5EF4-FFF2-40B4-BE49-F238E27FC236}">
                    <a16:creationId xmlns:a16="http://schemas.microsoft.com/office/drawing/2014/main" id="{EBADDE6A-BA61-47E8-AFE1-91C4EE48F61E}"/>
                  </a:ext>
                </a:extLst>
              </p:cNvPr>
              <p:cNvSpPr/>
              <p:nvPr/>
            </p:nvSpPr>
            <p:spPr>
              <a:xfrm flipV="1">
                <a:off x="7100280" y="2661840"/>
                <a:ext cx="59040" cy="57960"/>
              </a:xfrm>
              <a:prstGeom prst="line">
                <a:avLst/>
              </a:prstGeom>
              <a:ln>
                <a:solidFill>
                  <a:srgbClr val="929292"/>
                </a:solidFill>
              </a:ln>
            </p:spPr>
            <p:style>
              <a:lnRef idx="0">
                <a:scrgbClr r="0" g="0" b="0"/>
              </a:lnRef>
              <a:fillRef idx="0">
                <a:scrgbClr r="0" g="0" b="0"/>
              </a:fillRef>
              <a:effectRef idx="0">
                <a:scrgbClr r="0" g="0" b="0"/>
              </a:effectRef>
              <a:fontRef idx="minor"/>
            </p:style>
          </p:sp>
          <p:sp>
            <p:nvSpPr>
              <p:cNvPr id="1506" name="Line 1693">
                <a:extLst>
                  <a:ext uri="{FF2B5EF4-FFF2-40B4-BE49-F238E27FC236}">
                    <a16:creationId xmlns:a16="http://schemas.microsoft.com/office/drawing/2014/main" id="{911DF834-6AE4-4B7F-8905-B4E77695C0E0}"/>
                  </a:ext>
                </a:extLst>
              </p:cNvPr>
              <p:cNvSpPr/>
              <p:nvPr/>
            </p:nvSpPr>
            <p:spPr>
              <a:xfrm flipV="1">
                <a:off x="7159320" y="2544840"/>
                <a:ext cx="60120" cy="117000"/>
              </a:xfrm>
              <a:prstGeom prst="line">
                <a:avLst/>
              </a:prstGeom>
              <a:ln>
                <a:solidFill>
                  <a:srgbClr val="9A9A9A"/>
                </a:solidFill>
              </a:ln>
            </p:spPr>
            <p:style>
              <a:lnRef idx="0">
                <a:scrgbClr r="0" g="0" b="0"/>
              </a:lnRef>
              <a:fillRef idx="0">
                <a:scrgbClr r="0" g="0" b="0"/>
              </a:fillRef>
              <a:effectRef idx="0">
                <a:scrgbClr r="0" g="0" b="0"/>
              </a:effectRef>
              <a:fontRef idx="minor"/>
            </p:style>
          </p:sp>
          <p:sp>
            <p:nvSpPr>
              <p:cNvPr id="1507" name="Line 1694">
                <a:extLst>
                  <a:ext uri="{FF2B5EF4-FFF2-40B4-BE49-F238E27FC236}">
                    <a16:creationId xmlns:a16="http://schemas.microsoft.com/office/drawing/2014/main" id="{B9D523E6-4370-4BA2-9346-F81DBF22F727}"/>
                  </a:ext>
                </a:extLst>
              </p:cNvPr>
              <p:cNvSpPr/>
              <p:nvPr/>
            </p:nvSpPr>
            <p:spPr>
              <a:xfrm flipV="1">
                <a:off x="7039440" y="2766960"/>
                <a:ext cx="60840" cy="59040"/>
              </a:xfrm>
              <a:prstGeom prst="line">
                <a:avLst/>
              </a:prstGeom>
              <a:ln>
                <a:solidFill>
                  <a:srgbClr val="868686"/>
                </a:solidFill>
              </a:ln>
            </p:spPr>
            <p:style>
              <a:lnRef idx="0">
                <a:scrgbClr r="0" g="0" b="0"/>
              </a:lnRef>
              <a:fillRef idx="0">
                <a:scrgbClr r="0" g="0" b="0"/>
              </a:fillRef>
              <a:effectRef idx="0">
                <a:scrgbClr r="0" g="0" b="0"/>
              </a:effectRef>
              <a:fontRef idx="minor"/>
            </p:style>
          </p:sp>
          <p:sp>
            <p:nvSpPr>
              <p:cNvPr id="1508" name="Line 1695">
                <a:extLst>
                  <a:ext uri="{FF2B5EF4-FFF2-40B4-BE49-F238E27FC236}">
                    <a16:creationId xmlns:a16="http://schemas.microsoft.com/office/drawing/2014/main" id="{5C360E9D-BADE-48F1-BD74-C4E1DCF4EE15}"/>
                  </a:ext>
                </a:extLst>
              </p:cNvPr>
              <p:cNvSpPr/>
              <p:nvPr/>
            </p:nvSpPr>
            <p:spPr>
              <a:xfrm flipV="1">
                <a:off x="7100280" y="2661840"/>
                <a:ext cx="59040" cy="105120"/>
              </a:xfrm>
              <a:prstGeom prst="line">
                <a:avLst/>
              </a:prstGeom>
              <a:ln>
                <a:solidFill>
                  <a:srgbClr val="8E8E8E"/>
                </a:solidFill>
              </a:ln>
            </p:spPr>
            <p:style>
              <a:lnRef idx="0">
                <a:scrgbClr r="0" g="0" b="0"/>
              </a:lnRef>
              <a:fillRef idx="0">
                <a:scrgbClr r="0" g="0" b="0"/>
              </a:fillRef>
              <a:effectRef idx="0">
                <a:scrgbClr r="0" g="0" b="0"/>
              </a:effectRef>
              <a:fontRef idx="minor"/>
            </p:style>
          </p:sp>
          <p:sp>
            <p:nvSpPr>
              <p:cNvPr id="1509" name="Line 1696">
                <a:extLst>
                  <a:ext uri="{FF2B5EF4-FFF2-40B4-BE49-F238E27FC236}">
                    <a16:creationId xmlns:a16="http://schemas.microsoft.com/office/drawing/2014/main" id="{E14894A4-628C-42F9-8892-EE9983A4AE3A}"/>
                  </a:ext>
                </a:extLst>
              </p:cNvPr>
              <p:cNvSpPr/>
              <p:nvPr/>
            </p:nvSpPr>
            <p:spPr>
              <a:xfrm flipV="1">
                <a:off x="6978240" y="2859120"/>
                <a:ext cx="61200" cy="59040"/>
              </a:xfrm>
              <a:prstGeom prst="line">
                <a:avLst/>
              </a:prstGeom>
              <a:ln>
                <a:solidFill>
                  <a:srgbClr val="7C7C7C"/>
                </a:solidFill>
              </a:ln>
            </p:spPr>
            <p:style>
              <a:lnRef idx="0">
                <a:scrgbClr r="0" g="0" b="0"/>
              </a:lnRef>
              <a:fillRef idx="0">
                <a:scrgbClr r="0" g="0" b="0"/>
              </a:fillRef>
              <a:effectRef idx="0">
                <a:scrgbClr r="0" g="0" b="0"/>
              </a:effectRef>
              <a:fontRef idx="minor"/>
            </p:style>
          </p:sp>
          <p:sp>
            <p:nvSpPr>
              <p:cNvPr id="1510" name="Line 1697">
                <a:extLst>
                  <a:ext uri="{FF2B5EF4-FFF2-40B4-BE49-F238E27FC236}">
                    <a16:creationId xmlns:a16="http://schemas.microsoft.com/office/drawing/2014/main" id="{10F2D45B-6564-4E26-9E25-654862ED996C}"/>
                  </a:ext>
                </a:extLst>
              </p:cNvPr>
              <p:cNvSpPr/>
              <p:nvPr/>
            </p:nvSpPr>
            <p:spPr>
              <a:xfrm flipV="1">
                <a:off x="7039440" y="2766960"/>
                <a:ext cx="60840" cy="92160"/>
              </a:xfrm>
              <a:prstGeom prst="line">
                <a:avLst/>
              </a:prstGeom>
              <a:ln>
                <a:solidFill>
                  <a:srgbClr val="838383"/>
                </a:solidFill>
              </a:ln>
            </p:spPr>
            <p:style>
              <a:lnRef idx="0">
                <a:scrgbClr r="0" g="0" b="0"/>
              </a:lnRef>
              <a:fillRef idx="0">
                <a:scrgbClr r="0" g="0" b="0"/>
              </a:fillRef>
              <a:effectRef idx="0">
                <a:scrgbClr r="0" g="0" b="0"/>
              </a:effectRef>
              <a:fontRef idx="minor"/>
            </p:style>
          </p:sp>
          <p:sp>
            <p:nvSpPr>
              <p:cNvPr id="1511" name="Line 1698">
                <a:extLst>
                  <a:ext uri="{FF2B5EF4-FFF2-40B4-BE49-F238E27FC236}">
                    <a16:creationId xmlns:a16="http://schemas.microsoft.com/office/drawing/2014/main" id="{B1DF8CAD-9D59-41AA-AE7D-854C779E1186}"/>
                  </a:ext>
                </a:extLst>
              </p:cNvPr>
              <p:cNvSpPr/>
              <p:nvPr/>
            </p:nvSpPr>
            <p:spPr>
              <a:xfrm flipV="1">
                <a:off x="6918480" y="2939040"/>
                <a:ext cx="59760" cy="58320"/>
              </a:xfrm>
              <a:prstGeom prst="line">
                <a:avLst/>
              </a:prstGeom>
              <a:ln>
                <a:solidFill>
                  <a:srgbClr val="737373"/>
                </a:solidFill>
              </a:ln>
            </p:spPr>
            <p:style>
              <a:lnRef idx="0">
                <a:scrgbClr r="0" g="0" b="0"/>
              </a:lnRef>
              <a:fillRef idx="0">
                <a:scrgbClr r="0" g="0" b="0"/>
              </a:fillRef>
              <a:effectRef idx="0">
                <a:scrgbClr r="0" g="0" b="0"/>
              </a:effectRef>
              <a:fontRef idx="minor"/>
            </p:style>
          </p:sp>
          <p:sp>
            <p:nvSpPr>
              <p:cNvPr id="1512" name="Line 1699">
                <a:extLst>
                  <a:ext uri="{FF2B5EF4-FFF2-40B4-BE49-F238E27FC236}">
                    <a16:creationId xmlns:a16="http://schemas.microsoft.com/office/drawing/2014/main" id="{D816ADEC-E282-4C72-BE30-E5900E93A7F0}"/>
                  </a:ext>
                </a:extLst>
              </p:cNvPr>
              <p:cNvSpPr/>
              <p:nvPr/>
            </p:nvSpPr>
            <p:spPr>
              <a:xfrm flipV="1">
                <a:off x="6978240" y="2859120"/>
                <a:ext cx="61200" cy="79920"/>
              </a:xfrm>
              <a:prstGeom prst="line">
                <a:avLst/>
              </a:prstGeom>
              <a:ln>
                <a:solidFill>
                  <a:srgbClr val="7A7A7A"/>
                </a:solidFill>
              </a:ln>
            </p:spPr>
            <p:style>
              <a:lnRef idx="0">
                <a:scrgbClr r="0" g="0" b="0"/>
              </a:lnRef>
              <a:fillRef idx="0">
                <a:scrgbClr r="0" g="0" b="0"/>
              </a:fillRef>
              <a:effectRef idx="0">
                <a:scrgbClr r="0" g="0" b="0"/>
              </a:effectRef>
              <a:fontRef idx="minor"/>
            </p:style>
          </p:sp>
          <p:sp>
            <p:nvSpPr>
              <p:cNvPr id="1513" name="Line 1700">
                <a:extLst>
                  <a:ext uri="{FF2B5EF4-FFF2-40B4-BE49-F238E27FC236}">
                    <a16:creationId xmlns:a16="http://schemas.microsoft.com/office/drawing/2014/main" id="{3CACBBF2-5DB0-4931-A186-20DA9053BE57}"/>
                  </a:ext>
                </a:extLst>
              </p:cNvPr>
              <p:cNvSpPr/>
              <p:nvPr/>
            </p:nvSpPr>
            <p:spPr>
              <a:xfrm flipV="1">
                <a:off x="6857280" y="3006360"/>
                <a:ext cx="61200" cy="57960"/>
              </a:xfrm>
              <a:prstGeom prst="line">
                <a:avLst/>
              </a:prstGeom>
              <a:ln>
                <a:solidFill>
                  <a:srgbClr val="6B6B6B"/>
                </a:solidFill>
              </a:ln>
            </p:spPr>
            <p:style>
              <a:lnRef idx="0">
                <a:scrgbClr r="0" g="0" b="0"/>
              </a:lnRef>
              <a:fillRef idx="0">
                <a:scrgbClr r="0" g="0" b="0"/>
              </a:fillRef>
              <a:effectRef idx="0">
                <a:scrgbClr r="0" g="0" b="0"/>
              </a:effectRef>
              <a:fontRef idx="minor"/>
            </p:style>
          </p:sp>
          <p:sp>
            <p:nvSpPr>
              <p:cNvPr id="1514" name="Line 1701">
                <a:extLst>
                  <a:ext uri="{FF2B5EF4-FFF2-40B4-BE49-F238E27FC236}">
                    <a16:creationId xmlns:a16="http://schemas.microsoft.com/office/drawing/2014/main" id="{FA1E85D8-321E-4783-9AA0-CF120AA498FF}"/>
                  </a:ext>
                </a:extLst>
              </p:cNvPr>
              <p:cNvSpPr/>
              <p:nvPr/>
            </p:nvSpPr>
            <p:spPr>
              <a:xfrm flipV="1">
                <a:off x="6918480" y="2939040"/>
                <a:ext cx="59760" cy="67320"/>
              </a:xfrm>
              <a:prstGeom prst="line">
                <a:avLst/>
              </a:prstGeom>
              <a:ln>
                <a:solidFill>
                  <a:srgbClr val="717171"/>
                </a:solidFill>
              </a:ln>
            </p:spPr>
            <p:style>
              <a:lnRef idx="0">
                <a:scrgbClr r="0" g="0" b="0"/>
              </a:lnRef>
              <a:fillRef idx="0">
                <a:scrgbClr r="0" g="0" b="0"/>
              </a:fillRef>
              <a:effectRef idx="0">
                <a:scrgbClr r="0" g="0" b="0"/>
              </a:effectRef>
              <a:fontRef idx="minor"/>
            </p:style>
          </p:sp>
          <p:sp>
            <p:nvSpPr>
              <p:cNvPr id="1515" name="Line 1702">
                <a:extLst>
                  <a:ext uri="{FF2B5EF4-FFF2-40B4-BE49-F238E27FC236}">
                    <a16:creationId xmlns:a16="http://schemas.microsoft.com/office/drawing/2014/main" id="{1F605113-A857-49F8-832C-D85E8525CD93}"/>
                  </a:ext>
                </a:extLst>
              </p:cNvPr>
              <p:cNvSpPr/>
              <p:nvPr/>
            </p:nvSpPr>
            <p:spPr>
              <a:xfrm flipV="1">
                <a:off x="6796080" y="3060360"/>
                <a:ext cx="61200" cy="59040"/>
              </a:xfrm>
              <a:prstGeom prst="line">
                <a:avLst/>
              </a:prstGeom>
              <a:ln>
                <a:solidFill>
                  <a:srgbClr val="646464"/>
                </a:solidFill>
              </a:ln>
            </p:spPr>
            <p:style>
              <a:lnRef idx="0">
                <a:scrgbClr r="0" g="0" b="0"/>
              </a:lnRef>
              <a:fillRef idx="0">
                <a:scrgbClr r="0" g="0" b="0"/>
              </a:fillRef>
              <a:effectRef idx="0">
                <a:scrgbClr r="0" g="0" b="0"/>
              </a:effectRef>
              <a:fontRef idx="minor"/>
            </p:style>
          </p:sp>
          <p:sp>
            <p:nvSpPr>
              <p:cNvPr id="1516" name="Line 1703">
                <a:extLst>
                  <a:ext uri="{FF2B5EF4-FFF2-40B4-BE49-F238E27FC236}">
                    <a16:creationId xmlns:a16="http://schemas.microsoft.com/office/drawing/2014/main" id="{E9648381-1B99-4918-97D3-2D8AB52BD7C2}"/>
                  </a:ext>
                </a:extLst>
              </p:cNvPr>
              <p:cNvSpPr/>
              <p:nvPr/>
            </p:nvSpPr>
            <p:spPr>
              <a:xfrm flipV="1">
                <a:off x="6857280" y="3006360"/>
                <a:ext cx="61200" cy="54000"/>
              </a:xfrm>
              <a:prstGeom prst="line">
                <a:avLst/>
              </a:prstGeom>
              <a:ln>
                <a:solidFill>
                  <a:srgbClr val="6A6A6A"/>
                </a:solidFill>
              </a:ln>
            </p:spPr>
            <p:style>
              <a:lnRef idx="0">
                <a:scrgbClr r="0" g="0" b="0"/>
              </a:lnRef>
              <a:fillRef idx="0">
                <a:scrgbClr r="0" g="0" b="0"/>
              </a:fillRef>
              <a:effectRef idx="0">
                <a:scrgbClr r="0" g="0" b="0"/>
              </a:effectRef>
              <a:fontRef idx="minor"/>
            </p:style>
          </p:sp>
          <p:sp>
            <p:nvSpPr>
              <p:cNvPr id="1517" name="Line 1704">
                <a:extLst>
                  <a:ext uri="{FF2B5EF4-FFF2-40B4-BE49-F238E27FC236}">
                    <a16:creationId xmlns:a16="http://schemas.microsoft.com/office/drawing/2014/main" id="{8B1D7287-E4BF-41EF-BCA0-377A017051D2}"/>
                  </a:ext>
                </a:extLst>
              </p:cNvPr>
              <p:cNvSpPr/>
              <p:nvPr/>
            </p:nvSpPr>
            <p:spPr>
              <a:xfrm flipV="1">
                <a:off x="6737040" y="3103200"/>
                <a:ext cx="59040" cy="58320"/>
              </a:xfrm>
              <a:prstGeom prst="line">
                <a:avLst/>
              </a:prstGeom>
              <a:ln>
                <a:solidFill>
                  <a:srgbClr val="5F5F5F"/>
                </a:solidFill>
              </a:ln>
            </p:spPr>
            <p:style>
              <a:lnRef idx="0">
                <a:scrgbClr r="0" g="0" b="0"/>
              </a:lnRef>
              <a:fillRef idx="0">
                <a:scrgbClr r="0" g="0" b="0"/>
              </a:fillRef>
              <a:effectRef idx="0">
                <a:scrgbClr r="0" g="0" b="0"/>
              </a:effectRef>
              <a:fontRef idx="minor"/>
            </p:style>
          </p:sp>
          <p:sp>
            <p:nvSpPr>
              <p:cNvPr id="1518" name="Line 1705">
                <a:extLst>
                  <a:ext uri="{FF2B5EF4-FFF2-40B4-BE49-F238E27FC236}">
                    <a16:creationId xmlns:a16="http://schemas.microsoft.com/office/drawing/2014/main" id="{4A3E3969-DF6E-4667-9AF8-DBAA7A3F2304}"/>
                  </a:ext>
                </a:extLst>
              </p:cNvPr>
              <p:cNvSpPr/>
              <p:nvPr/>
            </p:nvSpPr>
            <p:spPr>
              <a:xfrm flipV="1">
                <a:off x="6796080" y="3060360"/>
                <a:ext cx="61200" cy="42840"/>
              </a:xfrm>
              <a:prstGeom prst="line">
                <a:avLst/>
              </a:prstGeom>
              <a:ln>
                <a:solidFill>
                  <a:srgbClr val="646464"/>
                </a:solidFill>
              </a:ln>
            </p:spPr>
            <p:style>
              <a:lnRef idx="0">
                <a:scrgbClr r="0" g="0" b="0"/>
              </a:lnRef>
              <a:fillRef idx="0">
                <a:scrgbClr r="0" g="0" b="0"/>
              </a:fillRef>
              <a:effectRef idx="0">
                <a:scrgbClr r="0" g="0" b="0"/>
              </a:effectRef>
              <a:fontRef idx="minor"/>
            </p:style>
          </p:sp>
          <p:sp>
            <p:nvSpPr>
              <p:cNvPr id="1519" name="Line 1706">
                <a:extLst>
                  <a:ext uri="{FF2B5EF4-FFF2-40B4-BE49-F238E27FC236}">
                    <a16:creationId xmlns:a16="http://schemas.microsoft.com/office/drawing/2014/main" id="{100561D3-0F1E-4035-AA81-8BE4C9A89145}"/>
                  </a:ext>
                </a:extLst>
              </p:cNvPr>
              <p:cNvSpPr/>
              <p:nvPr/>
            </p:nvSpPr>
            <p:spPr>
              <a:xfrm flipV="1">
                <a:off x="6677280" y="3132360"/>
                <a:ext cx="59760" cy="59040"/>
              </a:xfrm>
              <a:prstGeom prst="line">
                <a:avLst/>
              </a:prstGeom>
              <a:ln>
                <a:solidFill>
                  <a:srgbClr val="5B5B5B"/>
                </a:solidFill>
              </a:ln>
            </p:spPr>
            <p:style>
              <a:lnRef idx="0">
                <a:scrgbClr r="0" g="0" b="0"/>
              </a:lnRef>
              <a:fillRef idx="0">
                <a:scrgbClr r="0" g="0" b="0"/>
              </a:fillRef>
              <a:effectRef idx="0">
                <a:scrgbClr r="0" g="0" b="0"/>
              </a:effectRef>
              <a:fontRef idx="minor"/>
            </p:style>
          </p:sp>
          <p:sp>
            <p:nvSpPr>
              <p:cNvPr id="1520" name="Line 1707">
                <a:extLst>
                  <a:ext uri="{FF2B5EF4-FFF2-40B4-BE49-F238E27FC236}">
                    <a16:creationId xmlns:a16="http://schemas.microsoft.com/office/drawing/2014/main" id="{CACC6758-B93C-4455-8630-CD6A78CFFA81}"/>
                  </a:ext>
                </a:extLst>
              </p:cNvPr>
              <p:cNvSpPr/>
              <p:nvPr/>
            </p:nvSpPr>
            <p:spPr>
              <a:xfrm flipV="1">
                <a:off x="6737040" y="3103200"/>
                <a:ext cx="59040" cy="29160"/>
              </a:xfrm>
              <a:prstGeom prst="line">
                <a:avLst/>
              </a:prstGeom>
              <a:ln>
                <a:solidFill>
                  <a:srgbClr val="5F5F5F"/>
                </a:solidFill>
              </a:ln>
            </p:spPr>
            <p:style>
              <a:lnRef idx="0">
                <a:scrgbClr r="0" g="0" b="0"/>
              </a:lnRef>
              <a:fillRef idx="0">
                <a:scrgbClr r="0" g="0" b="0"/>
              </a:fillRef>
              <a:effectRef idx="0">
                <a:scrgbClr r="0" g="0" b="0"/>
              </a:effectRef>
              <a:fontRef idx="minor"/>
            </p:style>
          </p:sp>
          <p:sp>
            <p:nvSpPr>
              <p:cNvPr id="1521" name="Line 1708">
                <a:extLst>
                  <a:ext uri="{FF2B5EF4-FFF2-40B4-BE49-F238E27FC236}">
                    <a16:creationId xmlns:a16="http://schemas.microsoft.com/office/drawing/2014/main" id="{8031051A-FB58-4541-AABD-4306555A8A91}"/>
                  </a:ext>
                </a:extLst>
              </p:cNvPr>
              <p:cNvSpPr/>
              <p:nvPr/>
            </p:nvSpPr>
            <p:spPr>
              <a:xfrm flipV="1">
                <a:off x="6616080" y="3150360"/>
                <a:ext cx="61200" cy="57240"/>
              </a:xfrm>
              <a:prstGeom prst="line">
                <a:avLst/>
              </a:prstGeom>
              <a:ln>
                <a:solidFill>
                  <a:srgbClr val="585858"/>
                </a:solidFill>
              </a:ln>
            </p:spPr>
            <p:style>
              <a:lnRef idx="0">
                <a:scrgbClr r="0" g="0" b="0"/>
              </a:lnRef>
              <a:fillRef idx="0">
                <a:scrgbClr r="0" g="0" b="0"/>
              </a:fillRef>
              <a:effectRef idx="0">
                <a:scrgbClr r="0" g="0" b="0"/>
              </a:effectRef>
              <a:fontRef idx="minor"/>
            </p:style>
          </p:sp>
          <p:sp>
            <p:nvSpPr>
              <p:cNvPr id="1522" name="Line 1709">
                <a:extLst>
                  <a:ext uri="{FF2B5EF4-FFF2-40B4-BE49-F238E27FC236}">
                    <a16:creationId xmlns:a16="http://schemas.microsoft.com/office/drawing/2014/main" id="{DE85AD76-C452-46C5-8180-4F57C70A6AA8}"/>
                  </a:ext>
                </a:extLst>
              </p:cNvPr>
              <p:cNvSpPr/>
              <p:nvPr/>
            </p:nvSpPr>
            <p:spPr>
              <a:xfrm flipV="1">
                <a:off x="6677280" y="3132360"/>
                <a:ext cx="59760" cy="18000"/>
              </a:xfrm>
              <a:prstGeom prst="line">
                <a:avLst/>
              </a:prstGeom>
              <a:ln>
                <a:solidFill>
                  <a:srgbClr val="5B5B5B"/>
                </a:solidFill>
              </a:ln>
            </p:spPr>
            <p:style>
              <a:lnRef idx="0">
                <a:scrgbClr r="0" g="0" b="0"/>
              </a:lnRef>
              <a:fillRef idx="0">
                <a:scrgbClr r="0" g="0" b="0"/>
              </a:fillRef>
              <a:effectRef idx="0">
                <a:scrgbClr r="0" g="0" b="0"/>
              </a:effectRef>
              <a:fontRef idx="minor"/>
            </p:style>
          </p:sp>
          <p:sp>
            <p:nvSpPr>
              <p:cNvPr id="1523" name="Line 1710">
                <a:extLst>
                  <a:ext uri="{FF2B5EF4-FFF2-40B4-BE49-F238E27FC236}">
                    <a16:creationId xmlns:a16="http://schemas.microsoft.com/office/drawing/2014/main" id="{5A068416-D8AE-4A8D-A680-498D4781D93C}"/>
                  </a:ext>
                </a:extLst>
              </p:cNvPr>
              <p:cNvSpPr/>
              <p:nvPr/>
            </p:nvSpPr>
            <p:spPr>
              <a:xfrm flipV="1">
                <a:off x="6555240" y="3154320"/>
                <a:ext cx="60840" cy="57960"/>
              </a:xfrm>
              <a:prstGeom prst="line">
                <a:avLst/>
              </a:prstGeom>
              <a:ln>
                <a:solidFill>
                  <a:srgbClr val="565656"/>
                </a:solidFill>
              </a:ln>
            </p:spPr>
            <p:style>
              <a:lnRef idx="0">
                <a:scrgbClr r="0" g="0" b="0"/>
              </a:lnRef>
              <a:fillRef idx="0">
                <a:scrgbClr r="0" g="0" b="0"/>
              </a:fillRef>
              <a:effectRef idx="0">
                <a:scrgbClr r="0" g="0" b="0"/>
              </a:effectRef>
              <a:fontRef idx="minor"/>
            </p:style>
          </p:sp>
          <p:sp>
            <p:nvSpPr>
              <p:cNvPr id="1524" name="Line 1711">
                <a:extLst>
                  <a:ext uri="{FF2B5EF4-FFF2-40B4-BE49-F238E27FC236}">
                    <a16:creationId xmlns:a16="http://schemas.microsoft.com/office/drawing/2014/main" id="{D24BA529-3607-4CB2-890A-455AB9E451BC}"/>
                  </a:ext>
                </a:extLst>
              </p:cNvPr>
              <p:cNvSpPr/>
              <p:nvPr/>
            </p:nvSpPr>
            <p:spPr>
              <a:xfrm flipV="1">
                <a:off x="6616080" y="3150360"/>
                <a:ext cx="61200" cy="3960"/>
              </a:xfrm>
              <a:prstGeom prst="line">
                <a:avLst/>
              </a:prstGeom>
              <a:ln>
                <a:solidFill>
                  <a:srgbClr val="595959"/>
                </a:solidFill>
              </a:ln>
            </p:spPr>
            <p:style>
              <a:lnRef idx="0">
                <a:scrgbClr r="0" g="0" b="0"/>
              </a:lnRef>
              <a:fillRef idx="0">
                <a:scrgbClr r="0" g="0" b="0"/>
              </a:fillRef>
              <a:effectRef idx="0">
                <a:scrgbClr r="0" g="0" b="0"/>
              </a:effectRef>
              <a:fontRef idx="minor"/>
            </p:style>
          </p:sp>
          <p:sp>
            <p:nvSpPr>
              <p:cNvPr id="1525" name="Line 1712">
                <a:extLst>
                  <a:ext uri="{FF2B5EF4-FFF2-40B4-BE49-F238E27FC236}">
                    <a16:creationId xmlns:a16="http://schemas.microsoft.com/office/drawing/2014/main" id="{46819E54-3F95-4241-B6B3-95D6D79C6CFE}"/>
                  </a:ext>
                </a:extLst>
              </p:cNvPr>
              <p:cNvSpPr/>
              <p:nvPr/>
            </p:nvSpPr>
            <p:spPr>
              <a:xfrm flipV="1">
                <a:off x="6495120" y="3146400"/>
                <a:ext cx="60120" cy="59040"/>
              </a:xfrm>
              <a:prstGeom prst="line">
                <a:avLst/>
              </a:prstGeom>
              <a:ln>
                <a:solidFill>
                  <a:srgbClr val="555555"/>
                </a:solidFill>
              </a:ln>
            </p:spPr>
            <p:style>
              <a:lnRef idx="0">
                <a:scrgbClr r="0" g="0" b="0"/>
              </a:lnRef>
              <a:fillRef idx="0">
                <a:scrgbClr r="0" g="0" b="0"/>
              </a:fillRef>
              <a:effectRef idx="0">
                <a:scrgbClr r="0" g="0" b="0"/>
              </a:effectRef>
              <a:fontRef idx="minor"/>
            </p:style>
          </p:sp>
          <p:sp>
            <p:nvSpPr>
              <p:cNvPr id="1526" name="Line 1713">
                <a:extLst>
                  <a:ext uri="{FF2B5EF4-FFF2-40B4-BE49-F238E27FC236}">
                    <a16:creationId xmlns:a16="http://schemas.microsoft.com/office/drawing/2014/main" id="{DC088459-2276-4B31-BD2C-CCC81E2019C8}"/>
                  </a:ext>
                </a:extLst>
              </p:cNvPr>
              <p:cNvSpPr/>
              <p:nvPr/>
            </p:nvSpPr>
            <p:spPr>
              <a:xfrm>
                <a:off x="6555240" y="3146400"/>
                <a:ext cx="60840" cy="7920"/>
              </a:xfrm>
              <a:prstGeom prst="line">
                <a:avLst/>
              </a:prstGeom>
              <a:ln>
                <a:solidFill>
                  <a:srgbClr val="585858"/>
                </a:solidFill>
              </a:ln>
            </p:spPr>
            <p:style>
              <a:lnRef idx="0">
                <a:scrgbClr r="0" g="0" b="0"/>
              </a:lnRef>
              <a:fillRef idx="0">
                <a:scrgbClr r="0" g="0" b="0"/>
              </a:fillRef>
              <a:effectRef idx="0">
                <a:scrgbClr r="0" g="0" b="0"/>
              </a:effectRef>
              <a:fontRef idx="minor"/>
            </p:style>
          </p:sp>
          <p:sp>
            <p:nvSpPr>
              <p:cNvPr id="1527" name="Line 1714">
                <a:extLst>
                  <a:ext uri="{FF2B5EF4-FFF2-40B4-BE49-F238E27FC236}">
                    <a16:creationId xmlns:a16="http://schemas.microsoft.com/office/drawing/2014/main" id="{06EC0E13-DE18-439F-B3C4-FC0B67042F51}"/>
                  </a:ext>
                </a:extLst>
              </p:cNvPr>
              <p:cNvSpPr/>
              <p:nvPr/>
            </p:nvSpPr>
            <p:spPr>
              <a:xfrm flipV="1">
                <a:off x="6433920" y="3126240"/>
                <a:ext cx="61200" cy="58320"/>
              </a:xfrm>
              <a:prstGeom prst="line">
                <a:avLst/>
              </a:prstGeom>
              <a:ln>
                <a:solidFill>
                  <a:srgbClr val="565656"/>
                </a:solidFill>
              </a:ln>
            </p:spPr>
            <p:style>
              <a:lnRef idx="0">
                <a:scrgbClr r="0" g="0" b="0"/>
              </a:lnRef>
              <a:fillRef idx="0">
                <a:scrgbClr r="0" g="0" b="0"/>
              </a:fillRef>
              <a:effectRef idx="0">
                <a:scrgbClr r="0" g="0" b="0"/>
              </a:effectRef>
              <a:fontRef idx="minor"/>
            </p:style>
          </p:sp>
          <p:sp>
            <p:nvSpPr>
              <p:cNvPr id="1528" name="Line 1715">
                <a:extLst>
                  <a:ext uri="{FF2B5EF4-FFF2-40B4-BE49-F238E27FC236}">
                    <a16:creationId xmlns:a16="http://schemas.microsoft.com/office/drawing/2014/main" id="{DE4DD8C4-A8A2-4E62-AD93-14BD7E2404A1}"/>
                  </a:ext>
                </a:extLst>
              </p:cNvPr>
              <p:cNvSpPr/>
              <p:nvPr/>
            </p:nvSpPr>
            <p:spPr>
              <a:xfrm>
                <a:off x="6495120" y="3126240"/>
                <a:ext cx="60120" cy="20160"/>
              </a:xfrm>
              <a:prstGeom prst="line">
                <a:avLst/>
              </a:prstGeom>
              <a:ln>
                <a:solidFill>
                  <a:srgbClr val="585858"/>
                </a:solidFill>
              </a:ln>
            </p:spPr>
            <p:style>
              <a:lnRef idx="0">
                <a:scrgbClr r="0" g="0" b="0"/>
              </a:lnRef>
              <a:fillRef idx="0">
                <a:scrgbClr r="0" g="0" b="0"/>
              </a:fillRef>
              <a:effectRef idx="0">
                <a:scrgbClr r="0" g="0" b="0"/>
              </a:effectRef>
              <a:fontRef idx="minor"/>
            </p:style>
          </p:sp>
          <p:sp>
            <p:nvSpPr>
              <p:cNvPr id="1529" name="Line 1716">
                <a:extLst>
                  <a:ext uri="{FF2B5EF4-FFF2-40B4-BE49-F238E27FC236}">
                    <a16:creationId xmlns:a16="http://schemas.microsoft.com/office/drawing/2014/main" id="{9F141CD8-4992-4269-BE07-7E6C90799F0F}"/>
                  </a:ext>
                </a:extLst>
              </p:cNvPr>
              <p:cNvSpPr/>
              <p:nvPr/>
            </p:nvSpPr>
            <p:spPr>
              <a:xfrm flipV="1">
                <a:off x="6374880" y="3092400"/>
                <a:ext cx="59040" cy="59040"/>
              </a:xfrm>
              <a:prstGeom prst="line">
                <a:avLst/>
              </a:prstGeom>
              <a:ln>
                <a:solidFill>
                  <a:srgbClr val="585858"/>
                </a:solidFill>
              </a:ln>
            </p:spPr>
            <p:style>
              <a:lnRef idx="0">
                <a:scrgbClr r="0" g="0" b="0"/>
              </a:lnRef>
              <a:fillRef idx="0">
                <a:scrgbClr r="0" g="0" b="0"/>
              </a:fillRef>
              <a:effectRef idx="0">
                <a:scrgbClr r="0" g="0" b="0"/>
              </a:effectRef>
              <a:fontRef idx="minor"/>
            </p:style>
          </p:sp>
          <p:sp>
            <p:nvSpPr>
              <p:cNvPr id="1530" name="Line 1717">
                <a:extLst>
                  <a:ext uri="{FF2B5EF4-FFF2-40B4-BE49-F238E27FC236}">
                    <a16:creationId xmlns:a16="http://schemas.microsoft.com/office/drawing/2014/main" id="{CD1F4B6D-9C96-4905-BC35-E935E23F2854}"/>
                  </a:ext>
                </a:extLst>
              </p:cNvPr>
              <p:cNvSpPr/>
              <p:nvPr/>
            </p:nvSpPr>
            <p:spPr>
              <a:xfrm>
                <a:off x="6433920" y="3092400"/>
                <a:ext cx="61200" cy="33840"/>
              </a:xfrm>
              <a:prstGeom prst="line">
                <a:avLst/>
              </a:prstGeom>
              <a:ln>
                <a:solidFill>
                  <a:srgbClr val="595959"/>
                </a:solidFill>
              </a:ln>
            </p:spPr>
            <p:style>
              <a:lnRef idx="0">
                <a:scrgbClr r="0" g="0" b="0"/>
              </a:lnRef>
              <a:fillRef idx="0">
                <a:scrgbClr r="0" g="0" b="0"/>
              </a:fillRef>
              <a:effectRef idx="0">
                <a:scrgbClr r="0" g="0" b="0"/>
              </a:effectRef>
              <a:fontRef idx="minor"/>
            </p:style>
          </p:sp>
          <p:sp>
            <p:nvSpPr>
              <p:cNvPr id="1531" name="Line 1718">
                <a:extLst>
                  <a:ext uri="{FF2B5EF4-FFF2-40B4-BE49-F238E27FC236}">
                    <a16:creationId xmlns:a16="http://schemas.microsoft.com/office/drawing/2014/main" id="{2F196B6D-E9E6-4A59-8642-3EC50CF6D782}"/>
                  </a:ext>
                </a:extLst>
              </p:cNvPr>
              <p:cNvSpPr/>
              <p:nvPr/>
            </p:nvSpPr>
            <p:spPr>
              <a:xfrm flipV="1">
                <a:off x="6314760" y="3046320"/>
                <a:ext cx="60120" cy="59040"/>
              </a:xfrm>
              <a:prstGeom prst="line">
                <a:avLst/>
              </a:prstGeom>
              <a:ln>
                <a:solidFill>
                  <a:srgbClr val="5B5B5B"/>
                </a:solidFill>
              </a:ln>
            </p:spPr>
            <p:style>
              <a:lnRef idx="0">
                <a:scrgbClr r="0" g="0" b="0"/>
              </a:lnRef>
              <a:fillRef idx="0">
                <a:scrgbClr r="0" g="0" b="0"/>
              </a:fillRef>
              <a:effectRef idx="0">
                <a:scrgbClr r="0" g="0" b="0"/>
              </a:effectRef>
              <a:fontRef idx="minor"/>
            </p:style>
          </p:sp>
          <p:sp>
            <p:nvSpPr>
              <p:cNvPr id="1532" name="Line 1719">
                <a:extLst>
                  <a:ext uri="{FF2B5EF4-FFF2-40B4-BE49-F238E27FC236}">
                    <a16:creationId xmlns:a16="http://schemas.microsoft.com/office/drawing/2014/main" id="{669A39FC-B633-4F0A-B04B-1865B38A91D0}"/>
                  </a:ext>
                </a:extLst>
              </p:cNvPr>
              <p:cNvSpPr/>
              <p:nvPr/>
            </p:nvSpPr>
            <p:spPr>
              <a:xfrm>
                <a:off x="6374880" y="3046320"/>
                <a:ext cx="59040" cy="46080"/>
              </a:xfrm>
              <a:prstGeom prst="line">
                <a:avLst/>
              </a:prstGeom>
              <a:ln>
                <a:solidFill>
                  <a:srgbClr val="5B5B5B"/>
                </a:solidFill>
              </a:ln>
            </p:spPr>
            <p:style>
              <a:lnRef idx="0">
                <a:scrgbClr r="0" g="0" b="0"/>
              </a:lnRef>
              <a:fillRef idx="0">
                <a:scrgbClr r="0" g="0" b="0"/>
              </a:fillRef>
              <a:effectRef idx="0">
                <a:scrgbClr r="0" g="0" b="0"/>
              </a:effectRef>
              <a:fontRef idx="minor"/>
            </p:style>
          </p:sp>
          <p:sp>
            <p:nvSpPr>
              <p:cNvPr id="1533" name="Line 1720">
                <a:extLst>
                  <a:ext uri="{FF2B5EF4-FFF2-40B4-BE49-F238E27FC236}">
                    <a16:creationId xmlns:a16="http://schemas.microsoft.com/office/drawing/2014/main" id="{D34E658E-8528-4A88-970E-06F92F4ACACB}"/>
                  </a:ext>
                </a:extLst>
              </p:cNvPr>
              <p:cNvSpPr/>
              <p:nvPr/>
            </p:nvSpPr>
            <p:spPr>
              <a:xfrm flipV="1">
                <a:off x="6253920" y="2989080"/>
                <a:ext cx="60840" cy="57240"/>
              </a:xfrm>
              <a:prstGeom prst="line">
                <a:avLst/>
              </a:prstGeom>
              <a:ln>
                <a:solidFill>
                  <a:srgbClr val="5F5F5F"/>
                </a:solidFill>
              </a:ln>
            </p:spPr>
            <p:style>
              <a:lnRef idx="0">
                <a:scrgbClr r="0" g="0" b="0"/>
              </a:lnRef>
              <a:fillRef idx="0">
                <a:scrgbClr r="0" g="0" b="0"/>
              </a:fillRef>
              <a:effectRef idx="0">
                <a:scrgbClr r="0" g="0" b="0"/>
              </a:effectRef>
              <a:fontRef idx="minor"/>
            </p:style>
          </p:sp>
          <p:sp>
            <p:nvSpPr>
              <p:cNvPr id="1534" name="Line 1721">
                <a:extLst>
                  <a:ext uri="{FF2B5EF4-FFF2-40B4-BE49-F238E27FC236}">
                    <a16:creationId xmlns:a16="http://schemas.microsoft.com/office/drawing/2014/main" id="{11AF3237-B7C0-4EE5-9153-D12E18483013}"/>
                  </a:ext>
                </a:extLst>
              </p:cNvPr>
              <p:cNvSpPr/>
              <p:nvPr/>
            </p:nvSpPr>
            <p:spPr>
              <a:xfrm>
                <a:off x="6314760" y="2989080"/>
                <a:ext cx="60120" cy="57240"/>
              </a:xfrm>
              <a:prstGeom prst="line">
                <a:avLst/>
              </a:prstGeom>
              <a:ln>
                <a:solidFill>
                  <a:srgbClr val="5F5F5F"/>
                </a:solidFill>
              </a:ln>
            </p:spPr>
            <p:style>
              <a:lnRef idx="0">
                <a:scrgbClr r="0" g="0" b="0"/>
              </a:lnRef>
              <a:fillRef idx="0">
                <a:scrgbClr r="0" g="0" b="0"/>
              </a:fillRef>
              <a:effectRef idx="0">
                <a:scrgbClr r="0" g="0" b="0"/>
              </a:effectRef>
              <a:fontRef idx="minor"/>
            </p:style>
          </p:sp>
          <p:sp>
            <p:nvSpPr>
              <p:cNvPr id="1535" name="Line 1722">
                <a:extLst>
                  <a:ext uri="{FF2B5EF4-FFF2-40B4-BE49-F238E27FC236}">
                    <a16:creationId xmlns:a16="http://schemas.microsoft.com/office/drawing/2014/main" id="{7290D5F5-B4A1-4E0F-9D21-CA1F2B2D0980}"/>
                  </a:ext>
                </a:extLst>
              </p:cNvPr>
              <p:cNvSpPr/>
              <p:nvPr/>
            </p:nvSpPr>
            <p:spPr>
              <a:xfrm flipV="1">
                <a:off x="6192720" y="2918160"/>
                <a:ext cx="61200" cy="57960"/>
              </a:xfrm>
              <a:prstGeom prst="line">
                <a:avLst/>
              </a:prstGeom>
              <a:ln>
                <a:solidFill>
                  <a:srgbClr val="646464"/>
                </a:solidFill>
              </a:ln>
            </p:spPr>
            <p:style>
              <a:lnRef idx="0">
                <a:scrgbClr r="0" g="0" b="0"/>
              </a:lnRef>
              <a:fillRef idx="0">
                <a:scrgbClr r="0" g="0" b="0"/>
              </a:fillRef>
              <a:effectRef idx="0">
                <a:scrgbClr r="0" g="0" b="0"/>
              </a:effectRef>
              <a:fontRef idx="minor"/>
            </p:style>
          </p:sp>
          <p:sp>
            <p:nvSpPr>
              <p:cNvPr id="1536" name="Line 1723">
                <a:extLst>
                  <a:ext uri="{FF2B5EF4-FFF2-40B4-BE49-F238E27FC236}">
                    <a16:creationId xmlns:a16="http://schemas.microsoft.com/office/drawing/2014/main" id="{36A028F4-E2AA-4053-8E99-C7C655CDE9FE}"/>
                  </a:ext>
                </a:extLst>
              </p:cNvPr>
              <p:cNvSpPr/>
              <p:nvPr/>
            </p:nvSpPr>
            <p:spPr>
              <a:xfrm>
                <a:off x="6253920" y="2918160"/>
                <a:ext cx="60840" cy="70920"/>
              </a:xfrm>
              <a:prstGeom prst="line">
                <a:avLst/>
              </a:prstGeom>
              <a:ln>
                <a:solidFill>
                  <a:srgbClr val="646464"/>
                </a:solidFill>
              </a:ln>
            </p:spPr>
            <p:style>
              <a:lnRef idx="0">
                <a:scrgbClr r="0" g="0" b="0"/>
              </a:lnRef>
              <a:fillRef idx="0">
                <a:scrgbClr r="0" g="0" b="0"/>
              </a:fillRef>
              <a:effectRef idx="0">
                <a:scrgbClr r="0" g="0" b="0"/>
              </a:effectRef>
              <a:fontRef idx="minor"/>
            </p:style>
          </p:sp>
          <p:sp>
            <p:nvSpPr>
              <p:cNvPr id="1537" name="Line 1724">
                <a:extLst>
                  <a:ext uri="{FF2B5EF4-FFF2-40B4-BE49-F238E27FC236}">
                    <a16:creationId xmlns:a16="http://schemas.microsoft.com/office/drawing/2014/main" id="{9632272B-4FD4-4D73-A85D-D607019A786D}"/>
                  </a:ext>
                </a:extLst>
              </p:cNvPr>
              <p:cNvSpPr/>
              <p:nvPr/>
            </p:nvSpPr>
            <p:spPr>
              <a:xfrm flipV="1">
                <a:off x="6131880" y="2835000"/>
                <a:ext cx="60840" cy="57960"/>
              </a:xfrm>
              <a:prstGeom prst="line">
                <a:avLst/>
              </a:prstGeom>
              <a:ln>
                <a:solidFill>
                  <a:srgbClr val="6B6B6B"/>
                </a:solidFill>
              </a:ln>
            </p:spPr>
            <p:style>
              <a:lnRef idx="0">
                <a:scrgbClr r="0" g="0" b="0"/>
              </a:lnRef>
              <a:fillRef idx="0">
                <a:scrgbClr r="0" g="0" b="0"/>
              </a:fillRef>
              <a:effectRef idx="0">
                <a:scrgbClr r="0" g="0" b="0"/>
              </a:effectRef>
              <a:fontRef idx="minor"/>
            </p:style>
          </p:sp>
          <p:sp>
            <p:nvSpPr>
              <p:cNvPr id="1538" name="Line 1725">
                <a:extLst>
                  <a:ext uri="{FF2B5EF4-FFF2-40B4-BE49-F238E27FC236}">
                    <a16:creationId xmlns:a16="http://schemas.microsoft.com/office/drawing/2014/main" id="{244CFB15-435F-4068-81FA-85BD354B2DCE}"/>
                  </a:ext>
                </a:extLst>
              </p:cNvPr>
              <p:cNvSpPr/>
              <p:nvPr/>
            </p:nvSpPr>
            <p:spPr>
              <a:xfrm>
                <a:off x="6192720" y="2835000"/>
                <a:ext cx="61200" cy="83160"/>
              </a:xfrm>
              <a:prstGeom prst="line">
                <a:avLst/>
              </a:prstGeom>
              <a:ln>
                <a:solidFill>
                  <a:srgbClr val="6A6A6A"/>
                </a:solidFill>
              </a:ln>
            </p:spPr>
            <p:style>
              <a:lnRef idx="0">
                <a:scrgbClr r="0" g="0" b="0"/>
              </a:lnRef>
              <a:fillRef idx="0">
                <a:scrgbClr r="0" g="0" b="0"/>
              </a:fillRef>
              <a:effectRef idx="0">
                <a:scrgbClr r="0" g="0" b="0"/>
              </a:effectRef>
              <a:fontRef idx="minor"/>
            </p:style>
          </p:sp>
          <p:sp>
            <p:nvSpPr>
              <p:cNvPr id="1539" name="Line 1726">
                <a:extLst>
                  <a:ext uri="{FF2B5EF4-FFF2-40B4-BE49-F238E27FC236}">
                    <a16:creationId xmlns:a16="http://schemas.microsoft.com/office/drawing/2014/main" id="{DB143CC2-B003-4CD0-AC84-671DA453037E}"/>
                  </a:ext>
                </a:extLst>
              </p:cNvPr>
              <p:cNvSpPr/>
              <p:nvPr/>
            </p:nvSpPr>
            <p:spPr>
              <a:xfrm flipV="1">
                <a:off x="6071760" y="2738880"/>
                <a:ext cx="60120" cy="59040"/>
              </a:xfrm>
              <a:prstGeom prst="line">
                <a:avLst/>
              </a:prstGeom>
              <a:ln>
                <a:solidFill>
                  <a:srgbClr val="737373"/>
                </a:solidFill>
              </a:ln>
            </p:spPr>
            <p:style>
              <a:lnRef idx="0">
                <a:scrgbClr r="0" g="0" b="0"/>
              </a:lnRef>
              <a:fillRef idx="0">
                <a:scrgbClr r="0" g="0" b="0"/>
              </a:fillRef>
              <a:effectRef idx="0">
                <a:scrgbClr r="0" g="0" b="0"/>
              </a:effectRef>
              <a:fontRef idx="minor"/>
            </p:style>
          </p:sp>
          <p:sp>
            <p:nvSpPr>
              <p:cNvPr id="1540" name="Line 1727">
                <a:extLst>
                  <a:ext uri="{FF2B5EF4-FFF2-40B4-BE49-F238E27FC236}">
                    <a16:creationId xmlns:a16="http://schemas.microsoft.com/office/drawing/2014/main" id="{BB97BC78-A811-4454-995E-C91794057CB3}"/>
                  </a:ext>
                </a:extLst>
              </p:cNvPr>
              <p:cNvSpPr/>
              <p:nvPr/>
            </p:nvSpPr>
            <p:spPr>
              <a:xfrm>
                <a:off x="6131880" y="2738880"/>
                <a:ext cx="60840" cy="96120"/>
              </a:xfrm>
              <a:prstGeom prst="line">
                <a:avLst/>
              </a:prstGeom>
              <a:ln>
                <a:solidFill>
                  <a:srgbClr val="717171"/>
                </a:solidFill>
              </a:ln>
            </p:spPr>
            <p:style>
              <a:lnRef idx="0">
                <a:scrgbClr r="0" g="0" b="0"/>
              </a:lnRef>
              <a:fillRef idx="0">
                <a:scrgbClr r="0" g="0" b="0"/>
              </a:fillRef>
              <a:effectRef idx="0">
                <a:scrgbClr r="0" g="0" b="0"/>
              </a:effectRef>
              <a:fontRef idx="minor"/>
            </p:style>
          </p:sp>
          <p:sp>
            <p:nvSpPr>
              <p:cNvPr id="1541" name="Line 1728">
                <a:extLst>
                  <a:ext uri="{FF2B5EF4-FFF2-40B4-BE49-F238E27FC236}">
                    <a16:creationId xmlns:a16="http://schemas.microsoft.com/office/drawing/2014/main" id="{6417141C-68F9-436B-A391-2FDA536CAB3C}"/>
                  </a:ext>
                </a:extLst>
              </p:cNvPr>
              <p:cNvSpPr/>
              <p:nvPr/>
            </p:nvSpPr>
            <p:spPr>
              <a:xfrm flipV="1">
                <a:off x="6012720" y="2630880"/>
                <a:ext cx="59040" cy="57960"/>
              </a:xfrm>
              <a:prstGeom prst="line">
                <a:avLst/>
              </a:prstGeom>
              <a:ln>
                <a:solidFill>
                  <a:srgbClr val="7C7C7C"/>
                </a:solidFill>
              </a:ln>
            </p:spPr>
            <p:style>
              <a:lnRef idx="0">
                <a:scrgbClr r="0" g="0" b="0"/>
              </a:lnRef>
              <a:fillRef idx="0">
                <a:scrgbClr r="0" g="0" b="0"/>
              </a:fillRef>
              <a:effectRef idx="0">
                <a:scrgbClr r="0" g="0" b="0"/>
              </a:effectRef>
              <a:fontRef idx="minor"/>
            </p:style>
          </p:sp>
          <p:sp>
            <p:nvSpPr>
              <p:cNvPr id="1542" name="Line 1729">
                <a:extLst>
                  <a:ext uri="{FF2B5EF4-FFF2-40B4-BE49-F238E27FC236}">
                    <a16:creationId xmlns:a16="http://schemas.microsoft.com/office/drawing/2014/main" id="{281453AA-DB90-4FEC-9F7C-0E471F209DD0}"/>
                  </a:ext>
                </a:extLst>
              </p:cNvPr>
              <p:cNvSpPr/>
              <p:nvPr/>
            </p:nvSpPr>
            <p:spPr>
              <a:xfrm>
                <a:off x="6071760" y="2630880"/>
                <a:ext cx="60120" cy="108000"/>
              </a:xfrm>
              <a:prstGeom prst="line">
                <a:avLst/>
              </a:prstGeom>
              <a:ln>
                <a:solidFill>
                  <a:srgbClr val="7A7A7A"/>
                </a:solidFill>
              </a:ln>
            </p:spPr>
            <p:style>
              <a:lnRef idx="0">
                <a:scrgbClr r="0" g="0" b="0"/>
              </a:lnRef>
              <a:fillRef idx="0">
                <a:scrgbClr r="0" g="0" b="0"/>
              </a:fillRef>
              <a:effectRef idx="0">
                <a:scrgbClr r="0" g="0" b="0"/>
              </a:effectRef>
              <a:fontRef idx="minor"/>
            </p:style>
          </p:sp>
        </p:grpSp>
        <p:grpSp>
          <p:nvGrpSpPr>
            <p:cNvPr id="931" name="Group 1730">
              <a:extLst>
                <a:ext uri="{FF2B5EF4-FFF2-40B4-BE49-F238E27FC236}">
                  <a16:creationId xmlns:a16="http://schemas.microsoft.com/office/drawing/2014/main" id="{C28D0167-060B-4C1B-B963-BD8A5F150C8F}"/>
                </a:ext>
              </a:extLst>
            </p:cNvPr>
            <p:cNvGrpSpPr/>
            <p:nvPr/>
          </p:nvGrpSpPr>
          <p:grpSpPr>
            <a:xfrm>
              <a:off x="5769360" y="1821240"/>
              <a:ext cx="1752480" cy="1333080"/>
              <a:chOff x="5769360" y="1821240"/>
              <a:chExt cx="1752480" cy="1333080"/>
            </a:xfrm>
          </p:grpSpPr>
          <p:sp>
            <p:nvSpPr>
              <p:cNvPr id="1143" name="Line 1731">
                <a:extLst>
                  <a:ext uri="{FF2B5EF4-FFF2-40B4-BE49-F238E27FC236}">
                    <a16:creationId xmlns:a16="http://schemas.microsoft.com/office/drawing/2014/main" id="{BB237B9C-477E-4A75-A945-CABB47F5F633}"/>
                  </a:ext>
                </a:extLst>
              </p:cNvPr>
              <p:cNvSpPr/>
              <p:nvPr/>
            </p:nvSpPr>
            <p:spPr>
              <a:xfrm flipV="1">
                <a:off x="5951520" y="2508840"/>
                <a:ext cx="61200" cy="59040"/>
              </a:xfrm>
              <a:prstGeom prst="line">
                <a:avLst/>
              </a:prstGeom>
              <a:ln>
                <a:solidFill>
                  <a:srgbClr val="868686"/>
                </a:solidFill>
              </a:ln>
            </p:spPr>
            <p:style>
              <a:lnRef idx="0">
                <a:scrgbClr r="0" g="0" b="0"/>
              </a:lnRef>
              <a:fillRef idx="0">
                <a:scrgbClr r="0" g="0" b="0"/>
              </a:fillRef>
              <a:effectRef idx="0">
                <a:scrgbClr r="0" g="0" b="0"/>
              </a:effectRef>
              <a:fontRef idx="minor"/>
            </p:style>
          </p:sp>
          <p:sp>
            <p:nvSpPr>
              <p:cNvPr id="1144" name="Line 1732">
                <a:extLst>
                  <a:ext uri="{FF2B5EF4-FFF2-40B4-BE49-F238E27FC236}">
                    <a16:creationId xmlns:a16="http://schemas.microsoft.com/office/drawing/2014/main" id="{70183A1D-563C-46D9-90B9-01F6D04F51BF}"/>
                  </a:ext>
                </a:extLst>
              </p:cNvPr>
              <p:cNvSpPr/>
              <p:nvPr/>
            </p:nvSpPr>
            <p:spPr>
              <a:xfrm>
                <a:off x="6012720" y="2508840"/>
                <a:ext cx="59040" cy="122040"/>
              </a:xfrm>
              <a:prstGeom prst="line">
                <a:avLst/>
              </a:prstGeom>
              <a:ln>
                <a:solidFill>
                  <a:srgbClr val="838383"/>
                </a:solidFill>
              </a:ln>
            </p:spPr>
            <p:style>
              <a:lnRef idx="0">
                <a:scrgbClr r="0" g="0" b="0"/>
              </a:lnRef>
              <a:fillRef idx="0">
                <a:scrgbClr r="0" g="0" b="0"/>
              </a:fillRef>
              <a:effectRef idx="0">
                <a:scrgbClr r="0" g="0" b="0"/>
              </a:effectRef>
              <a:fontRef idx="minor"/>
            </p:style>
          </p:sp>
          <p:sp>
            <p:nvSpPr>
              <p:cNvPr id="1145" name="Line 1733">
                <a:extLst>
                  <a:ext uri="{FF2B5EF4-FFF2-40B4-BE49-F238E27FC236}">
                    <a16:creationId xmlns:a16="http://schemas.microsoft.com/office/drawing/2014/main" id="{DCFB5667-3862-4F8B-95AF-980AF53BD3E2}"/>
                  </a:ext>
                </a:extLst>
              </p:cNvPr>
              <p:cNvSpPr/>
              <p:nvPr/>
            </p:nvSpPr>
            <p:spPr>
              <a:xfrm flipV="1">
                <a:off x="5891760" y="2376720"/>
                <a:ext cx="59760" cy="56880"/>
              </a:xfrm>
              <a:prstGeom prst="line">
                <a:avLst/>
              </a:prstGeom>
              <a:ln>
                <a:solidFill>
                  <a:srgbClr val="929292"/>
                </a:solidFill>
              </a:ln>
            </p:spPr>
            <p:style>
              <a:lnRef idx="0">
                <a:scrgbClr r="0" g="0" b="0"/>
              </a:lnRef>
              <a:fillRef idx="0">
                <a:scrgbClr r="0" g="0" b="0"/>
              </a:fillRef>
              <a:effectRef idx="0">
                <a:scrgbClr r="0" g="0" b="0"/>
              </a:effectRef>
              <a:fontRef idx="minor"/>
            </p:style>
          </p:sp>
          <p:sp>
            <p:nvSpPr>
              <p:cNvPr id="1146" name="Line 1734">
                <a:extLst>
                  <a:ext uri="{FF2B5EF4-FFF2-40B4-BE49-F238E27FC236}">
                    <a16:creationId xmlns:a16="http://schemas.microsoft.com/office/drawing/2014/main" id="{45203C08-2A41-4D74-AAC3-5E446550BA87}"/>
                  </a:ext>
                </a:extLst>
              </p:cNvPr>
              <p:cNvSpPr/>
              <p:nvPr/>
            </p:nvSpPr>
            <p:spPr>
              <a:xfrm>
                <a:off x="5951520" y="2376720"/>
                <a:ext cx="61200" cy="132120"/>
              </a:xfrm>
              <a:prstGeom prst="line">
                <a:avLst/>
              </a:prstGeom>
              <a:ln>
                <a:solidFill>
                  <a:srgbClr val="8E8E8E"/>
                </a:solidFill>
              </a:ln>
            </p:spPr>
            <p:style>
              <a:lnRef idx="0">
                <a:scrgbClr r="0" g="0" b="0"/>
              </a:lnRef>
              <a:fillRef idx="0">
                <a:scrgbClr r="0" g="0" b="0"/>
              </a:fillRef>
              <a:effectRef idx="0">
                <a:scrgbClr r="0" g="0" b="0"/>
              </a:effectRef>
              <a:fontRef idx="minor"/>
            </p:style>
          </p:sp>
          <p:sp>
            <p:nvSpPr>
              <p:cNvPr id="1147" name="Line 1735">
                <a:extLst>
                  <a:ext uri="{FF2B5EF4-FFF2-40B4-BE49-F238E27FC236}">
                    <a16:creationId xmlns:a16="http://schemas.microsoft.com/office/drawing/2014/main" id="{557C4D67-8C70-4550-9ACD-F80CAE995FD0}"/>
                  </a:ext>
                </a:extLst>
              </p:cNvPr>
              <p:cNvSpPr/>
              <p:nvPr/>
            </p:nvSpPr>
            <p:spPr>
              <a:xfrm flipV="1">
                <a:off x="5830560" y="2229480"/>
                <a:ext cx="61200" cy="59040"/>
              </a:xfrm>
              <a:prstGeom prst="line">
                <a:avLst/>
              </a:prstGeom>
              <a:ln>
                <a:solidFill>
                  <a:srgbClr val="9E9E9E"/>
                </a:solidFill>
              </a:ln>
            </p:spPr>
            <p:style>
              <a:lnRef idx="0">
                <a:scrgbClr r="0" g="0" b="0"/>
              </a:lnRef>
              <a:fillRef idx="0">
                <a:scrgbClr r="0" g="0" b="0"/>
              </a:fillRef>
              <a:effectRef idx="0">
                <a:scrgbClr r="0" g="0" b="0"/>
              </a:effectRef>
              <a:fontRef idx="minor"/>
            </p:style>
          </p:sp>
          <p:sp>
            <p:nvSpPr>
              <p:cNvPr id="1148" name="Line 1736">
                <a:extLst>
                  <a:ext uri="{FF2B5EF4-FFF2-40B4-BE49-F238E27FC236}">
                    <a16:creationId xmlns:a16="http://schemas.microsoft.com/office/drawing/2014/main" id="{5AA6E192-39F7-4B6A-B816-06EC174AF749}"/>
                  </a:ext>
                </a:extLst>
              </p:cNvPr>
              <p:cNvSpPr/>
              <p:nvPr/>
            </p:nvSpPr>
            <p:spPr>
              <a:xfrm>
                <a:off x="5891760" y="2229480"/>
                <a:ext cx="59760" cy="147240"/>
              </a:xfrm>
              <a:prstGeom prst="line">
                <a:avLst/>
              </a:prstGeom>
              <a:ln>
                <a:solidFill>
                  <a:srgbClr val="9A9A9A"/>
                </a:solidFill>
              </a:ln>
            </p:spPr>
            <p:style>
              <a:lnRef idx="0">
                <a:scrgbClr r="0" g="0" b="0"/>
              </a:lnRef>
              <a:fillRef idx="0">
                <a:scrgbClr r="0" g="0" b="0"/>
              </a:fillRef>
              <a:effectRef idx="0">
                <a:scrgbClr r="0" g="0" b="0"/>
              </a:effectRef>
              <a:fontRef idx="minor"/>
            </p:style>
          </p:sp>
          <p:sp>
            <p:nvSpPr>
              <p:cNvPr id="1149" name="Line 1737">
                <a:extLst>
                  <a:ext uri="{FF2B5EF4-FFF2-40B4-BE49-F238E27FC236}">
                    <a16:creationId xmlns:a16="http://schemas.microsoft.com/office/drawing/2014/main" id="{B515A51E-0DB7-487B-B4B9-3331EDB5963E}"/>
                  </a:ext>
                </a:extLst>
              </p:cNvPr>
              <p:cNvSpPr/>
              <p:nvPr/>
            </p:nvSpPr>
            <p:spPr>
              <a:xfrm flipV="1">
                <a:off x="5769360" y="2071440"/>
                <a:ext cx="61200" cy="59040"/>
              </a:xfrm>
              <a:prstGeom prst="line">
                <a:avLst/>
              </a:prstGeom>
              <a:ln>
                <a:solidFill>
                  <a:srgbClr val="ACACAC"/>
                </a:solidFill>
              </a:ln>
            </p:spPr>
            <p:style>
              <a:lnRef idx="0">
                <a:scrgbClr r="0" g="0" b="0"/>
              </a:lnRef>
              <a:fillRef idx="0">
                <a:scrgbClr r="0" g="0" b="0"/>
              </a:fillRef>
              <a:effectRef idx="0">
                <a:scrgbClr r="0" g="0" b="0"/>
              </a:effectRef>
              <a:fontRef idx="minor"/>
            </p:style>
          </p:sp>
          <p:sp>
            <p:nvSpPr>
              <p:cNvPr id="1150" name="Line 1738">
                <a:extLst>
                  <a:ext uri="{FF2B5EF4-FFF2-40B4-BE49-F238E27FC236}">
                    <a16:creationId xmlns:a16="http://schemas.microsoft.com/office/drawing/2014/main" id="{792C3825-D940-47FD-9400-308FC66C2F63}"/>
                  </a:ext>
                </a:extLst>
              </p:cNvPr>
              <p:cNvSpPr/>
              <p:nvPr/>
            </p:nvSpPr>
            <p:spPr>
              <a:xfrm>
                <a:off x="5830560" y="2071440"/>
                <a:ext cx="61200" cy="158040"/>
              </a:xfrm>
              <a:prstGeom prst="line">
                <a:avLst/>
              </a:prstGeom>
              <a:ln>
                <a:solidFill>
                  <a:srgbClr val="A7A7A7"/>
                </a:solidFill>
              </a:ln>
            </p:spPr>
            <p:style>
              <a:lnRef idx="0">
                <a:scrgbClr r="0" g="0" b="0"/>
              </a:lnRef>
              <a:fillRef idx="0">
                <a:scrgbClr r="0" g="0" b="0"/>
              </a:fillRef>
              <a:effectRef idx="0">
                <a:scrgbClr r="0" g="0" b="0"/>
              </a:effectRef>
              <a:fontRef idx="minor"/>
            </p:style>
          </p:sp>
          <p:sp>
            <p:nvSpPr>
              <p:cNvPr id="1151" name="Line 1739">
                <a:extLst>
                  <a:ext uri="{FF2B5EF4-FFF2-40B4-BE49-F238E27FC236}">
                    <a16:creationId xmlns:a16="http://schemas.microsoft.com/office/drawing/2014/main" id="{833799FC-D324-42C0-BB4B-D511D44050F3}"/>
                  </a:ext>
                </a:extLst>
              </p:cNvPr>
              <p:cNvSpPr/>
              <p:nvPr/>
            </p:nvSpPr>
            <p:spPr>
              <a:xfrm flipV="1">
                <a:off x="7219440" y="2473560"/>
                <a:ext cx="61200" cy="71280"/>
              </a:xfrm>
              <a:prstGeom prst="line">
                <a:avLst/>
              </a:prstGeom>
              <a:ln>
                <a:solidFill>
                  <a:srgbClr val="A3A3A3"/>
                </a:solidFill>
              </a:ln>
            </p:spPr>
            <p:style>
              <a:lnRef idx="0">
                <a:scrgbClr r="0" g="0" b="0"/>
              </a:lnRef>
              <a:fillRef idx="0">
                <a:scrgbClr r="0" g="0" b="0"/>
              </a:fillRef>
              <a:effectRef idx="0">
                <a:scrgbClr r="0" g="0" b="0"/>
              </a:effectRef>
              <a:fontRef idx="minor"/>
            </p:style>
          </p:sp>
          <p:sp>
            <p:nvSpPr>
              <p:cNvPr id="1152" name="Line 1740">
                <a:extLst>
                  <a:ext uri="{FF2B5EF4-FFF2-40B4-BE49-F238E27FC236}">
                    <a16:creationId xmlns:a16="http://schemas.microsoft.com/office/drawing/2014/main" id="{D59A14C7-01A6-4983-870E-AE79A3871CB0}"/>
                  </a:ext>
                </a:extLst>
              </p:cNvPr>
              <p:cNvSpPr/>
              <p:nvPr/>
            </p:nvSpPr>
            <p:spPr>
              <a:xfrm flipH="1">
                <a:off x="7280640" y="2344680"/>
                <a:ext cx="60840" cy="69840"/>
              </a:xfrm>
              <a:prstGeom prst="line">
                <a:avLst/>
              </a:prstGeom>
              <a:ln>
                <a:solidFill>
                  <a:srgbClr val="B1B1B1"/>
                </a:solidFill>
              </a:ln>
            </p:spPr>
            <p:style>
              <a:lnRef idx="0">
                <a:scrgbClr r="0" g="0" b="0"/>
              </a:lnRef>
              <a:fillRef idx="0">
                <a:scrgbClr r="0" g="0" b="0"/>
              </a:fillRef>
              <a:effectRef idx="0">
                <a:scrgbClr r="0" g="0" b="0"/>
              </a:effectRef>
              <a:fontRef idx="minor"/>
            </p:style>
          </p:sp>
          <p:sp>
            <p:nvSpPr>
              <p:cNvPr id="1153" name="Line 1741">
                <a:extLst>
                  <a:ext uri="{FF2B5EF4-FFF2-40B4-BE49-F238E27FC236}">
                    <a16:creationId xmlns:a16="http://schemas.microsoft.com/office/drawing/2014/main" id="{F5084A2B-1A9B-4EAD-B9A3-C8441AC5E20E}"/>
                  </a:ext>
                </a:extLst>
              </p:cNvPr>
              <p:cNvSpPr/>
              <p:nvPr/>
            </p:nvSpPr>
            <p:spPr>
              <a:xfrm flipV="1">
                <a:off x="7280640" y="2344680"/>
                <a:ext cx="60840" cy="128880"/>
              </a:xfrm>
              <a:prstGeom prst="line">
                <a:avLst/>
              </a:prstGeom>
              <a:ln>
                <a:solidFill>
                  <a:srgbClr val="ADADAD"/>
                </a:solidFill>
              </a:ln>
            </p:spPr>
            <p:style>
              <a:lnRef idx="0">
                <a:scrgbClr r="0" g="0" b="0"/>
              </a:lnRef>
              <a:fillRef idx="0">
                <a:scrgbClr r="0" g="0" b="0"/>
              </a:fillRef>
              <a:effectRef idx="0">
                <a:scrgbClr r="0" g="0" b="0"/>
              </a:effectRef>
              <a:fontRef idx="minor"/>
            </p:style>
          </p:sp>
          <p:sp>
            <p:nvSpPr>
              <p:cNvPr id="1154" name="Line 1742">
                <a:extLst>
                  <a:ext uri="{FF2B5EF4-FFF2-40B4-BE49-F238E27FC236}">
                    <a16:creationId xmlns:a16="http://schemas.microsoft.com/office/drawing/2014/main" id="{821D98E1-6814-4296-A9F4-08E5E3B314BB}"/>
                  </a:ext>
                </a:extLst>
              </p:cNvPr>
              <p:cNvSpPr/>
              <p:nvPr/>
            </p:nvSpPr>
            <p:spPr>
              <a:xfrm flipV="1">
                <a:off x="7159320" y="2590920"/>
                <a:ext cx="60120" cy="70920"/>
              </a:xfrm>
              <a:prstGeom prst="line">
                <a:avLst/>
              </a:prstGeom>
              <a:ln>
                <a:solidFill>
                  <a:srgbClr val="969696"/>
                </a:solidFill>
              </a:ln>
            </p:spPr>
            <p:style>
              <a:lnRef idx="0">
                <a:scrgbClr r="0" g="0" b="0"/>
              </a:lnRef>
              <a:fillRef idx="0">
                <a:scrgbClr r="0" g="0" b="0"/>
              </a:fillRef>
              <a:effectRef idx="0">
                <a:scrgbClr r="0" g="0" b="0"/>
              </a:effectRef>
              <a:fontRef idx="minor"/>
            </p:style>
          </p:sp>
          <p:sp>
            <p:nvSpPr>
              <p:cNvPr id="1155" name="Line 1743">
                <a:extLst>
                  <a:ext uri="{FF2B5EF4-FFF2-40B4-BE49-F238E27FC236}">
                    <a16:creationId xmlns:a16="http://schemas.microsoft.com/office/drawing/2014/main" id="{9DF2AA72-B6D3-4E5B-9C0C-A0166845676C}"/>
                  </a:ext>
                </a:extLst>
              </p:cNvPr>
              <p:cNvSpPr/>
              <p:nvPr/>
            </p:nvSpPr>
            <p:spPr>
              <a:xfrm flipV="1">
                <a:off x="7219440" y="2473560"/>
                <a:ext cx="61200" cy="117360"/>
              </a:xfrm>
              <a:prstGeom prst="line">
                <a:avLst/>
              </a:prstGeom>
              <a:ln>
                <a:solidFill>
                  <a:srgbClr val="9F9F9F"/>
                </a:solidFill>
              </a:ln>
            </p:spPr>
            <p:style>
              <a:lnRef idx="0">
                <a:scrgbClr r="0" g="0" b="0"/>
              </a:lnRef>
              <a:fillRef idx="0">
                <a:scrgbClr r="0" g="0" b="0"/>
              </a:fillRef>
              <a:effectRef idx="0">
                <a:scrgbClr r="0" g="0" b="0"/>
              </a:effectRef>
              <a:fontRef idx="minor"/>
            </p:style>
          </p:sp>
          <p:sp>
            <p:nvSpPr>
              <p:cNvPr id="1156" name="Line 1744">
                <a:extLst>
                  <a:ext uri="{FF2B5EF4-FFF2-40B4-BE49-F238E27FC236}">
                    <a16:creationId xmlns:a16="http://schemas.microsoft.com/office/drawing/2014/main" id="{410B80A8-5517-4BC8-8202-E225699C94A5}"/>
                  </a:ext>
                </a:extLst>
              </p:cNvPr>
              <p:cNvSpPr/>
              <p:nvPr/>
            </p:nvSpPr>
            <p:spPr>
              <a:xfrm flipV="1">
                <a:off x="7100280" y="2696760"/>
                <a:ext cx="59040" cy="70200"/>
              </a:xfrm>
              <a:prstGeom prst="line">
                <a:avLst/>
              </a:prstGeom>
              <a:ln>
                <a:solidFill>
                  <a:srgbClr val="8B8B8B"/>
                </a:solidFill>
              </a:ln>
            </p:spPr>
            <p:style>
              <a:lnRef idx="0">
                <a:scrgbClr r="0" g="0" b="0"/>
              </a:lnRef>
              <a:fillRef idx="0">
                <a:scrgbClr r="0" g="0" b="0"/>
              </a:fillRef>
              <a:effectRef idx="0">
                <a:scrgbClr r="0" g="0" b="0"/>
              </a:effectRef>
              <a:fontRef idx="minor"/>
            </p:style>
          </p:sp>
          <p:sp>
            <p:nvSpPr>
              <p:cNvPr id="1157" name="Line 1745">
                <a:extLst>
                  <a:ext uri="{FF2B5EF4-FFF2-40B4-BE49-F238E27FC236}">
                    <a16:creationId xmlns:a16="http://schemas.microsoft.com/office/drawing/2014/main" id="{804358B8-A2A0-42CD-BCE8-8499114BF60B}"/>
                  </a:ext>
                </a:extLst>
              </p:cNvPr>
              <p:cNvSpPr/>
              <p:nvPr/>
            </p:nvSpPr>
            <p:spPr>
              <a:xfrm flipV="1">
                <a:off x="7159320" y="2590920"/>
                <a:ext cx="60120" cy="105840"/>
              </a:xfrm>
              <a:prstGeom prst="line">
                <a:avLst/>
              </a:prstGeom>
              <a:ln>
                <a:solidFill>
                  <a:srgbClr val="939393"/>
                </a:solidFill>
              </a:ln>
            </p:spPr>
            <p:style>
              <a:lnRef idx="0">
                <a:scrgbClr r="0" g="0" b="0"/>
              </a:lnRef>
              <a:fillRef idx="0">
                <a:scrgbClr r="0" g="0" b="0"/>
              </a:fillRef>
              <a:effectRef idx="0">
                <a:scrgbClr r="0" g="0" b="0"/>
              </a:effectRef>
              <a:fontRef idx="minor"/>
            </p:style>
          </p:sp>
          <p:sp>
            <p:nvSpPr>
              <p:cNvPr id="1158" name="Line 1746">
                <a:extLst>
                  <a:ext uri="{FF2B5EF4-FFF2-40B4-BE49-F238E27FC236}">
                    <a16:creationId xmlns:a16="http://schemas.microsoft.com/office/drawing/2014/main" id="{DF56C71C-E75D-4B3B-A744-3C33C55E9568}"/>
                  </a:ext>
                </a:extLst>
              </p:cNvPr>
              <p:cNvSpPr/>
              <p:nvPr/>
            </p:nvSpPr>
            <p:spPr>
              <a:xfrm flipV="1">
                <a:off x="7039440" y="2788920"/>
                <a:ext cx="60840" cy="70200"/>
              </a:xfrm>
              <a:prstGeom prst="line">
                <a:avLst/>
              </a:prstGeom>
              <a:ln>
                <a:solidFill>
                  <a:srgbClr val="818181"/>
                </a:solidFill>
              </a:ln>
            </p:spPr>
            <p:style>
              <a:lnRef idx="0">
                <a:scrgbClr r="0" g="0" b="0"/>
              </a:lnRef>
              <a:fillRef idx="0">
                <a:scrgbClr r="0" g="0" b="0"/>
              </a:fillRef>
              <a:effectRef idx="0">
                <a:scrgbClr r="0" g="0" b="0"/>
              </a:effectRef>
              <a:fontRef idx="minor"/>
            </p:style>
          </p:sp>
          <p:sp>
            <p:nvSpPr>
              <p:cNvPr id="1159" name="Line 1747">
                <a:extLst>
                  <a:ext uri="{FF2B5EF4-FFF2-40B4-BE49-F238E27FC236}">
                    <a16:creationId xmlns:a16="http://schemas.microsoft.com/office/drawing/2014/main" id="{75216A74-66E0-4F11-AD98-25C19ED20C8E}"/>
                  </a:ext>
                </a:extLst>
              </p:cNvPr>
              <p:cNvSpPr/>
              <p:nvPr/>
            </p:nvSpPr>
            <p:spPr>
              <a:xfrm flipV="1">
                <a:off x="7100280" y="2696760"/>
                <a:ext cx="59040" cy="92160"/>
              </a:xfrm>
              <a:prstGeom prst="line">
                <a:avLst/>
              </a:prstGeom>
              <a:ln>
                <a:solidFill>
                  <a:srgbClr val="898989"/>
                </a:solidFill>
              </a:ln>
            </p:spPr>
            <p:style>
              <a:lnRef idx="0">
                <a:scrgbClr r="0" g="0" b="0"/>
              </a:lnRef>
              <a:fillRef idx="0">
                <a:scrgbClr r="0" g="0" b="0"/>
              </a:fillRef>
              <a:effectRef idx="0">
                <a:scrgbClr r="0" g="0" b="0"/>
              </a:effectRef>
              <a:fontRef idx="minor"/>
            </p:style>
          </p:sp>
          <p:sp>
            <p:nvSpPr>
              <p:cNvPr id="1160" name="Line 1748">
                <a:extLst>
                  <a:ext uri="{FF2B5EF4-FFF2-40B4-BE49-F238E27FC236}">
                    <a16:creationId xmlns:a16="http://schemas.microsoft.com/office/drawing/2014/main" id="{F6CE7545-A95B-463D-AD24-053F684FACE2}"/>
                  </a:ext>
                </a:extLst>
              </p:cNvPr>
              <p:cNvSpPr/>
              <p:nvPr/>
            </p:nvSpPr>
            <p:spPr>
              <a:xfrm flipV="1">
                <a:off x="6978240" y="2868120"/>
                <a:ext cx="61200" cy="70920"/>
              </a:xfrm>
              <a:prstGeom prst="line">
                <a:avLst/>
              </a:prstGeom>
              <a:ln>
                <a:solidFill>
                  <a:srgbClr val="787878"/>
                </a:solidFill>
              </a:ln>
            </p:spPr>
            <p:style>
              <a:lnRef idx="0">
                <a:scrgbClr r="0" g="0" b="0"/>
              </a:lnRef>
              <a:fillRef idx="0">
                <a:scrgbClr r="0" g="0" b="0"/>
              </a:fillRef>
              <a:effectRef idx="0">
                <a:scrgbClr r="0" g="0" b="0"/>
              </a:effectRef>
              <a:fontRef idx="minor"/>
            </p:style>
          </p:sp>
          <p:sp>
            <p:nvSpPr>
              <p:cNvPr id="1161" name="Line 1749">
                <a:extLst>
                  <a:ext uri="{FF2B5EF4-FFF2-40B4-BE49-F238E27FC236}">
                    <a16:creationId xmlns:a16="http://schemas.microsoft.com/office/drawing/2014/main" id="{6F578A8E-62B5-498C-A973-6F68FC3BD742}"/>
                  </a:ext>
                </a:extLst>
              </p:cNvPr>
              <p:cNvSpPr/>
              <p:nvPr/>
            </p:nvSpPr>
            <p:spPr>
              <a:xfrm flipV="1">
                <a:off x="7039440" y="2788920"/>
                <a:ext cx="60840" cy="79200"/>
              </a:xfrm>
              <a:prstGeom prst="line">
                <a:avLst/>
              </a:prstGeom>
              <a:ln>
                <a:solidFill>
                  <a:srgbClr val="7F7F7F"/>
                </a:solidFill>
              </a:ln>
            </p:spPr>
            <p:style>
              <a:lnRef idx="0">
                <a:scrgbClr r="0" g="0" b="0"/>
              </a:lnRef>
              <a:fillRef idx="0">
                <a:scrgbClr r="0" g="0" b="0"/>
              </a:fillRef>
              <a:effectRef idx="0">
                <a:scrgbClr r="0" g="0" b="0"/>
              </a:effectRef>
              <a:fontRef idx="minor"/>
            </p:style>
          </p:sp>
          <p:sp>
            <p:nvSpPr>
              <p:cNvPr id="1162" name="Line 1750">
                <a:extLst>
                  <a:ext uri="{FF2B5EF4-FFF2-40B4-BE49-F238E27FC236}">
                    <a16:creationId xmlns:a16="http://schemas.microsoft.com/office/drawing/2014/main" id="{0368F078-37C3-48D7-8A6C-392ECB869C72}"/>
                  </a:ext>
                </a:extLst>
              </p:cNvPr>
              <p:cNvSpPr/>
              <p:nvPr/>
            </p:nvSpPr>
            <p:spPr>
              <a:xfrm flipV="1">
                <a:off x="6918480" y="2935080"/>
                <a:ext cx="59760" cy="71280"/>
              </a:xfrm>
              <a:prstGeom prst="line">
                <a:avLst/>
              </a:prstGeom>
              <a:ln>
                <a:solidFill>
                  <a:srgbClr val="707070"/>
                </a:solidFill>
              </a:ln>
            </p:spPr>
            <p:style>
              <a:lnRef idx="0">
                <a:scrgbClr r="0" g="0" b="0"/>
              </a:lnRef>
              <a:fillRef idx="0">
                <a:scrgbClr r="0" g="0" b="0"/>
              </a:fillRef>
              <a:effectRef idx="0">
                <a:scrgbClr r="0" g="0" b="0"/>
              </a:effectRef>
              <a:fontRef idx="minor"/>
            </p:style>
          </p:sp>
          <p:sp>
            <p:nvSpPr>
              <p:cNvPr id="1163" name="Line 1751">
                <a:extLst>
                  <a:ext uri="{FF2B5EF4-FFF2-40B4-BE49-F238E27FC236}">
                    <a16:creationId xmlns:a16="http://schemas.microsoft.com/office/drawing/2014/main" id="{F853BE3C-7B23-4D09-8728-B3B82B9280A2}"/>
                  </a:ext>
                </a:extLst>
              </p:cNvPr>
              <p:cNvSpPr/>
              <p:nvPr/>
            </p:nvSpPr>
            <p:spPr>
              <a:xfrm flipV="1">
                <a:off x="6978240" y="2868120"/>
                <a:ext cx="61200" cy="66960"/>
              </a:xfrm>
              <a:prstGeom prst="line">
                <a:avLst/>
              </a:prstGeom>
              <a:ln>
                <a:solidFill>
                  <a:srgbClr val="777777"/>
                </a:solidFill>
              </a:ln>
            </p:spPr>
            <p:style>
              <a:lnRef idx="0">
                <a:scrgbClr r="0" g="0" b="0"/>
              </a:lnRef>
              <a:fillRef idx="0">
                <a:scrgbClr r="0" g="0" b="0"/>
              </a:fillRef>
              <a:effectRef idx="0">
                <a:scrgbClr r="0" g="0" b="0"/>
              </a:effectRef>
              <a:fontRef idx="minor"/>
            </p:style>
          </p:sp>
          <p:sp>
            <p:nvSpPr>
              <p:cNvPr id="1164" name="Line 1752">
                <a:extLst>
                  <a:ext uri="{FF2B5EF4-FFF2-40B4-BE49-F238E27FC236}">
                    <a16:creationId xmlns:a16="http://schemas.microsoft.com/office/drawing/2014/main" id="{4D7CE3F4-1776-4AB0-8CE4-C8FBAC4610AC}"/>
                  </a:ext>
                </a:extLst>
              </p:cNvPr>
              <p:cNvSpPr/>
              <p:nvPr/>
            </p:nvSpPr>
            <p:spPr>
              <a:xfrm flipV="1">
                <a:off x="6857280" y="2990160"/>
                <a:ext cx="61200" cy="70200"/>
              </a:xfrm>
              <a:prstGeom prst="line">
                <a:avLst/>
              </a:prstGeom>
              <a:ln>
                <a:solidFill>
                  <a:srgbClr val="696969"/>
                </a:solidFill>
              </a:ln>
            </p:spPr>
            <p:style>
              <a:lnRef idx="0">
                <a:scrgbClr r="0" g="0" b="0"/>
              </a:lnRef>
              <a:fillRef idx="0">
                <a:scrgbClr r="0" g="0" b="0"/>
              </a:fillRef>
              <a:effectRef idx="0">
                <a:scrgbClr r="0" g="0" b="0"/>
              </a:effectRef>
              <a:fontRef idx="minor"/>
            </p:style>
          </p:sp>
          <p:sp>
            <p:nvSpPr>
              <p:cNvPr id="1165" name="Line 1753">
                <a:extLst>
                  <a:ext uri="{FF2B5EF4-FFF2-40B4-BE49-F238E27FC236}">
                    <a16:creationId xmlns:a16="http://schemas.microsoft.com/office/drawing/2014/main" id="{EF46DB1D-E162-49B3-AA72-D3F9B5EFE3C0}"/>
                  </a:ext>
                </a:extLst>
              </p:cNvPr>
              <p:cNvSpPr/>
              <p:nvPr/>
            </p:nvSpPr>
            <p:spPr>
              <a:xfrm flipV="1">
                <a:off x="6918480" y="2935080"/>
                <a:ext cx="59760" cy="55080"/>
              </a:xfrm>
              <a:prstGeom prst="line">
                <a:avLst/>
              </a:prstGeom>
              <a:ln>
                <a:solidFill>
                  <a:srgbClr val="6F6F6F"/>
                </a:solidFill>
              </a:ln>
            </p:spPr>
            <p:style>
              <a:lnRef idx="0">
                <a:scrgbClr r="0" g="0" b="0"/>
              </a:lnRef>
              <a:fillRef idx="0">
                <a:scrgbClr r="0" g="0" b="0"/>
              </a:fillRef>
              <a:effectRef idx="0">
                <a:scrgbClr r="0" g="0" b="0"/>
              </a:effectRef>
              <a:fontRef idx="minor"/>
            </p:style>
          </p:sp>
          <p:sp>
            <p:nvSpPr>
              <p:cNvPr id="1166" name="Line 1754">
                <a:extLst>
                  <a:ext uri="{FF2B5EF4-FFF2-40B4-BE49-F238E27FC236}">
                    <a16:creationId xmlns:a16="http://schemas.microsoft.com/office/drawing/2014/main" id="{A0276B89-EF96-4983-8029-36D17CE035DF}"/>
                  </a:ext>
                </a:extLst>
              </p:cNvPr>
              <p:cNvSpPr/>
              <p:nvPr/>
            </p:nvSpPr>
            <p:spPr>
              <a:xfrm flipV="1">
                <a:off x="6796080" y="3032280"/>
                <a:ext cx="61200" cy="70920"/>
              </a:xfrm>
              <a:prstGeom prst="line">
                <a:avLst/>
              </a:prstGeom>
              <a:ln>
                <a:solidFill>
                  <a:srgbClr val="646464"/>
                </a:solidFill>
              </a:ln>
            </p:spPr>
            <p:style>
              <a:lnRef idx="0">
                <a:scrgbClr r="0" g="0" b="0"/>
              </a:lnRef>
              <a:fillRef idx="0">
                <a:scrgbClr r="0" g="0" b="0"/>
              </a:fillRef>
              <a:effectRef idx="0">
                <a:scrgbClr r="0" g="0" b="0"/>
              </a:effectRef>
              <a:fontRef idx="minor"/>
            </p:style>
          </p:sp>
          <p:sp>
            <p:nvSpPr>
              <p:cNvPr id="1167" name="Line 1755">
                <a:extLst>
                  <a:ext uri="{FF2B5EF4-FFF2-40B4-BE49-F238E27FC236}">
                    <a16:creationId xmlns:a16="http://schemas.microsoft.com/office/drawing/2014/main" id="{22E9D51A-CDCC-42DB-BF55-7E498209FB70}"/>
                  </a:ext>
                </a:extLst>
              </p:cNvPr>
              <p:cNvSpPr/>
              <p:nvPr/>
            </p:nvSpPr>
            <p:spPr>
              <a:xfrm flipV="1">
                <a:off x="6857280" y="2990160"/>
                <a:ext cx="61200" cy="42120"/>
              </a:xfrm>
              <a:prstGeom prst="line">
                <a:avLst/>
              </a:prstGeom>
              <a:ln>
                <a:solidFill>
                  <a:srgbClr val="696969"/>
                </a:solidFill>
              </a:ln>
            </p:spPr>
            <p:style>
              <a:lnRef idx="0">
                <a:scrgbClr r="0" g="0" b="0"/>
              </a:lnRef>
              <a:fillRef idx="0">
                <a:scrgbClr r="0" g="0" b="0"/>
              </a:fillRef>
              <a:effectRef idx="0">
                <a:scrgbClr r="0" g="0" b="0"/>
              </a:effectRef>
              <a:fontRef idx="minor"/>
            </p:style>
          </p:sp>
          <p:sp>
            <p:nvSpPr>
              <p:cNvPr id="1168" name="Line 1756">
                <a:extLst>
                  <a:ext uri="{FF2B5EF4-FFF2-40B4-BE49-F238E27FC236}">
                    <a16:creationId xmlns:a16="http://schemas.microsoft.com/office/drawing/2014/main" id="{7B4CE433-1C40-4362-9539-CDCCD3764030}"/>
                  </a:ext>
                </a:extLst>
              </p:cNvPr>
              <p:cNvSpPr/>
              <p:nvPr/>
            </p:nvSpPr>
            <p:spPr>
              <a:xfrm flipV="1">
                <a:off x="6737040" y="3062160"/>
                <a:ext cx="59040" cy="70200"/>
              </a:xfrm>
              <a:prstGeom prst="line">
                <a:avLst/>
              </a:prstGeom>
              <a:ln>
                <a:solidFill>
                  <a:srgbClr val="606060"/>
                </a:solidFill>
              </a:ln>
            </p:spPr>
            <p:style>
              <a:lnRef idx="0">
                <a:scrgbClr r="0" g="0" b="0"/>
              </a:lnRef>
              <a:fillRef idx="0">
                <a:scrgbClr r="0" g="0" b="0"/>
              </a:fillRef>
              <a:effectRef idx="0">
                <a:scrgbClr r="0" g="0" b="0"/>
              </a:effectRef>
              <a:fontRef idx="minor"/>
            </p:style>
          </p:sp>
          <p:sp>
            <p:nvSpPr>
              <p:cNvPr id="1169" name="Line 1757">
                <a:extLst>
                  <a:ext uri="{FF2B5EF4-FFF2-40B4-BE49-F238E27FC236}">
                    <a16:creationId xmlns:a16="http://schemas.microsoft.com/office/drawing/2014/main" id="{4F77D23D-4B63-471A-9028-4B19BA41FDCC}"/>
                  </a:ext>
                </a:extLst>
              </p:cNvPr>
              <p:cNvSpPr/>
              <p:nvPr/>
            </p:nvSpPr>
            <p:spPr>
              <a:xfrm flipV="1">
                <a:off x="6796080" y="3032280"/>
                <a:ext cx="61200" cy="29880"/>
              </a:xfrm>
              <a:prstGeom prst="line">
                <a:avLst/>
              </a:prstGeom>
              <a:ln>
                <a:solidFill>
                  <a:srgbClr val="646464"/>
                </a:solidFill>
              </a:ln>
            </p:spPr>
            <p:style>
              <a:lnRef idx="0">
                <a:scrgbClr r="0" g="0" b="0"/>
              </a:lnRef>
              <a:fillRef idx="0">
                <a:scrgbClr r="0" g="0" b="0"/>
              </a:fillRef>
              <a:effectRef idx="0">
                <a:scrgbClr r="0" g="0" b="0"/>
              </a:effectRef>
              <a:fontRef idx="minor"/>
            </p:style>
          </p:sp>
          <p:sp>
            <p:nvSpPr>
              <p:cNvPr id="1170" name="Line 1758">
                <a:extLst>
                  <a:ext uri="{FF2B5EF4-FFF2-40B4-BE49-F238E27FC236}">
                    <a16:creationId xmlns:a16="http://schemas.microsoft.com/office/drawing/2014/main" id="{66071541-E053-4BB1-B145-F105C29C6DB7}"/>
                  </a:ext>
                </a:extLst>
              </p:cNvPr>
              <p:cNvSpPr/>
              <p:nvPr/>
            </p:nvSpPr>
            <p:spPr>
              <a:xfrm flipV="1">
                <a:off x="6677280" y="3078360"/>
                <a:ext cx="59760" cy="72000"/>
              </a:xfrm>
              <a:prstGeom prst="line">
                <a:avLst/>
              </a:prstGeom>
              <a:ln>
                <a:solidFill>
                  <a:srgbClr val="5D5D5D"/>
                </a:solidFill>
              </a:ln>
            </p:spPr>
            <p:style>
              <a:lnRef idx="0">
                <a:scrgbClr r="0" g="0" b="0"/>
              </a:lnRef>
              <a:fillRef idx="0">
                <a:scrgbClr r="0" g="0" b="0"/>
              </a:fillRef>
              <a:effectRef idx="0">
                <a:scrgbClr r="0" g="0" b="0"/>
              </a:effectRef>
              <a:fontRef idx="minor"/>
            </p:style>
          </p:sp>
          <p:sp>
            <p:nvSpPr>
              <p:cNvPr id="1171" name="Line 1759">
                <a:extLst>
                  <a:ext uri="{FF2B5EF4-FFF2-40B4-BE49-F238E27FC236}">
                    <a16:creationId xmlns:a16="http://schemas.microsoft.com/office/drawing/2014/main" id="{DE2EC690-FBD0-4F7B-8409-EC41571359CA}"/>
                  </a:ext>
                </a:extLst>
              </p:cNvPr>
              <p:cNvSpPr/>
              <p:nvPr/>
            </p:nvSpPr>
            <p:spPr>
              <a:xfrm flipV="1">
                <a:off x="6737040" y="3062160"/>
                <a:ext cx="59040" cy="16200"/>
              </a:xfrm>
              <a:prstGeom prst="line">
                <a:avLst/>
              </a:prstGeom>
              <a:ln>
                <a:solidFill>
                  <a:srgbClr val="616161"/>
                </a:solidFill>
              </a:ln>
            </p:spPr>
            <p:style>
              <a:lnRef idx="0">
                <a:scrgbClr r="0" g="0" b="0"/>
              </a:lnRef>
              <a:fillRef idx="0">
                <a:scrgbClr r="0" g="0" b="0"/>
              </a:fillRef>
              <a:effectRef idx="0">
                <a:scrgbClr r="0" g="0" b="0"/>
              </a:effectRef>
              <a:fontRef idx="minor"/>
            </p:style>
          </p:sp>
          <p:sp>
            <p:nvSpPr>
              <p:cNvPr id="1172" name="Line 1760">
                <a:extLst>
                  <a:ext uri="{FF2B5EF4-FFF2-40B4-BE49-F238E27FC236}">
                    <a16:creationId xmlns:a16="http://schemas.microsoft.com/office/drawing/2014/main" id="{B80B715F-886E-4F9A-8D03-FE6A46EB4EBC}"/>
                  </a:ext>
                </a:extLst>
              </p:cNvPr>
              <p:cNvSpPr/>
              <p:nvPr/>
            </p:nvSpPr>
            <p:spPr>
              <a:xfrm flipV="1">
                <a:off x="6616080" y="3083400"/>
                <a:ext cx="61200" cy="70920"/>
              </a:xfrm>
              <a:prstGeom prst="line">
                <a:avLst/>
              </a:prstGeom>
              <a:ln>
                <a:solidFill>
                  <a:srgbClr val="5B5B5B"/>
                </a:solidFill>
              </a:ln>
            </p:spPr>
            <p:style>
              <a:lnRef idx="0">
                <a:scrgbClr r="0" g="0" b="0"/>
              </a:lnRef>
              <a:fillRef idx="0">
                <a:scrgbClr r="0" g="0" b="0"/>
              </a:fillRef>
              <a:effectRef idx="0">
                <a:scrgbClr r="0" g="0" b="0"/>
              </a:effectRef>
              <a:fontRef idx="minor"/>
            </p:style>
          </p:sp>
          <p:sp>
            <p:nvSpPr>
              <p:cNvPr id="1173" name="Line 1761">
                <a:extLst>
                  <a:ext uri="{FF2B5EF4-FFF2-40B4-BE49-F238E27FC236}">
                    <a16:creationId xmlns:a16="http://schemas.microsoft.com/office/drawing/2014/main" id="{DF51FD3A-BCE4-4A86-80DF-EE9DAA3739F8}"/>
                  </a:ext>
                </a:extLst>
              </p:cNvPr>
              <p:cNvSpPr/>
              <p:nvPr/>
            </p:nvSpPr>
            <p:spPr>
              <a:xfrm flipV="1">
                <a:off x="6677280" y="3078360"/>
                <a:ext cx="59760" cy="5040"/>
              </a:xfrm>
              <a:prstGeom prst="line">
                <a:avLst/>
              </a:prstGeom>
              <a:ln>
                <a:solidFill>
                  <a:srgbClr val="5E5E5E"/>
                </a:solidFill>
              </a:ln>
            </p:spPr>
            <p:style>
              <a:lnRef idx="0">
                <a:scrgbClr r="0" g="0" b="0"/>
              </a:lnRef>
              <a:fillRef idx="0">
                <a:scrgbClr r="0" g="0" b="0"/>
              </a:fillRef>
              <a:effectRef idx="0">
                <a:scrgbClr r="0" g="0" b="0"/>
              </a:effectRef>
              <a:fontRef idx="minor"/>
            </p:style>
          </p:sp>
          <p:sp>
            <p:nvSpPr>
              <p:cNvPr id="1174" name="Line 1762">
                <a:extLst>
                  <a:ext uri="{FF2B5EF4-FFF2-40B4-BE49-F238E27FC236}">
                    <a16:creationId xmlns:a16="http://schemas.microsoft.com/office/drawing/2014/main" id="{2271D87C-5061-4483-A070-A59E46356756}"/>
                  </a:ext>
                </a:extLst>
              </p:cNvPr>
              <p:cNvSpPr/>
              <p:nvPr/>
            </p:nvSpPr>
            <p:spPr>
              <a:xfrm flipV="1">
                <a:off x="6555240" y="3076200"/>
                <a:ext cx="60840" cy="70200"/>
              </a:xfrm>
              <a:prstGeom prst="line">
                <a:avLst/>
              </a:prstGeom>
              <a:ln>
                <a:solidFill>
                  <a:srgbClr val="5A5A5A"/>
                </a:solidFill>
              </a:ln>
            </p:spPr>
            <p:style>
              <a:lnRef idx="0">
                <a:scrgbClr r="0" g="0" b="0"/>
              </a:lnRef>
              <a:fillRef idx="0">
                <a:scrgbClr r="0" g="0" b="0"/>
              </a:fillRef>
              <a:effectRef idx="0">
                <a:scrgbClr r="0" g="0" b="0"/>
              </a:effectRef>
              <a:fontRef idx="minor"/>
            </p:style>
          </p:sp>
          <p:sp>
            <p:nvSpPr>
              <p:cNvPr id="1175" name="Line 1763">
                <a:extLst>
                  <a:ext uri="{FF2B5EF4-FFF2-40B4-BE49-F238E27FC236}">
                    <a16:creationId xmlns:a16="http://schemas.microsoft.com/office/drawing/2014/main" id="{DD8C83B1-682C-4ED6-998E-3726686252BC}"/>
                  </a:ext>
                </a:extLst>
              </p:cNvPr>
              <p:cNvSpPr/>
              <p:nvPr/>
            </p:nvSpPr>
            <p:spPr>
              <a:xfrm>
                <a:off x="6616080" y="3076200"/>
                <a:ext cx="61200" cy="7200"/>
              </a:xfrm>
              <a:prstGeom prst="line">
                <a:avLst/>
              </a:prstGeom>
              <a:ln>
                <a:solidFill>
                  <a:srgbClr val="5D5D5D"/>
                </a:solidFill>
              </a:ln>
            </p:spPr>
            <p:style>
              <a:lnRef idx="0">
                <a:scrgbClr r="0" g="0" b="0"/>
              </a:lnRef>
              <a:fillRef idx="0">
                <a:scrgbClr r="0" g="0" b="0"/>
              </a:fillRef>
              <a:effectRef idx="0">
                <a:scrgbClr r="0" g="0" b="0"/>
              </a:effectRef>
              <a:fontRef idx="minor"/>
            </p:style>
          </p:sp>
          <p:sp>
            <p:nvSpPr>
              <p:cNvPr id="1176" name="Line 1764">
                <a:extLst>
                  <a:ext uri="{FF2B5EF4-FFF2-40B4-BE49-F238E27FC236}">
                    <a16:creationId xmlns:a16="http://schemas.microsoft.com/office/drawing/2014/main" id="{A95C17FC-0E12-4C40-A9AB-005926FA3134}"/>
                  </a:ext>
                </a:extLst>
              </p:cNvPr>
              <p:cNvSpPr/>
              <p:nvPr/>
            </p:nvSpPr>
            <p:spPr>
              <a:xfrm flipV="1">
                <a:off x="6495120" y="3055320"/>
                <a:ext cx="60120" cy="70920"/>
              </a:xfrm>
              <a:prstGeom prst="line">
                <a:avLst/>
              </a:prstGeom>
              <a:ln>
                <a:solidFill>
                  <a:srgbClr val="5B5B5B"/>
                </a:solidFill>
              </a:ln>
            </p:spPr>
            <p:style>
              <a:lnRef idx="0">
                <a:scrgbClr r="0" g="0" b="0"/>
              </a:lnRef>
              <a:fillRef idx="0">
                <a:scrgbClr r="0" g="0" b="0"/>
              </a:fillRef>
              <a:effectRef idx="0">
                <a:scrgbClr r="0" g="0" b="0"/>
              </a:effectRef>
              <a:fontRef idx="minor"/>
            </p:style>
          </p:sp>
          <p:sp>
            <p:nvSpPr>
              <p:cNvPr id="1177" name="Line 1765">
                <a:extLst>
                  <a:ext uri="{FF2B5EF4-FFF2-40B4-BE49-F238E27FC236}">
                    <a16:creationId xmlns:a16="http://schemas.microsoft.com/office/drawing/2014/main" id="{95998DE4-071A-40DA-B64F-C690B0EE10BA}"/>
                  </a:ext>
                </a:extLst>
              </p:cNvPr>
              <p:cNvSpPr/>
              <p:nvPr/>
            </p:nvSpPr>
            <p:spPr>
              <a:xfrm>
                <a:off x="6555240" y="3055320"/>
                <a:ext cx="60840" cy="20880"/>
              </a:xfrm>
              <a:prstGeom prst="line">
                <a:avLst/>
              </a:prstGeom>
              <a:ln>
                <a:solidFill>
                  <a:srgbClr val="5D5D5D"/>
                </a:solidFill>
              </a:ln>
            </p:spPr>
            <p:style>
              <a:lnRef idx="0">
                <a:scrgbClr r="0" g="0" b="0"/>
              </a:lnRef>
              <a:fillRef idx="0">
                <a:scrgbClr r="0" g="0" b="0"/>
              </a:fillRef>
              <a:effectRef idx="0">
                <a:scrgbClr r="0" g="0" b="0"/>
              </a:effectRef>
              <a:fontRef idx="minor"/>
            </p:style>
          </p:sp>
          <p:sp>
            <p:nvSpPr>
              <p:cNvPr id="1178" name="Line 1766">
                <a:extLst>
                  <a:ext uri="{FF2B5EF4-FFF2-40B4-BE49-F238E27FC236}">
                    <a16:creationId xmlns:a16="http://schemas.microsoft.com/office/drawing/2014/main" id="{B4189D79-4A55-460F-BD64-F651F4E3CEFF}"/>
                  </a:ext>
                </a:extLst>
              </p:cNvPr>
              <p:cNvSpPr/>
              <p:nvPr/>
            </p:nvSpPr>
            <p:spPr>
              <a:xfrm flipV="1">
                <a:off x="6433920" y="3022200"/>
                <a:ext cx="61200" cy="70200"/>
              </a:xfrm>
              <a:prstGeom prst="line">
                <a:avLst/>
              </a:prstGeom>
              <a:ln>
                <a:solidFill>
                  <a:srgbClr val="5D5D5D"/>
                </a:solidFill>
              </a:ln>
            </p:spPr>
            <p:style>
              <a:lnRef idx="0">
                <a:scrgbClr r="0" g="0" b="0"/>
              </a:lnRef>
              <a:fillRef idx="0">
                <a:scrgbClr r="0" g="0" b="0"/>
              </a:fillRef>
              <a:effectRef idx="0">
                <a:scrgbClr r="0" g="0" b="0"/>
              </a:effectRef>
              <a:fontRef idx="minor"/>
            </p:style>
          </p:sp>
          <p:sp>
            <p:nvSpPr>
              <p:cNvPr id="1179" name="Line 1767">
                <a:extLst>
                  <a:ext uri="{FF2B5EF4-FFF2-40B4-BE49-F238E27FC236}">
                    <a16:creationId xmlns:a16="http://schemas.microsoft.com/office/drawing/2014/main" id="{258C8064-454B-4F7B-897E-E1A85F9584AE}"/>
                  </a:ext>
                </a:extLst>
              </p:cNvPr>
              <p:cNvSpPr/>
              <p:nvPr/>
            </p:nvSpPr>
            <p:spPr>
              <a:xfrm>
                <a:off x="6495120" y="3022200"/>
                <a:ext cx="60120" cy="33120"/>
              </a:xfrm>
              <a:prstGeom prst="line">
                <a:avLst/>
              </a:prstGeom>
              <a:ln>
                <a:solidFill>
                  <a:srgbClr val="5E5E5E"/>
                </a:solidFill>
              </a:ln>
            </p:spPr>
            <p:style>
              <a:lnRef idx="0">
                <a:scrgbClr r="0" g="0" b="0"/>
              </a:lnRef>
              <a:fillRef idx="0">
                <a:scrgbClr r="0" g="0" b="0"/>
              </a:fillRef>
              <a:effectRef idx="0">
                <a:scrgbClr r="0" g="0" b="0"/>
              </a:effectRef>
              <a:fontRef idx="minor"/>
            </p:style>
          </p:sp>
          <p:sp>
            <p:nvSpPr>
              <p:cNvPr id="1180" name="Line 1768">
                <a:extLst>
                  <a:ext uri="{FF2B5EF4-FFF2-40B4-BE49-F238E27FC236}">
                    <a16:creationId xmlns:a16="http://schemas.microsoft.com/office/drawing/2014/main" id="{5E67C360-D556-4F15-AC76-9C60C5B90A4A}"/>
                  </a:ext>
                </a:extLst>
              </p:cNvPr>
              <p:cNvSpPr/>
              <p:nvPr/>
            </p:nvSpPr>
            <p:spPr>
              <a:xfrm flipV="1">
                <a:off x="6374880" y="2976120"/>
                <a:ext cx="59040" cy="70200"/>
              </a:xfrm>
              <a:prstGeom prst="line">
                <a:avLst/>
              </a:prstGeom>
              <a:ln>
                <a:solidFill>
                  <a:srgbClr val="606060"/>
                </a:solidFill>
              </a:ln>
            </p:spPr>
            <p:style>
              <a:lnRef idx="0">
                <a:scrgbClr r="0" g="0" b="0"/>
              </a:lnRef>
              <a:fillRef idx="0">
                <a:scrgbClr r="0" g="0" b="0"/>
              </a:fillRef>
              <a:effectRef idx="0">
                <a:scrgbClr r="0" g="0" b="0"/>
              </a:effectRef>
              <a:fontRef idx="minor"/>
            </p:style>
          </p:sp>
          <p:sp>
            <p:nvSpPr>
              <p:cNvPr id="1181" name="Line 1769">
                <a:extLst>
                  <a:ext uri="{FF2B5EF4-FFF2-40B4-BE49-F238E27FC236}">
                    <a16:creationId xmlns:a16="http://schemas.microsoft.com/office/drawing/2014/main" id="{BEC4EABE-95AE-4C8E-A67E-5723BC4AD939}"/>
                  </a:ext>
                </a:extLst>
              </p:cNvPr>
              <p:cNvSpPr/>
              <p:nvPr/>
            </p:nvSpPr>
            <p:spPr>
              <a:xfrm>
                <a:off x="6433920" y="2976120"/>
                <a:ext cx="61200" cy="46080"/>
              </a:xfrm>
              <a:prstGeom prst="line">
                <a:avLst/>
              </a:prstGeom>
              <a:ln>
                <a:solidFill>
                  <a:srgbClr val="616161"/>
                </a:solidFill>
              </a:ln>
            </p:spPr>
            <p:style>
              <a:lnRef idx="0">
                <a:scrgbClr r="0" g="0" b="0"/>
              </a:lnRef>
              <a:fillRef idx="0">
                <a:scrgbClr r="0" g="0" b="0"/>
              </a:fillRef>
              <a:effectRef idx="0">
                <a:scrgbClr r="0" g="0" b="0"/>
              </a:effectRef>
              <a:fontRef idx="minor"/>
            </p:style>
          </p:sp>
          <p:sp>
            <p:nvSpPr>
              <p:cNvPr id="1182" name="Line 1770">
                <a:extLst>
                  <a:ext uri="{FF2B5EF4-FFF2-40B4-BE49-F238E27FC236}">
                    <a16:creationId xmlns:a16="http://schemas.microsoft.com/office/drawing/2014/main" id="{5276A042-4327-4EEA-AB14-180633E0636D}"/>
                  </a:ext>
                </a:extLst>
              </p:cNvPr>
              <p:cNvSpPr/>
              <p:nvPr/>
            </p:nvSpPr>
            <p:spPr>
              <a:xfrm flipV="1">
                <a:off x="6314760" y="2918160"/>
                <a:ext cx="58320" cy="70920"/>
              </a:xfrm>
              <a:prstGeom prst="line">
                <a:avLst/>
              </a:prstGeom>
              <a:ln>
                <a:solidFill>
                  <a:srgbClr val="646464"/>
                </a:solidFill>
              </a:ln>
            </p:spPr>
            <p:style>
              <a:lnRef idx="0">
                <a:scrgbClr r="0" g="0" b="0"/>
              </a:lnRef>
              <a:fillRef idx="0">
                <a:scrgbClr r="0" g="0" b="0"/>
              </a:fillRef>
              <a:effectRef idx="0">
                <a:scrgbClr r="0" g="0" b="0"/>
              </a:effectRef>
              <a:fontRef idx="minor"/>
            </p:style>
          </p:sp>
          <p:sp>
            <p:nvSpPr>
              <p:cNvPr id="1183" name="Line 1771">
                <a:extLst>
                  <a:ext uri="{FF2B5EF4-FFF2-40B4-BE49-F238E27FC236}">
                    <a16:creationId xmlns:a16="http://schemas.microsoft.com/office/drawing/2014/main" id="{4A282041-A6DE-4B6D-9AB1-0BDB4371078A}"/>
                  </a:ext>
                </a:extLst>
              </p:cNvPr>
              <p:cNvSpPr/>
              <p:nvPr/>
            </p:nvSpPr>
            <p:spPr>
              <a:xfrm>
                <a:off x="6373080" y="2918160"/>
                <a:ext cx="60840" cy="57960"/>
              </a:xfrm>
              <a:prstGeom prst="line">
                <a:avLst/>
              </a:prstGeom>
              <a:ln>
                <a:solidFill>
                  <a:srgbClr val="646464"/>
                </a:solidFill>
              </a:ln>
            </p:spPr>
            <p:style>
              <a:lnRef idx="0">
                <a:scrgbClr r="0" g="0" b="0"/>
              </a:lnRef>
              <a:fillRef idx="0">
                <a:scrgbClr r="0" g="0" b="0"/>
              </a:fillRef>
              <a:effectRef idx="0">
                <a:scrgbClr r="0" g="0" b="0"/>
              </a:effectRef>
              <a:fontRef idx="minor"/>
            </p:style>
          </p:sp>
          <p:sp>
            <p:nvSpPr>
              <p:cNvPr id="1184" name="Line 1772">
                <a:extLst>
                  <a:ext uri="{FF2B5EF4-FFF2-40B4-BE49-F238E27FC236}">
                    <a16:creationId xmlns:a16="http://schemas.microsoft.com/office/drawing/2014/main" id="{31CB81D3-C073-4970-B5FC-B0BDEC51B4E7}"/>
                  </a:ext>
                </a:extLst>
              </p:cNvPr>
              <p:cNvSpPr/>
              <p:nvPr/>
            </p:nvSpPr>
            <p:spPr>
              <a:xfrm flipV="1">
                <a:off x="6253920" y="2847240"/>
                <a:ext cx="60840" cy="70920"/>
              </a:xfrm>
              <a:prstGeom prst="line">
                <a:avLst/>
              </a:prstGeom>
              <a:ln>
                <a:solidFill>
                  <a:srgbClr val="696969"/>
                </a:solidFill>
              </a:ln>
            </p:spPr>
            <p:style>
              <a:lnRef idx="0">
                <a:scrgbClr r="0" g="0" b="0"/>
              </a:lnRef>
              <a:fillRef idx="0">
                <a:scrgbClr r="0" g="0" b="0"/>
              </a:fillRef>
              <a:effectRef idx="0">
                <a:scrgbClr r="0" g="0" b="0"/>
              </a:effectRef>
              <a:fontRef idx="minor"/>
            </p:style>
          </p:sp>
          <p:sp>
            <p:nvSpPr>
              <p:cNvPr id="1185" name="Line 1773">
                <a:extLst>
                  <a:ext uri="{FF2B5EF4-FFF2-40B4-BE49-F238E27FC236}">
                    <a16:creationId xmlns:a16="http://schemas.microsoft.com/office/drawing/2014/main" id="{0DF76897-30A5-48F2-95FE-05ABF25963AC}"/>
                  </a:ext>
                </a:extLst>
              </p:cNvPr>
              <p:cNvSpPr/>
              <p:nvPr/>
            </p:nvSpPr>
            <p:spPr>
              <a:xfrm>
                <a:off x="6314760" y="2847240"/>
                <a:ext cx="58320" cy="70920"/>
              </a:xfrm>
              <a:prstGeom prst="line">
                <a:avLst/>
              </a:prstGeom>
              <a:ln>
                <a:solidFill>
                  <a:srgbClr val="696969"/>
                </a:solidFill>
              </a:ln>
            </p:spPr>
            <p:style>
              <a:lnRef idx="0">
                <a:scrgbClr r="0" g="0" b="0"/>
              </a:lnRef>
              <a:fillRef idx="0">
                <a:scrgbClr r="0" g="0" b="0"/>
              </a:fillRef>
              <a:effectRef idx="0">
                <a:scrgbClr r="0" g="0" b="0"/>
              </a:effectRef>
              <a:fontRef idx="minor"/>
            </p:style>
          </p:sp>
          <p:sp>
            <p:nvSpPr>
              <p:cNvPr id="1186" name="Line 1774">
                <a:extLst>
                  <a:ext uri="{FF2B5EF4-FFF2-40B4-BE49-F238E27FC236}">
                    <a16:creationId xmlns:a16="http://schemas.microsoft.com/office/drawing/2014/main" id="{3EF01542-AA9B-44AD-B2B4-A4E2EF5ED6BD}"/>
                  </a:ext>
                </a:extLst>
              </p:cNvPr>
              <p:cNvSpPr/>
              <p:nvPr/>
            </p:nvSpPr>
            <p:spPr>
              <a:xfrm flipV="1">
                <a:off x="6192720" y="2765160"/>
                <a:ext cx="61200" cy="69840"/>
              </a:xfrm>
              <a:prstGeom prst="line">
                <a:avLst/>
              </a:prstGeom>
              <a:ln>
                <a:solidFill>
                  <a:srgbClr val="707070"/>
                </a:solidFill>
              </a:ln>
            </p:spPr>
            <p:style>
              <a:lnRef idx="0">
                <a:scrgbClr r="0" g="0" b="0"/>
              </a:lnRef>
              <a:fillRef idx="0">
                <a:scrgbClr r="0" g="0" b="0"/>
              </a:fillRef>
              <a:effectRef idx="0">
                <a:scrgbClr r="0" g="0" b="0"/>
              </a:effectRef>
              <a:fontRef idx="minor"/>
            </p:style>
          </p:sp>
          <p:sp>
            <p:nvSpPr>
              <p:cNvPr id="1187" name="Line 1775">
                <a:extLst>
                  <a:ext uri="{FF2B5EF4-FFF2-40B4-BE49-F238E27FC236}">
                    <a16:creationId xmlns:a16="http://schemas.microsoft.com/office/drawing/2014/main" id="{BC4FDA38-0B84-4907-8F5B-FC549D0F47E5}"/>
                  </a:ext>
                </a:extLst>
              </p:cNvPr>
              <p:cNvSpPr/>
              <p:nvPr/>
            </p:nvSpPr>
            <p:spPr>
              <a:xfrm>
                <a:off x="6253920" y="2765160"/>
                <a:ext cx="60840" cy="82080"/>
              </a:xfrm>
              <a:prstGeom prst="line">
                <a:avLst/>
              </a:prstGeom>
              <a:ln>
                <a:solidFill>
                  <a:srgbClr val="6F6F6F"/>
                </a:solidFill>
              </a:ln>
            </p:spPr>
            <p:style>
              <a:lnRef idx="0">
                <a:scrgbClr r="0" g="0" b="0"/>
              </a:lnRef>
              <a:fillRef idx="0">
                <a:scrgbClr r="0" g="0" b="0"/>
              </a:fillRef>
              <a:effectRef idx="0">
                <a:scrgbClr r="0" g="0" b="0"/>
              </a:effectRef>
              <a:fontRef idx="minor"/>
            </p:style>
          </p:sp>
          <p:sp>
            <p:nvSpPr>
              <p:cNvPr id="1188" name="Line 1776">
                <a:extLst>
                  <a:ext uri="{FF2B5EF4-FFF2-40B4-BE49-F238E27FC236}">
                    <a16:creationId xmlns:a16="http://schemas.microsoft.com/office/drawing/2014/main" id="{B2B09C99-844E-4E38-919C-596107FBCAE8}"/>
                  </a:ext>
                </a:extLst>
              </p:cNvPr>
              <p:cNvSpPr/>
              <p:nvPr/>
            </p:nvSpPr>
            <p:spPr>
              <a:xfrm flipV="1">
                <a:off x="6131880" y="2669040"/>
                <a:ext cx="60840" cy="69840"/>
              </a:xfrm>
              <a:prstGeom prst="line">
                <a:avLst/>
              </a:prstGeom>
              <a:ln>
                <a:solidFill>
                  <a:srgbClr val="787878"/>
                </a:solidFill>
              </a:ln>
            </p:spPr>
            <p:style>
              <a:lnRef idx="0">
                <a:scrgbClr r="0" g="0" b="0"/>
              </a:lnRef>
              <a:fillRef idx="0">
                <a:scrgbClr r="0" g="0" b="0"/>
              </a:fillRef>
              <a:effectRef idx="0">
                <a:scrgbClr r="0" g="0" b="0"/>
              </a:effectRef>
              <a:fontRef idx="minor"/>
            </p:style>
          </p:sp>
          <p:sp>
            <p:nvSpPr>
              <p:cNvPr id="1189" name="Line 1777">
                <a:extLst>
                  <a:ext uri="{FF2B5EF4-FFF2-40B4-BE49-F238E27FC236}">
                    <a16:creationId xmlns:a16="http://schemas.microsoft.com/office/drawing/2014/main" id="{627790EE-2814-4433-8484-09A9EDE40544}"/>
                  </a:ext>
                </a:extLst>
              </p:cNvPr>
              <p:cNvSpPr/>
              <p:nvPr/>
            </p:nvSpPr>
            <p:spPr>
              <a:xfrm>
                <a:off x="6192720" y="2669040"/>
                <a:ext cx="61200" cy="96120"/>
              </a:xfrm>
              <a:prstGeom prst="line">
                <a:avLst/>
              </a:prstGeom>
              <a:ln>
                <a:solidFill>
                  <a:srgbClr val="777777"/>
                </a:solidFill>
              </a:ln>
            </p:spPr>
            <p:style>
              <a:lnRef idx="0">
                <a:scrgbClr r="0" g="0" b="0"/>
              </a:lnRef>
              <a:fillRef idx="0">
                <a:scrgbClr r="0" g="0" b="0"/>
              </a:fillRef>
              <a:effectRef idx="0">
                <a:scrgbClr r="0" g="0" b="0"/>
              </a:effectRef>
              <a:fontRef idx="minor"/>
            </p:style>
          </p:sp>
          <p:sp>
            <p:nvSpPr>
              <p:cNvPr id="1190" name="Line 1778">
                <a:extLst>
                  <a:ext uri="{FF2B5EF4-FFF2-40B4-BE49-F238E27FC236}">
                    <a16:creationId xmlns:a16="http://schemas.microsoft.com/office/drawing/2014/main" id="{1B51D075-718F-4D59-ADB1-7FD8526122F1}"/>
                  </a:ext>
                </a:extLst>
              </p:cNvPr>
              <p:cNvSpPr/>
              <p:nvPr/>
            </p:nvSpPr>
            <p:spPr>
              <a:xfrm flipV="1">
                <a:off x="6071760" y="2559960"/>
                <a:ext cx="60120" cy="70920"/>
              </a:xfrm>
              <a:prstGeom prst="line">
                <a:avLst/>
              </a:prstGeom>
              <a:ln>
                <a:solidFill>
                  <a:srgbClr val="818181"/>
                </a:solidFill>
              </a:ln>
            </p:spPr>
            <p:style>
              <a:lnRef idx="0">
                <a:scrgbClr r="0" g="0" b="0"/>
              </a:lnRef>
              <a:fillRef idx="0">
                <a:scrgbClr r="0" g="0" b="0"/>
              </a:fillRef>
              <a:effectRef idx="0">
                <a:scrgbClr r="0" g="0" b="0"/>
              </a:effectRef>
              <a:fontRef idx="minor"/>
            </p:style>
          </p:sp>
          <p:sp>
            <p:nvSpPr>
              <p:cNvPr id="1191" name="Line 1779">
                <a:extLst>
                  <a:ext uri="{FF2B5EF4-FFF2-40B4-BE49-F238E27FC236}">
                    <a16:creationId xmlns:a16="http://schemas.microsoft.com/office/drawing/2014/main" id="{172C4105-B3EA-4A3A-9A31-5C0ED4E10642}"/>
                  </a:ext>
                </a:extLst>
              </p:cNvPr>
              <p:cNvSpPr/>
              <p:nvPr/>
            </p:nvSpPr>
            <p:spPr>
              <a:xfrm>
                <a:off x="6131880" y="2559960"/>
                <a:ext cx="60840" cy="109080"/>
              </a:xfrm>
              <a:prstGeom prst="line">
                <a:avLst/>
              </a:prstGeom>
              <a:ln>
                <a:solidFill>
                  <a:srgbClr val="7F7F7F"/>
                </a:solidFill>
              </a:ln>
            </p:spPr>
            <p:style>
              <a:lnRef idx="0">
                <a:scrgbClr r="0" g="0" b="0"/>
              </a:lnRef>
              <a:fillRef idx="0">
                <a:scrgbClr r="0" g="0" b="0"/>
              </a:fillRef>
              <a:effectRef idx="0">
                <a:scrgbClr r="0" g="0" b="0"/>
              </a:effectRef>
              <a:fontRef idx="minor"/>
            </p:style>
          </p:sp>
          <p:sp>
            <p:nvSpPr>
              <p:cNvPr id="1192" name="Line 1780">
                <a:extLst>
                  <a:ext uri="{FF2B5EF4-FFF2-40B4-BE49-F238E27FC236}">
                    <a16:creationId xmlns:a16="http://schemas.microsoft.com/office/drawing/2014/main" id="{5BE824C2-DB05-4BDB-9A9C-7EBA8CFBF366}"/>
                  </a:ext>
                </a:extLst>
              </p:cNvPr>
              <p:cNvSpPr/>
              <p:nvPr/>
            </p:nvSpPr>
            <p:spPr>
              <a:xfrm flipV="1">
                <a:off x="6012720" y="2438640"/>
                <a:ext cx="59040" cy="70200"/>
              </a:xfrm>
              <a:prstGeom prst="line">
                <a:avLst/>
              </a:prstGeom>
              <a:ln>
                <a:solidFill>
                  <a:srgbClr val="8B8B8B"/>
                </a:solidFill>
              </a:ln>
            </p:spPr>
            <p:style>
              <a:lnRef idx="0">
                <a:scrgbClr r="0" g="0" b="0"/>
              </a:lnRef>
              <a:fillRef idx="0">
                <a:scrgbClr r="0" g="0" b="0"/>
              </a:fillRef>
              <a:effectRef idx="0">
                <a:scrgbClr r="0" g="0" b="0"/>
              </a:effectRef>
              <a:fontRef idx="minor"/>
            </p:style>
          </p:sp>
          <p:sp>
            <p:nvSpPr>
              <p:cNvPr id="1193" name="Line 1781">
                <a:extLst>
                  <a:ext uri="{FF2B5EF4-FFF2-40B4-BE49-F238E27FC236}">
                    <a16:creationId xmlns:a16="http://schemas.microsoft.com/office/drawing/2014/main" id="{26ADAD43-E2BE-4BDF-9D04-CB3EBA3C9503}"/>
                  </a:ext>
                </a:extLst>
              </p:cNvPr>
              <p:cNvSpPr/>
              <p:nvPr/>
            </p:nvSpPr>
            <p:spPr>
              <a:xfrm>
                <a:off x="6071760" y="2438640"/>
                <a:ext cx="60120" cy="121320"/>
              </a:xfrm>
              <a:prstGeom prst="line">
                <a:avLst/>
              </a:prstGeom>
              <a:ln>
                <a:solidFill>
                  <a:srgbClr val="898989"/>
                </a:solidFill>
              </a:ln>
            </p:spPr>
            <p:style>
              <a:lnRef idx="0">
                <a:scrgbClr r="0" g="0" b="0"/>
              </a:lnRef>
              <a:fillRef idx="0">
                <a:scrgbClr r="0" g="0" b="0"/>
              </a:fillRef>
              <a:effectRef idx="0">
                <a:scrgbClr r="0" g="0" b="0"/>
              </a:effectRef>
              <a:fontRef idx="minor"/>
            </p:style>
          </p:sp>
          <p:sp>
            <p:nvSpPr>
              <p:cNvPr id="1194" name="Line 1782">
                <a:extLst>
                  <a:ext uri="{FF2B5EF4-FFF2-40B4-BE49-F238E27FC236}">
                    <a16:creationId xmlns:a16="http://schemas.microsoft.com/office/drawing/2014/main" id="{2A4204CB-650B-4453-9D2B-9007E161F3B3}"/>
                  </a:ext>
                </a:extLst>
              </p:cNvPr>
              <p:cNvSpPr/>
              <p:nvPr/>
            </p:nvSpPr>
            <p:spPr>
              <a:xfrm flipV="1">
                <a:off x="5951520" y="2304720"/>
                <a:ext cx="59040" cy="72000"/>
              </a:xfrm>
              <a:prstGeom prst="line">
                <a:avLst/>
              </a:prstGeom>
              <a:ln>
                <a:solidFill>
                  <a:srgbClr val="969696"/>
                </a:solidFill>
              </a:ln>
            </p:spPr>
            <p:style>
              <a:lnRef idx="0">
                <a:scrgbClr r="0" g="0" b="0"/>
              </a:lnRef>
              <a:fillRef idx="0">
                <a:scrgbClr r="0" g="0" b="0"/>
              </a:fillRef>
              <a:effectRef idx="0">
                <a:scrgbClr r="0" g="0" b="0"/>
              </a:effectRef>
              <a:fontRef idx="minor"/>
            </p:style>
          </p:sp>
          <p:sp>
            <p:nvSpPr>
              <p:cNvPr id="1195" name="Line 1783">
                <a:extLst>
                  <a:ext uri="{FF2B5EF4-FFF2-40B4-BE49-F238E27FC236}">
                    <a16:creationId xmlns:a16="http://schemas.microsoft.com/office/drawing/2014/main" id="{8D406101-3953-41D0-A5A2-540F566A824D}"/>
                  </a:ext>
                </a:extLst>
              </p:cNvPr>
              <p:cNvSpPr/>
              <p:nvPr/>
            </p:nvSpPr>
            <p:spPr>
              <a:xfrm>
                <a:off x="6010560" y="2304720"/>
                <a:ext cx="61200" cy="133920"/>
              </a:xfrm>
              <a:prstGeom prst="line">
                <a:avLst/>
              </a:prstGeom>
              <a:ln>
                <a:solidFill>
                  <a:srgbClr val="939393"/>
                </a:solidFill>
              </a:ln>
            </p:spPr>
            <p:style>
              <a:lnRef idx="0">
                <a:scrgbClr r="0" g="0" b="0"/>
              </a:lnRef>
              <a:fillRef idx="0">
                <a:scrgbClr r="0" g="0" b="0"/>
              </a:fillRef>
              <a:effectRef idx="0">
                <a:scrgbClr r="0" g="0" b="0"/>
              </a:effectRef>
              <a:fontRef idx="minor"/>
            </p:style>
          </p:sp>
          <p:sp>
            <p:nvSpPr>
              <p:cNvPr id="1196" name="Line 1784">
                <a:extLst>
                  <a:ext uri="{FF2B5EF4-FFF2-40B4-BE49-F238E27FC236}">
                    <a16:creationId xmlns:a16="http://schemas.microsoft.com/office/drawing/2014/main" id="{A94FE978-6B04-42CB-9FC0-5F65696BE342}"/>
                  </a:ext>
                </a:extLst>
              </p:cNvPr>
              <p:cNvSpPr/>
              <p:nvPr/>
            </p:nvSpPr>
            <p:spPr>
              <a:xfrm flipV="1">
                <a:off x="5891760" y="2159280"/>
                <a:ext cx="59760" cy="70200"/>
              </a:xfrm>
              <a:prstGeom prst="line">
                <a:avLst/>
              </a:prstGeom>
              <a:ln>
                <a:solidFill>
                  <a:srgbClr val="A3A3A3"/>
                </a:solidFill>
              </a:ln>
            </p:spPr>
            <p:style>
              <a:lnRef idx="0">
                <a:scrgbClr r="0" g="0" b="0"/>
              </a:lnRef>
              <a:fillRef idx="0">
                <a:scrgbClr r="0" g="0" b="0"/>
              </a:fillRef>
              <a:effectRef idx="0">
                <a:scrgbClr r="0" g="0" b="0"/>
              </a:effectRef>
              <a:fontRef idx="minor"/>
            </p:style>
          </p:sp>
          <p:sp>
            <p:nvSpPr>
              <p:cNvPr id="1197" name="Line 1785">
                <a:extLst>
                  <a:ext uri="{FF2B5EF4-FFF2-40B4-BE49-F238E27FC236}">
                    <a16:creationId xmlns:a16="http://schemas.microsoft.com/office/drawing/2014/main" id="{47BDF6B0-F59B-41D8-919D-A582EDC554ED}"/>
                  </a:ext>
                </a:extLst>
              </p:cNvPr>
              <p:cNvSpPr/>
              <p:nvPr/>
            </p:nvSpPr>
            <p:spPr>
              <a:xfrm>
                <a:off x="5951520" y="2159280"/>
                <a:ext cx="59040" cy="145440"/>
              </a:xfrm>
              <a:prstGeom prst="line">
                <a:avLst/>
              </a:prstGeom>
              <a:ln>
                <a:solidFill>
                  <a:srgbClr val="9F9F9F"/>
                </a:solidFill>
              </a:ln>
            </p:spPr>
            <p:style>
              <a:lnRef idx="0">
                <a:scrgbClr r="0" g="0" b="0"/>
              </a:lnRef>
              <a:fillRef idx="0">
                <a:scrgbClr r="0" g="0" b="0"/>
              </a:fillRef>
              <a:effectRef idx="0">
                <a:scrgbClr r="0" g="0" b="0"/>
              </a:effectRef>
              <a:fontRef idx="minor"/>
            </p:style>
          </p:sp>
          <p:sp>
            <p:nvSpPr>
              <p:cNvPr id="1198" name="Line 1786">
                <a:extLst>
                  <a:ext uri="{FF2B5EF4-FFF2-40B4-BE49-F238E27FC236}">
                    <a16:creationId xmlns:a16="http://schemas.microsoft.com/office/drawing/2014/main" id="{F6503B78-6537-4745-9155-C93DDF786A18}"/>
                  </a:ext>
                </a:extLst>
              </p:cNvPr>
              <p:cNvSpPr/>
              <p:nvPr/>
            </p:nvSpPr>
            <p:spPr>
              <a:xfrm flipV="1">
                <a:off x="5830560" y="2001240"/>
                <a:ext cx="61200" cy="70200"/>
              </a:xfrm>
              <a:prstGeom prst="line">
                <a:avLst/>
              </a:prstGeom>
              <a:ln>
                <a:solidFill>
                  <a:srgbClr val="B1B1B1"/>
                </a:solidFill>
              </a:ln>
            </p:spPr>
            <p:style>
              <a:lnRef idx="0">
                <a:scrgbClr r="0" g="0" b="0"/>
              </a:lnRef>
              <a:fillRef idx="0">
                <a:scrgbClr r="0" g="0" b="0"/>
              </a:fillRef>
              <a:effectRef idx="0">
                <a:scrgbClr r="0" g="0" b="0"/>
              </a:effectRef>
              <a:fontRef idx="minor"/>
            </p:style>
          </p:sp>
          <p:sp>
            <p:nvSpPr>
              <p:cNvPr id="1199" name="Line 1787">
                <a:extLst>
                  <a:ext uri="{FF2B5EF4-FFF2-40B4-BE49-F238E27FC236}">
                    <a16:creationId xmlns:a16="http://schemas.microsoft.com/office/drawing/2014/main" id="{C8465AFD-07F1-4638-8BDF-431160285FF8}"/>
                  </a:ext>
                </a:extLst>
              </p:cNvPr>
              <p:cNvSpPr/>
              <p:nvPr/>
            </p:nvSpPr>
            <p:spPr>
              <a:xfrm>
                <a:off x="5891760" y="2001240"/>
                <a:ext cx="59760" cy="158040"/>
              </a:xfrm>
              <a:prstGeom prst="line">
                <a:avLst/>
              </a:prstGeom>
              <a:ln>
                <a:solidFill>
                  <a:srgbClr val="ADADAD"/>
                </a:solidFill>
              </a:ln>
            </p:spPr>
            <p:style>
              <a:lnRef idx="0">
                <a:scrgbClr r="0" g="0" b="0"/>
              </a:lnRef>
              <a:fillRef idx="0">
                <a:scrgbClr r="0" g="0" b="0"/>
              </a:fillRef>
              <a:effectRef idx="0">
                <a:scrgbClr r="0" g="0" b="0"/>
              </a:effectRef>
              <a:fontRef idx="minor"/>
            </p:style>
          </p:sp>
          <p:sp>
            <p:nvSpPr>
              <p:cNvPr id="1200" name="Line 1788">
                <a:extLst>
                  <a:ext uri="{FF2B5EF4-FFF2-40B4-BE49-F238E27FC236}">
                    <a16:creationId xmlns:a16="http://schemas.microsoft.com/office/drawing/2014/main" id="{08A5BADC-04D8-43BC-88ED-7DC2B0FB23AC}"/>
                  </a:ext>
                </a:extLst>
              </p:cNvPr>
              <p:cNvSpPr/>
              <p:nvPr/>
            </p:nvSpPr>
            <p:spPr>
              <a:xfrm flipV="1">
                <a:off x="7280640" y="2390760"/>
                <a:ext cx="60840" cy="82800"/>
              </a:xfrm>
              <a:prstGeom prst="line">
                <a:avLst/>
              </a:prstGeom>
              <a:ln>
                <a:solidFill>
                  <a:srgbClr val="A9A9A9"/>
                </a:solidFill>
              </a:ln>
            </p:spPr>
            <p:style>
              <a:lnRef idx="0">
                <a:scrgbClr r="0" g="0" b="0"/>
              </a:lnRef>
              <a:fillRef idx="0">
                <a:scrgbClr r="0" g="0" b="0"/>
              </a:fillRef>
              <a:effectRef idx="0">
                <a:scrgbClr r="0" g="0" b="0"/>
              </a:effectRef>
              <a:fontRef idx="minor"/>
            </p:style>
          </p:sp>
          <p:sp>
            <p:nvSpPr>
              <p:cNvPr id="1201" name="Line 1789">
                <a:extLst>
                  <a:ext uri="{FF2B5EF4-FFF2-40B4-BE49-F238E27FC236}">
                    <a16:creationId xmlns:a16="http://schemas.microsoft.com/office/drawing/2014/main" id="{4BDD4711-CD31-413E-9340-0DEEA939499E}"/>
                  </a:ext>
                </a:extLst>
              </p:cNvPr>
              <p:cNvSpPr/>
              <p:nvPr/>
            </p:nvSpPr>
            <p:spPr>
              <a:xfrm flipH="1">
                <a:off x="7341480" y="2260440"/>
                <a:ext cx="60120" cy="84240"/>
              </a:xfrm>
              <a:prstGeom prst="line">
                <a:avLst/>
              </a:prstGeom>
              <a:ln>
                <a:solidFill>
                  <a:srgbClr val="B7B7B7"/>
                </a:solidFill>
              </a:ln>
            </p:spPr>
            <p:style>
              <a:lnRef idx="0">
                <a:scrgbClr r="0" g="0" b="0"/>
              </a:lnRef>
              <a:fillRef idx="0">
                <a:scrgbClr r="0" g="0" b="0"/>
              </a:fillRef>
              <a:effectRef idx="0">
                <a:scrgbClr r="0" g="0" b="0"/>
              </a:effectRef>
              <a:fontRef idx="minor"/>
            </p:style>
          </p:sp>
          <p:sp>
            <p:nvSpPr>
              <p:cNvPr id="1202" name="Line 1790">
                <a:extLst>
                  <a:ext uri="{FF2B5EF4-FFF2-40B4-BE49-F238E27FC236}">
                    <a16:creationId xmlns:a16="http://schemas.microsoft.com/office/drawing/2014/main" id="{BA726972-AF38-42B2-B3CB-3783C31AEE76}"/>
                  </a:ext>
                </a:extLst>
              </p:cNvPr>
              <p:cNvSpPr/>
              <p:nvPr/>
            </p:nvSpPr>
            <p:spPr>
              <a:xfrm flipV="1">
                <a:off x="7341480" y="2260440"/>
                <a:ext cx="60120" cy="130320"/>
              </a:xfrm>
              <a:prstGeom prst="line">
                <a:avLst/>
              </a:prstGeom>
              <a:ln>
                <a:solidFill>
                  <a:srgbClr val="B3B3B3"/>
                </a:solidFill>
              </a:ln>
            </p:spPr>
            <p:style>
              <a:lnRef idx="0">
                <a:scrgbClr r="0" g="0" b="0"/>
              </a:lnRef>
              <a:fillRef idx="0">
                <a:scrgbClr r="0" g="0" b="0"/>
              </a:fillRef>
              <a:effectRef idx="0">
                <a:scrgbClr r="0" g="0" b="0"/>
              </a:effectRef>
              <a:fontRef idx="minor"/>
            </p:style>
          </p:sp>
          <p:sp>
            <p:nvSpPr>
              <p:cNvPr id="1203" name="Line 1791">
                <a:extLst>
                  <a:ext uri="{FF2B5EF4-FFF2-40B4-BE49-F238E27FC236}">
                    <a16:creationId xmlns:a16="http://schemas.microsoft.com/office/drawing/2014/main" id="{BB4E15A1-A1CD-4DA0-A91C-86DACC70127C}"/>
                  </a:ext>
                </a:extLst>
              </p:cNvPr>
              <p:cNvSpPr/>
              <p:nvPr/>
            </p:nvSpPr>
            <p:spPr>
              <a:xfrm flipV="1">
                <a:off x="7219440" y="2507760"/>
                <a:ext cx="61200" cy="83160"/>
              </a:xfrm>
              <a:prstGeom prst="line">
                <a:avLst/>
              </a:prstGeom>
              <a:ln>
                <a:solidFill>
                  <a:srgbClr val="9C9C9C"/>
                </a:solidFill>
              </a:ln>
            </p:spPr>
            <p:style>
              <a:lnRef idx="0">
                <a:scrgbClr r="0" g="0" b="0"/>
              </a:lnRef>
              <a:fillRef idx="0">
                <a:scrgbClr r="0" g="0" b="0"/>
              </a:fillRef>
              <a:effectRef idx="0">
                <a:scrgbClr r="0" g="0" b="0"/>
              </a:effectRef>
              <a:fontRef idx="minor"/>
            </p:style>
          </p:sp>
          <p:sp>
            <p:nvSpPr>
              <p:cNvPr id="1204" name="Line 1792">
                <a:extLst>
                  <a:ext uri="{FF2B5EF4-FFF2-40B4-BE49-F238E27FC236}">
                    <a16:creationId xmlns:a16="http://schemas.microsoft.com/office/drawing/2014/main" id="{5476AEAF-8462-42A0-815D-D62BF86E1F6B}"/>
                  </a:ext>
                </a:extLst>
              </p:cNvPr>
              <p:cNvSpPr/>
              <p:nvPr/>
            </p:nvSpPr>
            <p:spPr>
              <a:xfrm flipV="1">
                <a:off x="7280640" y="2390760"/>
                <a:ext cx="60840" cy="117000"/>
              </a:xfrm>
              <a:prstGeom prst="line">
                <a:avLst/>
              </a:prstGeom>
              <a:ln>
                <a:solidFill>
                  <a:srgbClr val="A6A6A6"/>
                </a:solidFill>
              </a:ln>
            </p:spPr>
            <p:style>
              <a:lnRef idx="0">
                <a:scrgbClr r="0" g="0" b="0"/>
              </a:lnRef>
              <a:fillRef idx="0">
                <a:scrgbClr r="0" g="0" b="0"/>
              </a:fillRef>
              <a:effectRef idx="0">
                <a:scrgbClr r="0" g="0" b="0"/>
              </a:effectRef>
              <a:fontRef idx="minor"/>
            </p:style>
          </p:sp>
          <p:sp>
            <p:nvSpPr>
              <p:cNvPr id="1205" name="Line 1793">
                <a:extLst>
                  <a:ext uri="{FF2B5EF4-FFF2-40B4-BE49-F238E27FC236}">
                    <a16:creationId xmlns:a16="http://schemas.microsoft.com/office/drawing/2014/main" id="{02F2DE9E-CE19-48B1-A3C0-7E41F614A930}"/>
                  </a:ext>
                </a:extLst>
              </p:cNvPr>
              <p:cNvSpPr/>
              <p:nvPr/>
            </p:nvSpPr>
            <p:spPr>
              <a:xfrm flipV="1">
                <a:off x="7159320" y="2612880"/>
                <a:ext cx="60120" cy="83880"/>
              </a:xfrm>
              <a:prstGeom prst="line">
                <a:avLst/>
              </a:prstGeom>
              <a:ln>
                <a:solidFill>
                  <a:srgbClr val="919191"/>
                </a:solidFill>
              </a:ln>
            </p:spPr>
            <p:style>
              <a:lnRef idx="0">
                <a:scrgbClr r="0" g="0" b="0"/>
              </a:lnRef>
              <a:fillRef idx="0">
                <a:scrgbClr r="0" g="0" b="0"/>
              </a:fillRef>
              <a:effectRef idx="0">
                <a:scrgbClr r="0" g="0" b="0"/>
              </a:effectRef>
              <a:fontRef idx="minor"/>
            </p:style>
          </p:sp>
          <p:sp>
            <p:nvSpPr>
              <p:cNvPr id="1206" name="Line 1794">
                <a:extLst>
                  <a:ext uri="{FF2B5EF4-FFF2-40B4-BE49-F238E27FC236}">
                    <a16:creationId xmlns:a16="http://schemas.microsoft.com/office/drawing/2014/main" id="{C0E1F508-CDCB-4E44-B525-CDE00EFD69CF}"/>
                  </a:ext>
                </a:extLst>
              </p:cNvPr>
              <p:cNvSpPr/>
              <p:nvPr/>
            </p:nvSpPr>
            <p:spPr>
              <a:xfrm flipV="1">
                <a:off x="7219440" y="2507760"/>
                <a:ext cx="61200" cy="105120"/>
              </a:xfrm>
              <a:prstGeom prst="line">
                <a:avLst/>
              </a:prstGeom>
              <a:ln>
                <a:solidFill>
                  <a:srgbClr val="9A9A9A"/>
                </a:solidFill>
              </a:ln>
            </p:spPr>
            <p:style>
              <a:lnRef idx="0">
                <a:scrgbClr r="0" g="0" b="0"/>
              </a:lnRef>
              <a:fillRef idx="0">
                <a:scrgbClr r="0" g="0" b="0"/>
              </a:fillRef>
              <a:effectRef idx="0">
                <a:scrgbClr r="0" g="0" b="0"/>
              </a:effectRef>
              <a:fontRef idx="minor"/>
            </p:style>
          </p:sp>
          <p:sp>
            <p:nvSpPr>
              <p:cNvPr id="1207" name="Line 1795">
                <a:extLst>
                  <a:ext uri="{FF2B5EF4-FFF2-40B4-BE49-F238E27FC236}">
                    <a16:creationId xmlns:a16="http://schemas.microsoft.com/office/drawing/2014/main" id="{7BDCCF7E-506F-4128-8AE9-20121037D9A7}"/>
                  </a:ext>
                </a:extLst>
              </p:cNvPr>
              <p:cNvSpPr/>
              <p:nvPr/>
            </p:nvSpPr>
            <p:spPr>
              <a:xfrm flipV="1">
                <a:off x="7100280" y="2705760"/>
                <a:ext cx="59040" cy="83160"/>
              </a:xfrm>
              <a:prstGeom prst="line">
                <a:avLst/>
              </a:prstGeom>
              <a:ln>
                <a:solidFill>
                  <a:srgbClr val="878787"/>
                </a:solidFill>
              </a:ln>
            </p:spPr>
            <p:style>
              <a:lnRef idx="0">
                <a:scrgbClr r="0" g="0" b="0"/>
              </a:lnRef>
              <a:fillRef idx="0">
                <a:scrgbClr r="0" g="0" b="0"/>
              </a:fillRef>
              <a:effectRef idx="0">
                <a:scrgbClr r="0" g="0" b="0"/>
              </a:effectRef>
              <a:fontRef idx="minor"/>
            </p:style>
          </p:sp>
          <p:sp>
            <p:nvSpPr>
              <p:cNvPr id="1208" name="Line 1796">
                <a:extLst>
                  <a:ext uri="{FF2B5EF4-FFF2-40B4-BE49-F238E27FC236}">
                    <a16:creationId xmlns:a16="http://schemas.microsoft.com/office/drawing/2014/main" id="{C11AA367-0FEF-41AA-B8D6-9694F4F8DBF3}"/>
                  </a:ext>
                </a:extLst>
              </p:cNvPr>
              <p:cNvSpPr/>
              <p:nvPr/>
            </p:nvSpPr>
            <p:spPr>
              <a:xfrm flipV="1">
                <a:off x="7159320" y="2612880"/>
                <a:ext cx="60120" cy="92880"/>
              </a:xfrm>
              <a:prstGeom prst="line">
                <a:avLst/>
              </a:prstGeom>
              <a:ln>
                <a:solidFill>
                  <a:srgbClr val="8F8F8F"/>
                </a:solidFill>
              </a:ln>
            </p:spPr>
            <p:style>
              <a:lnRef idx="0">
                <a:scrgbClr r="0" g="0" b="0"/>
              </a:lnRef>
              <a:fillRef idx="0">
                <a:scrgbClr r="0" g="0" b="0"/>
              </a:fillRef>
              <a:effectRef idx="0">
                <a:scrgbClr r="0" g="0" b="0"/>
              </a:effectRef>
              <a:fontRef idx="minor"/>
            </p:style>
          </p:sp>
          <p:sp>
            <p:nvSpPr>
              <p:cNvPr id="1209" name="Line 1797">
                <a:extLst>
                  <a:ext uri="{FF2B5EF4-FFF2-40B4-BE49-F238E27FC236}">
                    <a16:creationId xmlns:a16="http://schemas.microsoft.com/office/drawing/2014/main" id="{2E8046CF-7CE5-4A38-906E-698D35E200EF}"/>
                  </a:ext>
                </a:extLst>
              </p:cNvPr>
              <p:cNvSpPr/>
              <p:nvPr/>
            </p:nvSpPr>
            <p:spPr>
              <a:xfrm flipV="1">
                <a:off x="7039440" y="2784960"/>
                <a:ext cx="59040" cy="83160"/>
              </a:xfrm>
              <a:prstGeom prst="line">
                <a:avLst/>
              </a:prstGeom>
              <a:ln>
                <a:solidFill>
                  <a:srgbClr val="7E7E7E"/>
                </a:solidFill>
              </a:ln>
            </p:spPr>
            <p:style>
              <a:lnRef idx="0">
                <a:scrgbClr r="0" g="0" b="0"/>
              </a:lnRef>
              <a:fillRef idx="0">
                <a:scrgbClr r="0" g="0" b="0"/>
              </a:fillRef>
              <a:effectRef idx="0">
                <a:scrgbClr r="0" g="0" b="0"/>
              </a:effectRef>
              <a:fontRef idx="minor"/>
            </p:style>
          </p:sp>
          <p:sp>
            <p:nvSpPr>
              <p:cNvPr id="1210" name="Line 1798">
                <a:extLst>
                  <a:ext uri="{FF2B5EF4-FFF2-40B4-BE49-F238E27FC236}">
                    <a16:creationId xmlns:a16="http://schemas.microsoft.com/office/drawing/2014/main" id="{D49BFFAD-8706-44F4-9794-AD140CFD6D22}"/>
                  </a:ext>
                </a:extLst>
              </p:cNvPr>
              <p:cNvSpPr/>
              <p:nvPr/>
            </p:nvSpPr>
            <p:spPr>
              <a:xfrm flipV="1">
                <a:off x="7098480" y="2705760"/>
                <a:ext cx="60840" cy="79200"/>
              </a:xfrm>
              <a:prstGeom prst="line">
                <a:avLst/>
              </a:prstGeom>
              <a:ln>
                <a:solidFill>
                  <a:srgbClr val="868686"/>
                </a:solidFill>
              </a:ln>
            </p:spPr>
            <p:style>
              <a:lnRef idx="0">
                <a:scrgbClr r="0" g="0" b="0"/>
              </a:lnRef>
              <a:fillRef idx="0">
                <a:scrgbClr r="0" g="0" b="0"/>
              </a:fillRef>
              <a:effectRef idx="0">
                <a:scrgbClr r="0" g="0" b="0"/>
              </a:effectRef>
              <a:fontRef idx="minor"/>
            </p:style>
          </p:sp>
          <p:sp>
            <p:nvSpPr>
              <p:cNvPr id="1211" name="Line 1799">
                <a:extLst>
                  <a:ext uri="{FF2B5EF4-FFF2-40B4-BE49-F238E27FC236}">
                    <a16:creationId xmlns:a16="http://schemas.microsoft.com/office/drawing/2014/main" id="{D312BB28-FA6D-432E-A29D-967187FE6EB2}"/>
                  </a:ext>
                </a:extLst>
              </p:cNvPr>
              <p:cNvSpPr/>
              <p:nvPr/>
            </p:nvSpPr>
            <p:spPr>
              <a:xfrm flipV="1">
                <a:off x="6978240" y="2853000"/>
                <a:ext cx="61200" cy="82080"/>
              </a:xfrm>
              <a:prstGeom prst="line">
                <a:avLst/>
              </a:prstGeom>
              <a:ln>
                <a:solidFill>
                  <a:srgbClr val="767676"/>
                </a:solidFill>
              </a:ln>
            </p:spPr>
            <p:style>
              <a:lnRef idx="0">
                <a:scrgbClr r="0" g="0" b="0"/>
              </a:lnRef>
              <a:fillRef idx="0">
                <a:scrgbClr r="0" g="0" b="0"/>
              </a:fillRef>
              <a:effectRef idx="0">
                <a:scrgbClr r="0" g="0" b="0"/>
              </a:effectRef>
              <a:fontRef idx="minor"/>
            </p:style>
          </p:sp>
          <p:sp>
            <p:nvSpPr>
              <p:cNvPr id="1212" name="Line 1800">
                <a:extLst>
                  <a:ext uri="{FF2B5EF4-FFF2-40B4-BE49-F238E27FC236}">
                    <a16:creationId xmlns:a16="http://schemas.microsoft.com/office/drawing/2014/main" id="{E74A6905-F260-4137-B2A8-C26899877FF6}"/>
                  </a:ext>
                </a:extLst>
              </p:cNvPr>
              <p:cNvSpPr/>
              <p:nvPr/>
            </p:nvSpPr>
            <p:spPr>
              <a:xfrm flipV="1">
                <a:off x="7039440" y="2784960"/>
                <a:ext cx="59040" cy="68040"/>
              </a:xfrm>
              <a:prstGeom prst="line">
                <a:avLst/>
              </a:prstGeom>
              <a:ln>
                <a:solidFill>
                  <a:srgbClr val="7D7D7D"/>
                </a:solidFill>
              </a:ln>
            </p:spPr>
            <p:style>
              <a:lnRef idx="0">
                <a:scrgbClr r="0" g="0" b="0"/>
              </a:lnRef>
              <a:fillRef idx="0">
                <a:scrgbClr r="0" g="0" b="0"/>
              </a:fillRef>
              <a:effectRef idx="0">
                <a:scrgbClr r="0" g="0" b="0"/>
              </a:effectRef>
              <a:fontRef idx="minor"/>
            </p:style>
          </p:sp>
          <p:sp>
            <p:nvSpPr>
              <p:cNvPr id="1213" name="Line 1801">
                <a:extLst>
                  <a:ext uri="{FF2B5EF4-FFF2-40B4-BE49-F238E27FC236}">
                    <a16:creationId xmlns:a16="http://schemas.microsoft.com/office/drawing/2014/main" id="{6A232AA9-70C9-4BB2-BF64-F727C24D3F80}"/>
                  </a:ext>
                </a:extLst>
              </p:cNvPr>
              <p:cNvSpPr/>
              <p:nvPr/>
            </p:nvSpPr>
            <p:spPr>
              <a:xfrm flipV="1">
                <a:off x="6918480" y="2907000"/>
                <a:ext cx="59760" cy="83160"/>
              </a:xfrm>
              <a:prstGeom prst="line">
                <a:avLst/>
              </a:prstGeom>
              <a:ln>
                <a:solidFill>
                  <a:srgbClr val="6F6F6F"/>
                </a:solidFill>
              </a:ln>
            </p:spPr>
            <p:style>
              <a:lnRef idx="0">
                <a:scrgbClr r="0" g="0" b="0"/>
              </a:lnRef>
              <a:fillRef idx="0">
                <a:scrgbClr r="0" g="0" b="0"/>
              </a:fillRef>
              <a:effectRef idx="0">
                <a:scrgbClr r="0" g="0" b="0"/>
              </a:effectRef>
              <a:fontRef idx="minor"/>
            </p:style>
          </p:sp>
          <p:sp>
            <p:nvSpPr>
              <p:cNvPr id="1214" name="Line 1802">
                <a:extLst>
                  <a:ext uri="{FF2B5EF4-FFF2-40B4-BE49-F238E27FC236}">
                    <a16:creationId xmlns:a16="http://schemas.microsoft.com/office/drawing/2014/main" id="{BB2CB501-A2C8-4A31-8A5D-F4A12E949B52}"/>
                  </a:ext>
                </a:extLst>
              </p:cNvPr>
              <p:cNvSpPr/>
              <p:nvPr/>
            </p:nvSpPr>
            <p:spPr>
              <a:xfrm flipV="1">
                <a:off x="6978240" y="2853000"/>
                <a:ext cx="61200" cy="54000"/>
              </a:xfrm>
              <a:prstGeom prst="line">
                <a:avLst/>
              </a:prstGeom>
              <a:ln>
                <a:solidFill>
                  <a:srgbClr val="767676"/>
                </a:solidFill>
              </a:ln>
            </p:spPr>
            <p:style>
              <a:lnRef idx="0">
                <a:scrgbClr r="0" g="0" b="0"/>
              </a:lnRef>
              <a:fillRef idx="0">
                <a:scrgbClr r="0" g="0" b="0"/>
              </a:fillRef>
              <a:effectRef idx="0">
                <a:scrgbClr r="0" g="0" b="0"/>
              </a:effectRef>
              <a:fontRef idx="minor"/>
            </p:style>
          </p:sp>
          <p:sp>
            <p:nvSpPr>
              <p:cNvPr id="1215" name="Line 1803">
                <a:extLst>
                  <a:ext uri="{FF2B5EF4-FFF2-40B4-BE49-F238E27FC236}">
                    <a16:creationId xmlns:a16="http://schemas.microsoft.com/office/drawing/2014/main" id="{941FAFF5-EA27-4766-9620-C9D0CEFEB8BC}"/>
                  </a:ext>
                </a:extLst>
              </p:cNvPr>
              <p:cNvSpPr/>
              <p:nvPr/>
            </p:nvSpPr>
            <p:spPr>
              <a:xfrm flipV="1">
                <a:off x="6857280" y="2950200"/>
                <a:ext cx="61200" cy="82080"/>
              </a:xfrm>
              <a:prstGeom prst="line">
                <a:avLst/>
              </a:prstGeom>
              <a:ln>
                <a:solidFill>
                  <a:srgbClr val="6A6A6A"/>
                </a:solidFill>
              </a:ln>
            </p:spPr>
            <p:style>
              <a:lnRef idx="0">
                <a:scrgbClr r="0" g="0" b="0"/>
              </a:lnRef>
              <a:fillRef idx="0">
                <a:scrgbClr r="0" g="0" b="0"/>
              </a:fillRef>
              <a:effectRef idx="0">
                <a:scrgbClr r="0" g="0" b="0"/>
              </a:effectRef>
              <a:fontRef idx="minor"/>
            </p:style>
          </p:sp>
          <p:sp>
            <p:nvSpPr>
              <p:cNvPr id="1216" name="Line 1804">
                <a:extLst>
                  <a:ext uri="{FF2B5EF4-FFF2-40B4-BE49-F238E27FC236}">
                    <a16:creationId xmlns:a16="http://schemas.microsoft.com/office/drawing/2014/main" id="{0F53F669-ED6D-49DE-B2DA-00CD3017FBE8}"/>
                  </a:ext>
                </a:extLst>
              </p:cNvPr>
              <p:cNvSpPr/>
              <p:nvPr/>
            </p:nvSpPr>
            <p:spPr>
              <a:xfrm flipV="1">
                <a:off x="6918480" y="2907000"/>
                <a:ext cx="59760" cy="43200"/>
              </a:xfrm>
              <a:prstGeom prst="line">
                <a:avLst/>
              </a:prstGeom>
              <a:ln>
                <a:solidFill>
                  <a:srgbClr val="707070"/>
                </a:solidFill>
              </a:ln>
            </p:spPr>
            <p:style>
              <a:lnRef idx="0">
                <a:scrgbClr r="0" g="0" b="0"/>
              </a:lnRef>
              <a:fillRef idx="0">
                <a:scrgbClr r="0" g="0" b="0"/>
              </a:fillRef>
              <a:effectRef idx="0">
                <a:scrgbClr r="0" g="0" b="0"/>
              </a:effectRef>
              <a:fontRef idx="minor"/>
            </p:style>
          </p:sp>
          <p:sp>
            <p:nvSpPr>
              <p:cNvPr id="1217" name="Line 1805">
                <a:extLst>
                  <a:ext uri="{FF2B5EF4-FFF2-40B4-BE49-F238E27FC236}">
                    <a16:creationId xmlns:a16="http://schemas.microsoft.com/office/drawing/2014/main" id="{174EFF9C-DB43-41AC-82D6-2BC4291A1508}"/>
                  </a:ext>
                </a:extLst>
              </p:cNvPr>
              <p:cNvSpPr/>
              <p:nvPr/>
            </p:nvSpPr>
            <p:spPr>
              <a:xfrm flipV="1">
                <a:off x="6796080" y="2979360"/>
                <a:ext cx="61200" cy="82800"/>
              </a:xfrm>
              <a:prstGeom prst="line">
                <a:avLst/>
              </a:prstGeom>
              <a:ln>
                <a:solidFill>
                  <a:srgbClr val="666666"/>
                </a:solidFill>
              </a:ln>
            </p:spPr>
            <p:style>
              <a:lnRef idx="0">
                <a:scrgbClr r="0" g="0" b="0"/>
              </a:lnRef>
              <a:fillRef idx="0">
                <a:scrgbClr r="0" g="0" b="0"/>
              </a:fillRef>
              <a:effectRef idx="0">
                <a:scrgbClr r="0" g="0" b="0"/>
              </a:effectRef>
              <a:fontRef idx="minor"/>
            </p:style>
          </p:sp>
          <p:sp>
            <p:nvSpPr>
              <p:cNvPr id="1218" name="Line 1806">
                <a:extLst>
                  <a:ext uri="{FF2B5EF4-FFF2-40B4-BE49-F238E27FC236}">
                    <a16:creationId xmlns:a16="http://schemas.microsoft.com/office/drawing/2014/main" id="{869D126A-7531-439B-AFEF-1725BBA23276}"/>
                  </a:ext>
                </a:extLst>
              </p:cNvPr>
              <p:cNvSpPr/>
              <p:nvPr/>
            </p:nvSpPr>
            <p:spPr>
              <a:xfrm flipV="1">
                <a:off x="6857280" y="2950200"/>
                <a:ext cx="61200" cy="29160"/>
              </a:xfrm>
              <a:prstGeom prst="line">
                <a:avLst/>
              </a:prstGeom>
              <a:ln>
                <a:solidFill>
                  <a:srgbClr val="6B6B6B"/>
                </a:solidFill>
              </a:ln>
            </p:spPr>
            <p:style>
              <a:lnRef idx="0">
                <a:scrgbClr r="0" g="0" b="0"/>
              </a:lnRef>
              <a:fillRef idx="0">
                <a:scrgbClr r="0" g="0" b="0"/>
              </a:fillRef>
              <a:effectRef idx="0">
                <a:scrgbClr r="0" g="0" b="0"/>
              </a:effectRef>
              <a:fontRef idx="minor"/>
            </p:style>
          </p:sp>
          <p:sp>
            <p:nvSpPr>
              <p:cNvPr id="1219" name="Line 1807">
                <a:extLst>
                  <a:ext uri="{FF2B5EF4-FFF2-40B4-BE49-F238E27FC236}">
                    <a16:creationId xmlns:a16="http://schemas.microsoft.com/office/drawing/2014/main" id="{752CDF5E-8C23-4F7F-92AF-8D23FE9CDA28}"/>
                  </a:ext>
                </a:extLst>
              </p:cNvPr>
              <p:cNvSpPr/>
              <p:nvPr/>
            </p:nvSpPr>
            <p:spPr>
              <a:xfrm flipV="1">
                <a:off x="6737040" y="2995200"/>
                <a:ext cx="59040" cy="83160"/>
              </a:xfrm>
              <a:prstGeom prst="line">
                <a:avLst/>
              </a:prstGeom>
              <a:ln>
                <a:solidFill>
                  <a:srgbClr val="636363"/>
                </a:solidFill>
              </a:ln>
            </p:spPr>
            <p:style>
              <a:lnRef idx="0">
                <a:scrgbClr r="0" g="0" b="0"/>
              </a:lnRef>
              <a:fillRef idx="0">
                <a:scrgbClr r="0" g="0" b="0"/>
              </a:fillRef>
              <a:effectRef idx="0">
                <a:scrgbClr r="0" g="0" b="0"/>
              </a:effectRef>
              <a:fontRef idx="minor"/>
            </p:style>
          </p:sp>
          <p:sp>
            <p:nvSpPr>
              <p:cNvPr id="1220" name="Line 1808">
                <a:extLst>
                  <a:ext uri="{FF2B5EF4-FFF2-40B4-BE49-F238E27FC236}">
                    <a16:creationId xmlns:a16="http://schemas.microsoft.com/office/drawing/2014/main" id="{602738EF-BE16-4991-A72D-F21730D2DF69}"/>
                  </a:ext>
                </a:extLst>
              </p:cNvPr>
              <p:cNvSpPr/>
              <p:nvPr/>
            </p:nvSpPr>
            <p:spPr>
              <a:xfrm flipV="1">
                <a:off x="6796080" y="2979360"/>
                <a:ext cx="61200" cy="15840"/>
              </a:xfrm>
              <a:prstGeom prst="line">
                <a:avLst/>
              </a:prstGeom>
              <a:ln>
                <a:solidFill>
                  <a:srgbClr val="676767"/>
                </a:solidFill>
              </a:ln>
            </p:spPr>
            <p:style>
              <a:lnRef idx="0">
                <a:scrgbClr r="0" g="0" b="0"/>
              </a:lnRef>
              <a:fillRef idx="0">
                <a:scrgbClr r="0" g="0" b="0"/>
              </a:fillRef>
              <a:effectRef idx="0">
                <a:scrgbClr r="0" g="0" b="0"/>
              </a:effectRef>
              <a:fontRef idx="minor"/>
            </p:style>
          </p:sp>
          <p:sp>
            <p:nvSpPr>
              <p:cNvPr id="1221" name="Line 1809">
                <a:extLst>
                  <a:ext uri="{FF2B5EF4-FFF2-40B4-BE49-F238E27FC236}">
                    <a16:creationId xmlns:a16="http://schemas.microsoft.com/office/drawing/2014/main" id="{78F5AB54-4DF3-4B6A-8BDE-45E0A7ED92EA}"/>
                  </a:ext>
                </a:extLst>
              </p:cNvPr>
              <p:cNvSpPr/>
              <p:nvPr/>
            </p:nvSpPr>
            <p:spPr>
              <a:xfrm flipV="1">
                <a:off x="6677280" y="3001320"/>
                <a:ext cx="59040" cy="82080"/>
              </a:xfrm>
              <a:prstGeom prst="line">
                <a:avLst/>
              </a:prstGeom>
              <a:ln>
                <a:solidFill>
                  <a:srgbClr val="616161"/>
                </a:solidFill>
              </a:ln>
            </p:spPr>
            <p:style>
              <a:lnRef idx="0">
                <a:scrgbClr r="0" g="0" b="0"/>
              </a:lnRef>
              <a:fillRef idx="0">
                <a:scrgbClr r="0" g="0" b="0"/>
              </a:fillRef>
              <a:effectRef idx="0">
                <a:scrgbClr r="0" g="0" b="0"/>
              </a:effectRef>
              <a:fontRef idx="minor"/>
            </p:style>
          </p:sp>
          <p:sp>
            <p:nvSpPr>
              <p:cNvPr id="1222" name="Line 1810">
                <a:extLst>
                  <a:ext uri="{FF2B5EF4-FFF2-40B4-BE49-F238E27FC236}">
                    <a16:creationId xmlns:a16="http://schemas.microsoft.com/office/drawing/2014/main" id="{733ED18C-9D91-4EAD-94C5-4E61D0DB20EB}"/>
                  </a:ext>
                </a:extLst>
              </p:cNvPr>
              <p:cNvSpPr/>
              <p:nvPr/>
            </p:nvSpPr>
            <p:spPr>
              <a:xfrm flipV="1">
                <a:off x="6736320" y="2995200"/>
                <a:ext cx="59760" cy="6120"/>
              </a:xfrm>
              <a:prstGeom prst="line">
                <a:avLst/>
              </a:prstGeom>
              <a:ln>
                <a:solidFill>
                  <a:srgbClr val="656565"/>
                </a:solidFill>
              </a:ln>
            </p:spPr>
            <p:style>
              <a:lnRef idx="0">
                <a:scrgbClr r="0" g="0" b="0"/>
              </a:lnRef>
              <a:fillRef idx="0">
                <a:scrgbClr r="0" g="0" b="0"/>
              </a:fillRef>
              <a:effectRef idx="0">
                <a:scrgbClr r="0" g="0" b="0"/>
              </a:effectRef>
              <a:fontRef idx="minor"/>
            </p:style>
          </p:sp>
          <p:sp>
            <p:nvSpPr>
              <p:cNvPr id="1223" name="Line 1811">
                <a:extLst>
                  <a:ext uri="{FF2B5EF4-FFF2-40B4-BE49-F238E27FC236}">
                    <a16:creationId xmlns:a16="http://schemas.microsoft.com/office/drawing/2014/main" id="{535AEB24-D1C3-4F93-B7B5-B5283F881225}"/>
                  </a:ext>
                </a:extLst>
              </p:cNvPr>
              <p:cNvSpPr/>
              <p:nvPr/>
            </p:nvSpPr>
            <p:spPr>
              <a:xfrm flipV="1">
                <a:off x="6616080" y="2992320"/>
                <a:ext cx="61200" cy="83880"/>
              </a:xfrm>
              <a:prstGeom prst="line">
                <a:avLst/>
              </a:prstGeom>
              <a:ln>
                <a:solidFill>
                  <a:srgbClr val="606060"/>
                </a:solidFill>
              </a:ln>
            </p:spPr>
            <p:style>
              <a:lnRef idx="0">
                <a:scrgbClr r="0" g="0" b="0"/>
              </a:lnRef>
              <a:fillRef idx="0">
                <a:scrgbClr r="0" g="0" b="0"/>
              </a:fillRef>
              <a:effectRef idx="0">
                <a:scrgbClr r="0" g="0" b="0"/>
              </a:effectRef>
              <a:fontRef idx="minor"/>
            </p:style>
          </p:sp>
          <p:sp>
            <p:nvSpPr>
              <p:cNvPr id="1224" name="Line 1812">
                <a:extLst>
                  <a:ext uri="{FF2B5EF4-FFF2-40B4-BE49-F238E27FC236}">
                    <a16:creationId xmlns:a16="http://schemas.microsoft.com/office/drawing/2014/main" id="{3FFCA1E0-250E-4468-8F78-237E93E5FFD7}"/>
                  </a:ext>
                </a:extLst>
              </p:cNvPr>
              <p:cNvSpPr/>
              <p:nvPr/>
            </p:nvSpPr>
            <p:spPr>
              <a:xfrm>
                <a:off x="6677280" y="2992320"/>
                <a:ext cx="59040" cy="9000"/>
              </a:xfrm>
              <a:prstGeom prst="line">
                <a:avLst/>
              </a:prstGeom>
              <a:ln>
                <a:solidFill>
                  <a:srgbClr val="646464"/>
                </a:solidFill>
              </a:ln>
            </p:spPr>
            <p:style>
              <a:lnRef idx="0">
                <a:scrgbClr r="0" g="0" b="0"/>
              </a:lnRef>
              <a:fillRef idx="0">
                <a:scrgbClr r="0" g="0" b="0"/>
              </a:fillRef>
              <a:effectRef idx="0">
                <a:scrgbClr r="0" g="0" b="0"/>
              </a:effectRef>
              <a:fontRef idx="minor"/>
            </p:style>
          </p:sp>
          <p:sp>
            <p:nvSpPr>
              <p:cNvPr id="1225" name="Line 1813">
                <a:extLst>
                  <a:ext uri="{FF2B5EF4-FFF2-40B4-BE49-F238E27FC236}">
                    <a16:creationId xmlns:a16="http://schemas.microsoft.com/office/drawing/2014/main" id="{BA1163D2-B4C3-4424-8D46-7499BD18A008}"/>
                  </a:ext>
                </a:extLst>
              </p:cNvPr>
              <p:cNvSpPr/>
              <p:nvPr/>
            </p:nvSpPr>
            <p:spPr>
              <a:xfrm flipV="1">
                <a:off x="6555240" y="2971080"/>
                <a:ext cx="60840" cy="84240"/>
              </a:xfrm>
              <a:prstGeom prst="line">
                <a:avLst/>
              </a:prstGeom>
              <a:ln>
                <a:solidFill>
                  <a:srgbClr val="616161"/>
                </a:solidFill>
              </a:ln>
            </p:spPr>
            <p:style>
              <a:lnRef idx="0">
                <a:scrgbClr r="0" g="0" b="0"/>
              </a:lnRef>
              <a:fillRef idx="0">
                <a:scrgbClr r="0" g="0" b="0"/>
              </a:fillRef>
              <a:effectRef idx="0">
                <a:scrgbClr r="0" g="0" b="0"/>
              </a:effectRef>
              <a:fontRef idx="minor"/>
            </p:style>
          </p:sp>
          <p:sp>
            <p:nvSpPr>
              <p:cNvPr id="1226" name="Line 1814">
                <a:extLst>
                  <a:ext uri="{FF2B5EF4-FFF2-40B4-BE49-F238E27FC236}">
                    <a16:creationId xmlns:a16="http://schemas.microsoft.com/office/drawing/2014/main" id="{1FA8559F-9398-4391-98FD-46D9B8533768}"/>
                  </a:ext>
                </a:extLst>
              </p:cNvPr>
              <p:cNvSpPr/>
              <p:nvPr/>
            </p:nvSpPr>
            <p:spPr>
              <a:xfrm>
                <a:off x="6616080" y="2971080"/>
                <a:ext cx="61200" cy="21240"/>
              </a:xfrm>
              <a:prstGeom prst="line">
                <a:avLst/>
              </a:prstGeom>
              <a:ln>
                <a:solidFill>
                  <a:srgbClr val="646464"/>
                </a:solidFill>
              </a:ln>
            </p:spPr>
            <p:style>
              <a:lnRef idx="0">
                <a:scrgbClr r="0" g="0" b="0"/>
              </a:lnRef>
              <a:fillRef idx="0">
                <a:scrgbClr r="0" g="0" b="0"/>
              </a:fillRef>
              <a:effectRef idx="0">
                <a:scrgbClr r="0" g="0" b="0"/>
              </a:effectRef>
              <a:fontRef idx="minor"/>
            </p:style>
          </p:sp>
          <p:sp>
            <p:nvSpPr>
              <p:cNvPr id="1227" name="Line 1815">
                <a:extLst>
                  <a:ext uri="{FF2B5EF4-FFF2-40B4-BE49-F238E27FC236}">
                    <a16:creationId xmlns:a16="http://schemas.microsoft.com/office/drawing/2014/main" id="{5B119D59-BC97-40F9-9586-C05110E79DA5}"/>
                  </a:ext>
                </a:extLst>
              </p:cNvPr>
              <p:cNvSpPr/>
              <p:nvPr/>
            </p:nvSpPr>
            <p:spPr>
              <a:xfrm flipV="1">
                <a:off x="6495120" y="2938320"/>
                <a:ext cx="60120" cy="83880"/>
              </a:xfrm>
              <a:prstGeom prst="line">
                <a:avLst/>
              </a:prstGeom>
              <a:ln>
                <a:solidFill>
                  <a:srgbClr val="636363"/>
                </a:solidFill>
              </a:ln>
            </p:spPr>
            <p:style>
              <a:lnRef idx="0">
                <a:scrgbClr r="0" g="0" b="0"/>
              </a:lnRef>
              <a:fillRef idx="0">
                <a:scrgbClr r="0" g="0" b="0"/>
              </a:fillRef>
              <a:effectRef idx="0">
                <a:scrgbClr r="0" g="0" b="0"/>
              </a:effectRef>
              <a:fontRef idx="minor"/>
            </p:style>
          </p:sp>
          <p:sp>
            <p:nvSpPr>
              <p:cNvPr id="1228" name="Line 1816">
                <a:extLst>
                  <a:ext uri="{FF2B5EF4-FFF2-40B4-BE49-F238E27FC236}">
                    <a16:creationId xmlns:a16="http://schemas.microsoft.com/office/drawing/2014/main" id="{4A3D677E-DAB8-4C6E-9AB0-CBECA44726D7}"/>
                  </a:ext>
                </a:extLst>
              </p:cNvPr>
              <p:cNvSpPr/>
              <p:nvPr/>
            </p:nvSpPr>
            <p:spPr>
              <a:xfrm>
                <a:off x="6555240" y="2938320"/>
                <a:ext cx="60840" cy="32760"/>
              </a:xfrm>
              <a:prstGeom prst="line">
                <a:avLst/>
              </a:prstGeom>
              <a:ln>
                <a:solidFill>
                  <a:srgbClr val="656565"/>
                </a:solidFill>
              </a:ln>
            </p:spPr>
            <p:style>
              <a:lnRef idx="0">
                <a:scrgbClr r="0" g="0" b="0"/>
              </a:lnRef>
              <a:fillRef idx="0">
                <a:scrgbClr r="0" g="0" b="0"/>
              </a:fillRef>
              <a:effectRef idx="0">
                <a:scrgbClr r="0" g="0" b="0"/>
              </a:effectRef>
              <a:fontRef idx="minor"/>
            </p:style>
          </p:sp>
          <p:sp>
            <p:nvSpPr>
              <p:cNvPr id="1229" name="Line 1817">
                <a:extLst>
                  <a:ext uri="{FF2B5EF4-FFF2-40B4-BE49-F238E27FC236}">
                    <a16:creationId xmlns:a16="http://schemas.microsoft.com/office/drawing/2014/main" id="{0629F1AC-59A4-4E80-9787-26F0AEACEA49}"/>
                  </a:ext>
                </a:extLst>
              </p:cNvPr>
              <p:cNvSpPr/>
              <p:nvPr/>
            </p:nvSpPr>
            <p:spPr>
              <a:xfrm flipV="1">
                <a:off x="6433920" y="2892960"/>
                <a:ext cx="61200" cy="83160"/>
              </a:xfrm>
              <a:prstGeom prst="line">
                <a:avLst/>
              </a:prstGeom>
              <a:ln>
                <a:solidFill>
                  <a:srgbClr val="666666"/>
                </a:solidFill>
              </a:ln>
            </p:spPr>
            <p:style>
              <a:lnRef idx="0">
                <a:scrgbClr r="0" g="0" b="0"/>
              </a:lnRef>
              <a:fillRef idx="0">
                <a:scrgbClr r="0" g="0" b="0"/>
              </a:fillRef>
              <a:effectRef idx="0">
                <a:scrgbClr r="0" g="0" b="0"/>
              </a:effectRef>
              <a:fontRef idx="minor"/>
            </p:style>
          </p:sp>
          <p:sp>
            <p:nvSpPr>
              <p:cNvPr id="1230" name="Line 1818">
                <a:extLst>
                  <a:ext uri="{FF2B5EF4-FFF2-40B4-BE49-F238E27FC236}">
                    <a16:creationId xmlns:a16="http://schemas.microsoft.com/office/drawing/2014/main" id="{581C3491-4684-478D-8A32-1983DEF31773}"/>
                  </a:ext>
                </a:extLst>
              </p:cNvPr>
              <p:cNvSpPr/>
              <p:nvPr/>
            </p:nvSpPr>
            <p:spPr>
              <a:xfrm>
                <a:off x="6495120" y="2892960"/>
                <a:ext cx="60120" cy="45360"/>
              </a:xfrm>
              <a:prstGeom prst="line">
                <a:avLst/>
              </a:prstGeom>
              <a:ln>
                <a:solidFill>
                  <a:srgbClr val="676767"/>
                </a:solidFill>
              </a:ln>
            </p:spPr>
            <p:style>
              <a:lnRef idx="0">
                <a:scrgbClr r="0" g="0" b="0"/>
              </a:lnRef>
              <a:fillRef idx="0">
                <a:scrgbClr r="0" g="0" b="0"/>
              </a:fillRef>
              <a:effectRef idx="0">
                <a:scrgbClr r="0" g="0" b="0"/>
              </a:effectRef>
              <a:fontRef idx="minor"/>
            </p:style>
          </p:sp>
          <p:sp>
            <p:nvSpPr>
              <p:cNvPr id="1231" name="Line 1819">
                <a:extLst>
                  <a:ext uri="{FF2B5EF4-FFF2-40B4-BE49-F238E27FC236}">
                    <a16:creationId xmlns:a16="http://schemas.microsoft.com/office/drawing/2014/main" id="{3DC83FC8-1D85-468B-B5DB-F41B178B3ECC}"/>
                  </a:ext>
                </a:extLst>
              </p:cNvPr>
              <p:cNvSpPr/>
              <p:nvPr/>
            </p:nvSpPr>
            <p:spPr>
              <a:xfrm flipV="1">
                <a:off x="6373080" y="2835000"/>
                <a:ext cx="60840" cy="83160"/>
              </a:xfrm>
              <a:prstGeom prst="line">
                <a:avLst/>
              </a:prstGeom>
              <a:ln>
                <a:solidFill>
                  <a:srgbClr val="6A6A6A"/>
                </a:solidFill>
              </a:ln>
            </p:spPr>
            <p:style>
              <a:lnRef idx="0">
                <a:scrgbClr r="0" g="0" b="0"/>
              </a:lnRef>
              <a:fillRef idx="0">
                <a:scrgbClr r="0" g="0" b="0"/>
              </a:fillRef>
              <a:effectRef idx="0">
                <a:scrgbClr r="0" g="0" b="0"/>
              </a:effectRef>
              <a:fontRef idx="minor"/>
            </p:style>
          </p:sp>
          <p:sp>
            <p:nvSpPr>
              <p:cNvPr id="1232" name="Line 1820">
                <a:extLst>
                  <a:ext uri="{FF2B5EF4-FFF2-40B4-BE49-F238E27FC236}">
                    <a16:creationId xmlns:a16="http://schemas.microsoft.com/office/drawing/2014/main" id="{7ABB25E5-DE5C-448A-8140-F8120873E001}"/>
                  </a:ext>
                </a:extLst>
              </p:cNvPr>
              <p:cNvSpPr/>
              <p:nvPr/>
            </p:nvSpPr>
            <p:spPr>
              <a:xfrm>
                <a:off x="6433920" y="2835000"/>
                <a:ext cx="61200" cy="57960"/>
              </a:xfrm>
              <a:prstGeom prst="line">
                <a:avLst/>
              </a:prstGeom>
              <a:ln>
                <a:solidFill>
                  <a:srgbClr val="6B6B6B"/>
                </a:solidFill>
              </a:ln>
            </p:spPr>
            <p:style>
              <a:lnRef idx="0">
                <a:scrgbClr r="0" g="0" b="0"/>
              </a:lnRef>
              <a:fillRef idx="0">
                <a:scrgbClr r="0" g="0" b="0"/>
              </a:fillRef>
              <a:effectRef idx="0">
                <a:scrgbClr r="0" g="0" b="0"/>
              </a:effectRef>
              <a:fontRef idx="minor"/>
            </p:style>
          </p:sp>
          <p:sp>
            <p:nvSpPr>
              <p:cNvPr id="1233" name="Line 1821">
                <a:extLst>
                  <a:ext uri="{FF2B5EF4-FFF2-40B4-BE49-F238E27FC236}">
                    <a16:creationId xmlns:a16="http://schemas.microsoft.com/office/drawing/2014/main" id="{800360F9-EA34-49F5-9DAD-A7ED2237D517}"/>
                  </a:ext>
                </a:extLst>
              </p:cNvPr>
              <p:cNvSpPr/>
              <p:nvPr/>
            </p:nvSpPr>
            <p:spPr>
              <a:xfrm flipV="1">
                <a:off x="6314760" y="2765160"/>
                <a:ext cx="58320" cy="82080"/>
              </a:xfrm>
              <a:prstGeom prst="line">
                <a:avLst/>
              </a:prstGeom>
              <a:ln>
                <a:solidFill>
                  <a:srgbClr val="6F6F6F"/>
                </a:solidFill>
              </a:ln>
            </p:spPr>
            <p:style>
              <a:lnRef idx="0">
                <a:scrgbClr r="0" g="0" b="0"/>
              </a:lnRef>
              <a:fillRef idx="0">
                <a:scrgbClr r="0" g="0" b="0"/>
              </a:fillRef>
              <a:effectRef idx="0">
                <a:scrgbClr r="0" g="0" b="0"/>
              </a:effectRef>
              <a:fontRef idx="minor"/>
            </p:style>
          </p:sp>
          <p:sp>
            <p:nvSpPr>
              <p:cNvPr id="1234" name="Line 1822">
                <a:extLst>
                  <a:ext uri="{FF2B5EF4-FFF2-40B4-BE49-F238E27FC236}">
                    <a16:creationId xmlns:a16="http://schemas.microsoft.com/office/drawing/2014/main" id="{5E72425C-4609-4ECB-9AED-A24389DA1F1A}"/>
                  </a:ext>
                </a:extLst>
              </p:cNvPr>
              <p:cNvSpPr/>
              <p:nvPr/>
            </p:nvSpPr>
            <p:spPr>
              <a:xfrm>
                <a:off x="6373080" y="2765160"/>
                <a:ext cx="60840" cy="69840"/>
              </a:xfrm>
              <a:prstGeom prst="line">
                <a:avLst/>
              </a:prstGeom>
              <a:ln>
                <a:solidFill>
                  <a:srgbClr val="707070"/>
                </a:solidFill>
              </a:ln>
            </p:spPr>
            <p:style>
              <a:lnRef idx="0">
                <a:scrgbClr r="0" g="0" b="0"/>
              </a:lnRef>
              <a:fillRef idx="0">
                <a:scrgbClr r="0" g="0" b="0"/>
              </a:fillRef>
              <a:effectRef idx="0">
                <a:scrgbClr r="0" g="0" b="0"/>
              </a:effectRef>
              <a:fontRef idx="minor"/>
            </p:style>
          </p:sp>
          <p:sp>
            <p:nvSpPr>
              <p:cNvPr id="1235" name="Line 1823">
                <a:extLst>
                  <a:ext uri="{FF2B5EF4-FFF2-40B4-BE49-F238E27FC236}">
                    <a16:creationId xmlns:a16="http://schemas.microsoft.com/office/drawing/2014/main" id="{F55604B6-3490-4CCD-BCDF-71432EB707C3}"/>
                  </a:ext>
                </a:extLst>
              </p:cNvPr>
              <p:cNvSpPr/>
              <p:nvPr/>
            </p:nvSpPr>
            <p:spPr>
              <a:xfrm flipV="1">
                <a:off x="6253920" y="2679840"/>
                <a:ext cx="60840" cy="85320"/>
              </a:xfrm>
              <a:prstGeom prst="line">
                <a:avLst/>
              </a:prstGeom>
              <a:ln>
                <a:solidFill>
                  <a:srgbClr val="767676"/>
                </a:solidFill>
              </a:ln>
            </p:spPr>
            <p:style>
              <a:lnRef idx="0">
                <a:scrgbClr r="0" g="0" b="0"/>
              </a:lnRef>
              <a:fillRef idx="0">
                <a:scrgbClr r="0" g="0" b="0"/>
              </a:fillRef>
              <a:effectRef idx="0">
                <a:scrgbClr r="0" g="0" b="0"/>
              </a:effectRef>
              <a:fontRef idx="minor"/>
            </p:style>
          </p:sp>
          <p:sp>
            <p:nvSpPr>
              <p:cNvPr id="1236" name="Line 1824">
                <a:extLst>
                  <a:ext uri="{FF2B5EF4-FFF2-40B4-BE49-F238E27FC236}">
                    <a16:creationId xmlns:a16="http://schemas.microsoft.com/office/drawing/2014/main" id="{0C20E4DC-7570-468A-88DB-31080BBE93DA}"/>
                  </a:ext>
                </a:extLst>
              </p:cNvPr>
              <p:cNvSpPr/>
              <p:nvPr/>
            </p:nvSpPr>
            <p:spPr>
              <a:xfrm>
                <a:off x="6314760" y="2679840"/>
                <a:ext cx="58320" cy="85320"/>
              </a:xfrm>
              <a:prstGeom prst="line">
                <a:avLst/>
              </a:prstGeom>
              <a:ln>
                <a:solidFill>
                  <a:srgbClr val="767676"/>
                </a:solidFill>
              </a:ln>
            </p:spPr>
            <p:style>
              <a:lnRef idx="0">
                <a:scrgbClr r="0" g="0" b="0"/>
              </a:lnRef>
              <a:fillRef idx="0">
                <a:scrgbClr r="0" g="0" b="0"/>
              </a:fillRef>
              <a:effectRef idx="0">
                <a:scrgbClr r="0" g="0" b="0"/>
              </a:effectRef>
              <a:fontRef idx="minor"/>
            </p:style>
          </p:sp>
          <p:sp>
            <p:nvSpPr>
              <p:cNvPr id="1237" name="Line 1825">
                <a:extLst>
                  <a:ext uri="{FF2B5EF4-FFF2-40B4-BE49-F238E27FC236}">
                    <a16:creationId xmlns:a16="http://schemas.microsoft.com/office/drawing/2014/main" id="{F2EF524B-C038-4FF4-8F98-7B11A140D61A}"/>
                  </a:ext>
                </a:extLst>
              </p:cNvPr>
              <p:cNvSpPr/>
              <p:nvPr/>
            </p:nvSpPr>
            <p:spPr>
              <a:xfrm flipV="1">
                <a:off x="6192720" y="2584800"/>
                <a:ext cx="61200" cy="84240"/>
              </a:xfrm>
              <a:prstGeom prst="line">
                <a:avLst/>
              </a:prstGeom>
              <a:ln>
                <a:solidFill>
                  <a:srgbClr val="7E7E7E"/>
                </a:solidFill>
              </a:ln>
            </p:spPr>
            <p:style>
              <a:lnRef idx="0">
                <a:scrgbClr r="0" g="0" b="0"/>
              </a:lnRef>
              <a:fillRef idx="0">
                <a:scrgbClr r="0" g="0" b="0"/>
              </a:fillRef>
              <a:effectRef idx="0">
                <a:scrgbClr r="0" g="0" b="0"/>
              </a:effectRef>
              <a:fontRef idx="minor"/>
            </p:style>
          </p:sp>
          <p:sp>
            <p:nvSpPr>
              <p:cNvPr id="1238" name="Line 1826">
                <a:extLst>
                  <a:ext uri="{FF2B5EF4-FFF2-40B4-BE49-F238E27FC236}">
                    <a16:creationId xmlns:a16="http://schemas.microsoft.com/office/drawing/2014/main" id="{EF4DBD28-E06D-4BAA-8B21-9FC21226A996}"/>
                  </a:ext>
                </a:extLst>
              </p:cNvPr>
              <p:cNvSpPr/>
              <p:nvPr/>
            </p:nvSpPr>
            <p:spPr>
              <a:xfrm>
                <a:off x="6253920" y="2584800"/>
                <a:ext cx="60840" cy="95040"/>
              </a:xfrm>
              <a:prstGeom prst="line">
                <a:avLst/>
              </a:prstGeom>
              <a:ln>
                <a:solidFill>
                  <a:srgbClr val="7D7D7D"/>
                </a:solidFill>
              </a:ln>
            </p:spPr>
            <p:style>
              <a:lnRef idx="0">
                <a:scrgbClr r="0" g="0" b="0"/>
              </a:lnRef>
              <a:fillRef idx="0">
                <a:scrgbClr r="0" g="0" b="0"/>
              </a:fillRef>
              <a:effectRef idx="0">
                <a:scrgbClr r="0" g="0" b="0"/>
              </a:effectRef>
              <a:fontRef idx="minor"/>
            </p:style>
          </p:sp>
          <p:sp>
            <p:nvSpPr>
              <p:cNvPr id="1239" name="Line 1827">
                <a:extLst>
                  <a:ext uri="{FF2B5EF4-FFF2-40B4-BE49-F238E27FC236}">
                    <a16:creationId xmlns:a16="http://schemas.microsoft.com/office/drawing/2014/main" id="{6886ECB1-6152-4C74-879A-16F8CC10AF75}"/>
                  </a:ext>
                </a:extLst>
              </p:cNvPr>
              <p:cNvSpPr/>
              <p:nvPr/>
            </p:nvSpPr>
            <p:spPr>
              <a:xfrm flipV="1">
                <a:off x="6131880" y="2475720"/>
                <a:ext cx="60840" cy="84240"/>
              </a:xfrm>
              <a:prstGeom prst="line">
                <a:avLst/>
              </a:prstGeom>
              <a:ln>
                <a:solidFill>
                  <a:srgbClr val="878787"/>
                </a:solidFill>
              </a:ln>
            </p:spPr>
            <p:style>
              <a:lnRef idx="0">
                <a:scrgbClr r="0" g="0" b="0"/>
              </a:lnRef>
              <a:fillRef idx="0">
                <a:scrgbClr r="0" g="0" b="0"/>
              </a:fillRef>
              <a:effectRef idx="0">
                <a:scrgbClr r="0" g="0" b="0"/>
              </a:effectRef>
              <a:fontRef idx="minor"/>
            </p:style>
          </p:sp>
          <p:sp>
            <p:nvSpPr>
              <p:cNvPr id="1240" name="Line 1828">
                <a:extLst>
                  <a:ext uri="{FF2B5EF4-FFF2-40B4-BE49-F238E27FC236}">
                    <a16:creationId xmlns:a16="http://schemas.microsoft.com/office/drawing/2014/main" id="{D6157AD8-3D41-43A7-927F-09DC475503B5}"/>
                  </a:ext>
                </a:extLst>
              </p:cNvPr>
              <p:cNvSpPr/>
              <p:nvPr/>
            </p:nvSpPr>
            <p:spPr>
              <a:xfrm>
                <a:off x="6192720" y="2475720"/>
                <a:ext cx="61200" cy="109080"/>
              </a:xfrm>
              <a:prstGeom prst="line">
                <a:avLst/>
              </a:prstGeom>
              <a:ln>
                <a:solidFill>
                  <a:srgbClr val="868686"/>
                </a:solidFill>
              </a:ln>
            </p:spPr>
            <p:style>
              <a:lnRef idx="0">
                <a:scrgbClr r="0" g="0" b="0"/>
              </a:lnRef>
              <a:fillRef idx="0">
                <a:scrgbClr r="0" g="0" b="0"/>
              </a:fillRef>
              <a:effectRef idx="0">
                <a:scrgbClr r="0" g="0" b="0"/>
              </a:effectRef>
              <a:fontRef idx="minor"/>
            </p:style>
          </p:sp>
          <p:sp>
            <p:nvSpPr>
              <p:cNvPr id="1241" name="Line 1829">
                <a:extLst>
                  <a:ext uri="{FF2B5EF4-FFF2-40B4-BE49-F238E27FC236}">
                    <a16:creationId xmlns:a16="http://schemas.microsoft.com/office/drawing/2014/main" id="{C7A7853A-7E61-4622-A9F6-E75620140DF8}"/>
                  </a:ext>
                </a:extLst>
              </p:cNvPr>
              <p:cNvSpPr/>
              <p:nvPr/>
            </p:nvSpPr>
            <p:spPr>
              <a:xfrm flipV="1">
                <a:off x="6071760" y="2355480"/>
                <a:ext cx="60120" cy="83160"/>
              </a:xfrm>
              <a:prstGeom prst="line">
                <a:avLst/>
              </a:prstGeom>
              <a:ln>
                <a:solidFill>
                  <a:srgbClr val="919191"/>
                </a:solidFill>
              </a:ln>
            </p:spPr>
            <p:style>
              <a:lnRef idx="0">
                <a:scrgbClr r="0" g="0" b="0"/>
              </a:lnRef>
              <a:fillRef idx="0">
                <a:scrgbClr r="0" g="0" b="0"/>
              </a:fillRef>
              <a:effectRef idx="0">
                <a:scrgbClr r="0" g="0" b="0"/>
              </a:effectRef>
              <a:fontRef idx="minor"/>
            </p:style>
          </p:sp>
          <p:sp>
            <p:nvSpPr>
              <p:cNvPr id="1242" name="Line 1830">
                <a:extLst>
                  <a:ext uri="{FF2B5EF4-FFF2-40B4-BE49-F238E27FC236}">
                    <a16:creationId xmlns:a16="http://schemas.microsoft.com/office/drawing/2014/main" id="{958238FA-32FC-470B-83C8-1E8A5954F0A5}"/>
                  </a:ext>
                </a:extLst>
              </p:cNvPr>
              <p:cNvSpPr/>
              <p:nvPr/>
            </p:nvSpPr>
            <p:spPr>
              <a:xfrm>
                <a:off x="6131880" y="2355480"/>
                <a:ext cx="60840" cy="120240"/>
              </a:xfrm>
              <a:prstGeom prst="line">
                <a:avLst/>
              </a:prstGeom>
              <a:ln>
                <a:solidFill>
                  <a:srgbClr val="8F8F8F"/>
                </a:solidFill>
              </a:ln>
            </p:spPr>
            <p:style>
              <a:lnRef idx="0">
                <a:scrgbClr r="0" g="0" b="0"/>
              </a:lnRef>
              <a:fillRef idx="0">
                <a:scrgbClr r="0" g="0" b="0"/>
              </a:fillRef>
              <a:effectRef idx="0">
                <a:scrgbClr r="0" g="0" b="0"/>
              </a:effectRef>
              <a:fontRef idx="minor"/>
            </p:style>
          </p:sp>
          <p:sp>
            <p:nvSpPr>
              <p:cNvPr id="1243" name="Line 1831">
                <a:extLst>
                  <a:ext uri="{FF2B5EF4-FFF2-40B4-BE49-F238E27FC236}">
                    <a16:creationId xmlns:a16="http://schemas.microsoft.com/office/drawing/2014/main" id="{5565193C-D268-4753-A0F2-A00BC6EA42E5}"/>
                  </a:ext>
                </a:extLst>
              </p:cNvPr>
              <p:cNvSpPr/>
              <p:nvPr/>
            </p:nvSpPr>
            <p:spPr>
              <a:xfrm flipV="1">
                <a:off x="6010560" y="2221560"/>
                <a:ext cx="61200" cy="83160"/>
              </a:xfrm>
              <a:prstGeom prst="line">
                <a:avLst/>
              </a:prstGeom>
              <a:ln>
                <a:solidFill>
                  <a:srgbClr val="9C9C9C"/>
                </a:solidFill>
              </a:ln>
            </p:spPr>
            <p:style>
              <a:lnRef idx="0">
                <a:scrgbClr r="0" g="0" b="0"/>
              </a:lnRef>
              <a:fillRef idx="0">
                <a:scrgbClr r="0" g="0" b="0"/>
              </a:fillRef>
              <a:effectRef idx="0">
                <a:scrgbClr r="0" g="0" b="0"/>
              </a:effectRef>
              <a:fontRef idx="minor"/>
            </p:style>
          </p:sp>
          <p:sp>
            <p:nvSpPr>
              <p:cNvPr id="1244" name="Line 1832">
                <a:extLst>
                  <a:ext uri="{FF2B5EF4-FFF2-40B4-BE49-F238E27FC236}">
                    <a16:creationId xmlns:a16="http://schemas.microsoft.com/office/drawing/2014/main" id="{7750C743-F244-4871-AAB8-3BB3C87B7A71}"/>
                  </a:ext>
                </a:extLst>
              </p:cNvPr>
              <p:cNvSpPr/>
              <p:nvPr/>
            </p:nvSpPr>
            <p:spPr>
              <a:xfrm>
                <a:off x="6071760" y="2221560"/>
                <a:ext cx="60120" cy="133920"/>
              </a:xfrm>
              <a:prstGeom prst="line">
                <a:avLst/>
              </a:prstGeom>
              <a:ln>
                <a:solidFill>
                  <a:srgbClr val="9A9A9A"/>
                </a:solidFill>
              </a:ln>
            </p:spPr>
            <p:style>
              <a:lnRef idx="0">
                <a:scrgbClr r="0" g="0" b="0"/>
              </a:lnRef>
              <a:fillRef idx="0">
                <a:scrgbClr r="0" g="0" b="0"/>
              </a:fillRef>
              <a:effectRef idx="0">
                <a:scrgbClr r="0" g="0" b="0"/>
              </a:effectRef>
              <a:fontRef idx="minor"/>
            </p:style>
          </p:sp>
          <p:sp>
            <p:nvSpPr>
              <p:cNvPr id="1245" name="Line 1833">
                <a:extLst>
                  <a:ext uri="{FF2B5EF4-FFF2-40B4-BE49-F238E27FC236}">
                    <a16:creationId xmlns:a16="http://schemas.microsoft.com/office/drawing/2014/main" id="{A8E3258C-AAAD-4B04-A9E8-10D4EF59DA0A}"/>
                  </a:ext>
                </a:extLst>
              </p:cNvPr>
              <p:cNvSpPr/>
              <p:nvPr/>
            </p:nvSpPr>
            <p:spPr>
              <a:xfrm flipV="1">
                <a:off x="5951520" y="2076480"/>
                <a:ext cx="59040" cy="82800"/>
              </a:xfrm>
              <a:prstGeom prst="line">
                <a:avLst/>
              </a:prstGeom>
              <a:ln>
                <a:solidFill>
                  <a:srgbClr val="A9A9A9"/>
                </a:solidFill>
              </a:ln>
            </p:spPr>
            <p:style>
              <a:lnRef idx="0">
                <a:scrgbClr r="0" g="0" b="0"/>
              </a:lnRef>
              <a:fillRef idx="0">
                <a:scrgbClr r="0" g="0" b="0"/>
              </a:fillRef>
              <a:effectRef idx="0">
                <a:scrgbClr r="0" g="0" b="0"/>
              </a:effectRef>
              <a:fontRef idx="minor"/>
            </p:style>
          </p:sp>
          <p:sp>
            <p:nvSpPr>
              <p:cNvPr id="1246" name="Line 1834">
                <a:extLst>
                  <a:ext uri="{FF2B5EF4-FFF2-40B4-BE49-F238E27FC236}">
                    <a16:creationId xmlns:a16="http://schemas.microsoft.com/office/drawing/2014/main" id="{A11DF0DB-CDA9-4E4A-8943-E716E4711D77}"/>
                  </a:ext>
                </a:extLst>
              </p:cNvPr>
              <p:cNvSpPr/>
              <p:nvPr/>
            </p:nvSpPr>
            <p:spPr>
              <a:xfrm>
                <a:off x="6010560" y="2076480"/>
                <a:ext cx="61200" cy="145080"/>
              </a:xfrm>
              <a:prstGeom prst="line">
                <a:avLst/>
              </a:prstGeom>
              <a:ln>
                <a:solidFill>
                  <a:srgbClr val="A6A6A6"/>
                </a:solidFill>
              </a:ln>
            </p:spPr>
            <p:style>
              <a:lnRef idx="0">
                <a:scrgbClr r="0" g="0" b="0"/>
              </a:lnRef>
              <a:fillRef idx="0">
                <a:scrgbClr r="0" g="0" b="0"/>
              </a:fillRef>
              <a:effectRef idx="0">
                <a:scrgbClr r="0" g="0" b="0"/>
              </a:effectRef>
              <a:fontRef idx="minor"/>
            </p:style>
          </p:sp>
          <p:sp>
            <p:nvSpPr>
              <p:cNvPr id="1247" name="Line 1835">
                <a:extLst>
                  <a:ext uri="{FF2B5EF4-FFF2-40B4-BE49-F238E27FC236}">
                    <a16:creationId xmlns:a16="http://schemas.microsoft.com/office/drawing/2014/main" id="{44F7DA97-5E37-4B51-8674-DA26AE623E1A}"/>
                  </a:ext>
                </a:extLst>
              </p:cNvPr>
              <p:cNvSpPr/>
              <p:nvPr/>
            </p:nvSpPr>
            <p:spPr>
              <a:xfrm flipV="1">
                <a:off x="5891760" y="1918080"/>
                <a:ext cx="59760" cy="83160"/>
              </a:xfrm>
              <a:prstGeom prst="line">
                <a:avLst/>
              </a:prstGeom>
              <a:ln>
                <a:solidFill>
                  <a:srgbClr val="B7B7B7"/>
                </a:solidFill>
              </a:ln>
            </p:spPr>
            <p:style>
              <a:lnRef idx="0">
                <a:scrgbClr r="0" g="0" b="0"/>
              </a:lnRef>
              <a:fillRef idx="0">
                <a:scrgbClr r="0" g="0" b="0"/>
              </a:fillRef>
              <a:effectRef idx="0">
                <a:scrgbClr r="0" g="0" b="0"/>
              </a:effectRef>
              <a:fontRef idx="minor"/>
            </p:style>
          </p:sp>
          <p:sp>
            <p:nvSpPr>
              <p:cNvPr id="1248" name="Line 1836">
                <a:extLst>
                  <a:ext uri="{FF2B5EF4-FFF2-40B4-BE49-F238E27FC236}">
                    <a16:creationId xmlns:a16="http://schemas.microsoft.com/office/drawing/2014/main" id="{EC6252B5-CA72-41E9-8A01-0A29F49FFFE7}"/>
                  </a:ext>
                </a:extLst>
              </p:cNvPr>
              <p:cNvSpPr/>
              <p:nvPr/>
            </p:nvSpPr>
            <p:spPr>
              <a:xfrm>
                <a:off x="5951520" y="1918080"/>
                <a:ext cx="59040" cy="158400"/>
              </a:xfrm>
              <a:prstGeom prst="line">
                <a:avLst/>
              </a:prstGeom>
              <a:ln>
                <a:solidFill>
                  <a:srgbClr val="B3B3B3"/>
                </a:solidFill>
              </a:ln>
            </p:spPr>
            <p:style>
              <a:lnRef idx="0">
                <a:scrgbClr r="0" g="0" b="0"/>
              </a:lnRef>
              <a:fillRef idx="0">
                <a:scrgbClr r="0" g="0" b="0"/>
              </a:fillRef>
              <a:effectRef idx="0">
                <a:scrgbClr r="0" g="0" b="0"/>
              </a:effectRef>
              <a:fontRef idx="minor"/>
            </p:style>
          </p:sp>
          <p:sp>
            <p:nvSpPr>
              <p:cNvPr id="1249" name="Line 1837">
                <a:extLst>
                  <a:ext uri="{FF2B5EF4-FFF2-40B4-BE49-F238E27FC236}">
                    <a16:creationId xmlns:a16="http://schemas.microsoft.com/office/drawing/2014/main" id="{A310E1B3-24A0-46A2-9EAA-A93134DAB8E8}"/>
                  </a:ext>
                </a:extLst>
              </p:cNvPr>
              <p:cNvSpPr/>
              <p:nvPr/>
            </p:nvSpPr>
            <p:spPr>
              <a:xfrm flipV="1">
                <a:off x="7341480" y="2294640"/>
                <a:ext cx="60120" cy="96120"/>
              </a:xfrm>
              <a:prstGeom prst="line">
                <a:avLst/>
              </a:prstGeom>
              <a:ln>
                <a:solidFill>
                  <a:srgbClr val="B0B0B0"/>
                </a:solidFill>
              </a:ln>
            </p:spPr>
            <p:style>
              <a:lnRef idx="0">
                <a:scrgbClr r="0" g="0" b="0"/>
              </a:lnRef>
              <a:fillRef idx="0">
                <a:scrgbClr r="0" g="0" b="0"/>
              </a:fillRef>
              <a:effectRef idx="0">
                <a:scrgbClr r="0" g="0" b="0"/>
              </a:effectRef>
              <a:fontRef idx="minor"/>
            </p:style>
          </p:sp>
          <p:sp>
            <p:nvSpPr>
              <p:cNvPr id="1250" name="Line 1838">
                <a:extLst>
                  <a:ext uri="{FF2B5EF4-FFF2-40B4-BE49-F238E27FC236}">
                    <a16:creationId xmlns:a16="http://schemas.microsoft.com/office/drawing/2014/main" id="{6F0F00F3-0988-46C0-B2EF-1401F8EE71DC}"/>
                  </a:ext>
                </a:extLst>
              </p:cNvPr>
              <p:cNvSpPr/>
              <p:nvPr/>
            </p:nvSpPr>
            <p:spPr>
              <a:xfrm flipH="1">
                <a:off x="7401600" y="2164320"/>
                <a:ext cx="59040" cy="96120"/>
              </a:xfrm>
              <a:prstGeom prst="line">
                <a:avLst/>
              </a:prstGeom>
              <a:ln>
                <a:solidFill>
                  <a:srgbClr val="BEBEBE"/>
                </a:solidFill>
              </a:ln>
            </p:spPr>
            <p:style>
              <a:lnRef idx="0">
                <a:scrgbClr r="0" g="0" b="0"/>
              </a:lnRef>
              <a:fillRef idx="0">
                <a:scrgbClr r="0" g="0" b="0"/>
              </a:fillRef>
              <a:effectRef idx="0">
                <a:scrgbClr r="0" g="0" b="0"/>
              </a:effectRef>
              <a:fontRef idx="minor"/>
            </p:style>
          </p:sp>
          <p:sp>
            <p:nvSpPr>
              <p:cNvPr id="1251" name="Line 1839">
                <a:extLst>
                  <a:ext uri="{FF2B5EF4-FFF2-40B4-BE49-F238E27FC236}">
                    <a16:creationId xmlns:a16="http://schemas.microsoft.com/office/drawing/2014/main" id="{7B52C546-1A22-44DC-9C2D-B72365006342}"/>
                  </a:ext>
                </a:extLst>
              </p:cNvPr>
              <p:cNvSpPr/>
              <p:nvPr/>
            </p:nvSpPr>
            <p:spPr>
              <a:xfrm flipV="1">
                <a:off x="7401600" y="2164320"/>
                <a:ext cx="59040" cy="130320"/>
              </a:xfrm>
              <a:prstGeom prst="line">
                <a:avLst/>
              </a:prstGeom>
              <a:ln>
                <a:solidFill>
                  <a:srgbClr val="BBBBBB"/>
                </a:solidFill>
              </a:ln>
            </p:spPr>
            <p:style>
              <a:lnRef idx="0">
                <a:scrgbClr r="0" g="0" b="0"/>
              </a:lnRef>
              <a:fillRef idx="0">
                <a:scrgbClr r="0" g="0" b="0"/>
              </a:fillRef>
              <a:effectRef idx="0">
                <a:scrgbClr r="0" g="0" b="0"/>
              </a:effectRef>
              <a:fontRef idx="minor"/>
            </p:style>
          </p:sp>
          <p:sp>
            <p:nvSpPr>
              <p:cNvPr id="1252" name="Line 1840">
                <a:extLst>
                  <a:ext uri="{FF2B5EF4-FFF2-40B4-BE49-F238E27FC236}">
                    <a16:creationId xmlns:a16="http://schemas.microsoft.com/office/drawing/2014/main" id="{7DB19DC7-8028-42EF-87F5-1C395ED6F477}"/>
                  </a:ext>
                </a:extLst>
              </p:cNvPr>
              <p:cNvSpPr/>
              <p:nvPr/>
            </p:nvSpPr>
            <p:spPr>
              <a:xfrm flipV="1">
                <a:off x="7280640" y="2411640"/>
                <a:ext cx="60840" cy="96120"/>
              </a:xfrm>
              <a:prstGeom prst="line">
                <a:avLst/>
              </a:prstGeom>
              <a:ln>
                <a:solidFill>
                  <a:srgbClr val="A4A4A4"/>
                </a:solidFill>
              </a:ln>
            </p:spPr>
            <p:style>
              <a:lnRef idx="0">
                <a:scrgbClr r="0" g="0" b="0"/>
              </a:lnRef>
              <a:fillRef idx="0">
                <a:scrgbClr r="0" g="0" b="0"/>
              </a:fillRef>
              <a:effectRef idx="0">
                <a:scrgbClr r="0" g="0" b="0"/>
              </a:effectRef>
              <a:fontRef idx="minor"/>
            </p:style>
          </p:sp>
          <p:sp>
            <p:nvSpPr>
              <p:cNvPr id="1253" name="Line 1841">
                <a:extLst>
                  <a:ext uri="{FF2B5EF4-FFF2-40B4-BE49-F238E27FC236}">
                    <a16:creationId xmlns:a16="http://schemas.microsoft.com/office/drawing/2014/main" id="{D5EB256D-7E41-4DF0-AB04-4F5D4C90FDEB}"/>
                  </a:ext>
                </a:extLst>
              </p:cNvPr>
              <p:cNvSpPr/>
              <p:nvPr/>
            </p:nvSpPr>
            <p:spPr>
              <a:xfrm flipV="1">
                <a:off x="7341480" y="2294640"/>
                <a:ext cx="60120" cy="117000"/>
              </a:xfrm>
              <a:prstGeom prst="line">
                <a:avLst/>
              </a:prstGeom>
              <a:ln>
                <a:solidFill>
                  <a:srgbClr val="AEAEAE"/>
                </a:solidFill>
              </a:ln>
            </p:spPr>
            <p:style>
              <a:lnRef idx="0">
                <a:scrgbClr r="0" g="0" b="0"/>
              </a:lnRef>
              <a:fillRef idx="0">
                <a:scrgbClr r="0" g="0" b="0"/>
              </a:fillRef>
              <a:effectRef idx="0">
                <a:scrgbClr r="0" g="0" b="0"/>
              </a:effectRef>
              <a:fontRef idx="minor"/>
            </p:style>
          </p:sp>
          <p:sp>
            <p:nvSpPr>
              <p:cNvPr id="1254" name="Line 1842">
                <a:extLst>
                  <a:ext uri="{FF2B5EF4-FFF2-40B4-BE49-F238E27FC236}">
                    <a16:creationId xmlns:a16="http://schemas.microsoft.com/office/drawing/2014/main" id="{E0004011-307D-4D7A-83EA-6BC1038388BD}"/>
                  </a:ext>
                </a:extLst>
              </p:cNvPr>
              <p:cNvSpPr/>
              <p:nvPr/>
            </p:nvSpPr>
            <p:spPr>
              <a:xfrm flipV="1">
                <a:off x="7219440" y="2516760"/>
                <a:ext cx="61200" cy="96120"/>
              </a:xfrm>
              <a:prstGeom prst="line">
                <a:avLst/>
              </a:prstGeom>
              <a:ln>
                <a:solidFill>
                  <a:srgbClr val="989898"/>
                </a:solidFill>
              </a:ln>
            </p:spPr>
            <p:style>
              <a:lnRef idx="0">
                <a:scrgbClr r="0" g="0" b="0"/>
              </a:lnRef>
              <a:fillRef idx="0">
                <a:scrgbClr r="0" g="0" b="0"/>
              </a:fillRef>
              <a:effectRef idx="0">
                <a:scrgbClr r="0" g="0" b="0"/>
              </a:effectRef>
              <a:fontRef idx="minor"/>
            </p:style>
          </p:sp>
          <p:sp>
            <p:nvSpPr>
              <p:cNvPr id="1255" name="Line 1843">
                <a:extLst>
                  <a:ext uri="{FF2B5EF4-FFF2-40B4-BE49-F238E27FC236}">
                    <a16:creationId xmlns:a16="http://schemas.microsoft.com/office/drawing/2014/main" id="{3FC4E5B3-52DC-40F1-AAC8-33E067CBB472}"/>
                  </a:ext>
                </a:extLst>
              </p:cNvPr>
              <p:cNvSpPr/>
              <p:nvPr/>
            </p:nvSpPr>
            <p:spPr>
              <a:xfrm flipV="1">
                <a:off x="7280640" y="2411640"/>
                <a:ext cx="60840" cy="105120"/>
              </a:xfrm>
              <a:prstGeom prst="line">
                <a:avLst/>
              </a:prstGeom>
              <a:ln>
                <a:solidFill>
                  <a:srgbClr val="A2A2A2"/>
                </a:solidFill>
              </a:ln>
            </p:spPr>
            <p:style>
              <a:lnRef idx="0">
                <a:scrgbClr r="0" g="0" b="0"/>
              </a:lnRef>
              <a:fillRef idx="0">
                <a:scrgbClr r="0" g="0" b="0"/>
              </a:fillRef>
              <a:effectRef idx="0">
                <a:scrgbClr r="0" g="0" b="0"/>
              </a:effectRef>
              <a:fontRef idx="minor"/>
            </p:style>
          </p:sp>
          <p:sp>
            <p:nvSpPr>
              <p:cNvPr id="1256" name="Line 1844">
                <a:extLst>
                  <a:ext uri="{FF2B5EF4-FFF2-40B4-BE49-F238E27FC236}">
                    <a16:creationId xmlns:a16="http://schemas.microsoft.com/office/drawing/2014/main" id="{FCB1475E-30A0-4185-9A97-F463547B7784}"/>
                  </a:ext>
                </a:extLst>
              </p:cNvPr>
              <p:cNvSpPr/>
              <p:nvPr/>
            </p:nvSpPr>
            <p:spPr>
              <a:xfrm flipV="1">
                <a:off x="7159320" y="2610000"/>
                <a:ext cx="60120" cy="95760"/>
              </a:xfrm>
              <a:prstGeom prst="line">
                <a:avLst/>
              </a:prstGeom>
              <a:ln>
                <a:solidFill>
                  <a:srgbClr val="8E8E8E"/>
                </a:solidFill>
              </a:ln>
            </p:spPr>
            <p:style>
              <a:lnRef idx="0">
                <a:scrgbClr r="0" g="0" b="0"/>
              </a:lnRef>
              <a:fillRef idx="0">
                <a:scrgbClr r="0" g="0" b="0"/>
              </a:fillRef>
              <a:effectRef idx="0">
                <a:scrgbClr r="0" g="0" b="0"/>
              </a:effectRef>
              <a:fontRef idx="minor"/>
            </p:style>
          </p:sp>
          <p:sp>
            <p:nvSpPr>
              <p:cNvPr id="1257" name="Line 1845">
                <a:extLst>
                  <a:ext uri="{FF2B5EF4-FFF2-40B4-BE49-F238E27FC236}">
                    <a16:creationId xmlns:a16="http://schemas.microsoft.com/office/drawing/2014/main" id="{0114680C-33AD-4834-8208-B453D69F6EB9}"/>
                  </a:ext>
                </a:extLst>
              </p:cNvPr>
              <p:cNvSpPr/>
              <p:nvPr/>
            </p:nvSpPr>
            <p:spPr>
              <a:xfrm flipV="1">
                <a:off x="7219440" y="2516760"/>
                <a:ext cx="61200" cy="93240"/>
              </a:xfrm>
              <a:prstGeom prst="line">
                <a:avLst/>
              </a:prstGeom>
              <a:ln>
                <a:solidFill>
                  <a:srgbClr val="979797"/>
                </a:solidFill>
              </a:ln>
            </p:spPr>
            <p:style>
              <a:lnRef idx="0">
                <a:scrgbClr r="0" g="0" b="0"/>
              </a:lnRef>
              <a:fillRef idx="0">
                <a:scrgbClr r="0" g="0" b="0"/>
              </a:fillRef>
              <a:effectRef idx="0">
                <a:scrgbClr r="0" g="0" b="0"/>
              </a:effectRef>
              <a:fontRef idx="minor"/>
            </p:style>
          </p:sp>
          <p:sp>
            <p:nvSpPr>
              <p:cNvPr id="1258" name="Line 1846">
                <a:extLst>
                  <a:ext uri="{FF2B5EF4-FFF2-40B4-BE49-F238E27FC236}">
                    <a16:creationId xmlns:a16="http://schemas.microsoft.com/office/drawing/2014/main" id="{0EE83469-4590-4A4D-AD49-FC34F53E96A9}"/>
                  </a:ext>
                </a:extLst>
              </p:cNvPr>
              <p:cNvSpPr/>
              <p:nvPr/>
            </p:nvSpPr>
            <p:spPr>
              <a:xfrm flipV="1">
                <a:off x="7098480" y="2688840"/>
                <a:ext cx="60840" cy="96120"/>
              </a:xfrm>
              <a:prstGeom prst="line">
                <a:avLst/>
              </a:prstGeom>
              <a:ln>
                <a:solidFill>
                  <a:srgbClr val="858585"/>
                </a:solidFill>
              </a:ln>
            </p:spPr>
            <p:style>
              <a:lnRef idx="0">
                <a:scrgbClr r="0" g="0" b="0"/>
              </a:lnRef>
              <a:fillRef idx="0">
                <a:scrgbClr r="0" g="0" b="0"/>
              </a:fillRef>
              <a:effectRef idx="0">
                <a:scrgbClr r="0" g="0" b="0"/>
              </a:effectRef>
              <a:fontRef idx="minor"/>
            </p:style>
          </p:sp>
          <p:sp>
            <p:nvSpPr>
              <p:cNvPr id="1259" name="Line 1847">
                <a:extLst>
                  <a:ext uri="{FF2B5EF4-FFF2-40B4-BE49-F238E27FC236}">
                    <a16:creationId xmlns:a16="http://schemas.microsoft.com/office/drawing/2014/main" id="{567F3409-5E23-440E-BC2D-04028DE522C2}"/>
                  </a:ext>
                </a:extLst>
              </p:cNvPr>
              <p:cNvSpPr/>
              <p:nvPr/>
            </p:nvSpPr>
            <p:spPr>
              <a:xfrm flipV="1">
                <a:off x="7159320" y="2610000"/>
                <a:ext cx="60120" cy="78840"/>
              </a:xfrm>
              <a:prstGeom prst="line">
                <a:avLst/>
              </a:prstGeom>
              <a:ln>
                <a:solidFill>
                  <a:srgbClr val="8D8D8D"/>
                </a:solidFill>
              </a:ln>
            </p:spPr>
            <p:style>
              <a:lnRef idx="0">
                <a:scrgbClr r="0" g="0" b="0"/>
              </a:lnRef>
              <a:fillRef idx="0">
                <a:scrgbClr r="0" g="0" b="0"/>
              </a:fillRef>
              <a:effectRef idx="0">
                <a:scrgbClr r="0" g="0" b="0"/>
              </a:effectRef>
              <a:fontRef idx="minor"/>
            </p:style>
          </p:sp>
          <p:sp>
            <p:nvSpPr>
              <p:cNvPr id="1260" name="Line 1848">
                <a:extLst>
                  <a:ext uri="{FF2B5EF4-FFF2-40B4-BE49-F238E27FC236}">
                    <a16:creationId xmlns:a16="http://schemas.microsoft.com/office/drawing/2014/main" id="{6B0B0D1F-0282-49FB-BA06-1A612C52654C}"/>
                  </a:ext>
                </a:extLst>
              </p:cNvPr>
              <p:cNvSpPr/>
              <p:nvPr/>
            </p:nvSpPr>
            <p:spPr>
              <a:xfrm flipV="1">
                <a:off x="7039440" y="2756880"/>
                <a:ext cx="59040" cy="96120"/>
              </a:xfrm>
              <a:prstGeom prst="line">
                <a:avLst/>
              </a:prstGeom>
              <a:ln>
                <a:solidFill>
                  <a:srgbClr val="7D7D7D"/>
                </a:solidFill>
              </a:ln>
            </p:spPr>
            <p:style>
              <a:lnRef idx="0">
                <a:scrgbClr r="0" g="0" b="0"/>
              </a:lnRef>
              <a:fillRef idx="0">
                <a:scrgbClr r="0" g="0" b="0"/>
              </a:fillRef>
              <a:effectRef idx="0">
                <a:scrgbClr r="0" g="0" b="0"/>
              </a:effectRef>
              <a:fontRef idx="minor"/>
            </p:style>
          </p:sp>
          <p:sp>
            <p:nvSpPr>
              <p:cNvPr id="1261" name="Line 1849">
                <a:extLst>
                  <a:ext uri="{FF2B5EF4-FFF2-40B4-BE49-F238E27FC236}">
                    <a16:creationId xmlns:a16="http://schemas.microsoft.com/office/drawing/2014/main" id="{1CD84F85-2D2C-4A8C-AC47-B83B83D4D70A}"/>
                  </a:ext>
                </a:extLst>
              </p:cNvPr>
              <p:cNvSpPr/>
              <p:nvPr/>
            </p:nvSpPr>
            <p:spPr>
              <a:xfrm flipV="1">
                <a:off x="7098480" y="2688840"/>
                <a:ext cx="60840" cy="68040"/>
              </a:xfrm>
              <a:prstGeom prst="line">
                <a:avLst/>
              </a:prstGeom>
              <a:ln>
                <a:solidFill>
                  <a:srgbClr val="858585"/>
                </a:solidFill>
              </a:ln>
            </p:spPr>
            <p:style>
              <a:lnRef idx="0">
                <a:scrgbClr r="0" g="0" b="0"/>
              </a:lnRef>
              <a:fillRef idx="0">
                <a:scrgbClr r="0" g="0" b="0"/>
              </a:fillRef>
              <a:effectRef idx="0">
                <a:scrgbClr r="0" g="0" b="0"/>
              </a:effectRef>
              <a:fontRef idx="minor"/>
            </p:style>
          </p:sp>
          <p:sp>
            <p:nvSpPr>
              <p:cNvPr id="1262" name="Line 1850">
                <a:extLst>
                  <a:ext uri="{FF2B5EF4-FFF2-40B4-BE49-F238E27FC236}">
                    <a16:creationId xmlns:a16="http://schemas.microsoft.com/office/drawing/2014/main" id="{1C2202DD-C7C0-4654-B3D0-5A78B8EDEAF3}"/>
                  </a:ext>
                </a:extLst>
              </p:cNvPr>
              <p:cNvSpPr/>
              <p:nvPr/>
            </p:nvSpPr>
            <p:spPr>
              <a:xfrm flipV="1">
                <a:off x="6978240" y="2810160"/>
                <a:ext cx="61200" cy="96840"/>
              </a:xfrm>
              <a:prstGeom prst="line">
                <a:avLst/>
              </a:prstGeom>
              <a:ln>
                <a:solidFill>
                  <a:srgbClr val="777777"/>
                </a:solidFill>
              </a:ln>
            </p:spPr>
            <p:style>
              <a:lnRef idx="0">
                <a:scrgbClr r="0" g="0" b="0"/>
              </a:lnRef>
              <a:fillRef idx="0">
                <a:scrgbClr r="0" g="0" b="0"/>
              </a:fillRef>
              <a:effectRef idx="0">
                <a:scrgbClr r="0" g="0" b="0"/>
              </a:effectRef>
              <a:fontRef idx="minor"/>
            </p:style>
          </p:sp>
          <p:sp>
            <p:nvSpPr>
              <p:cNvPr id="1263" name="Line 1851">
                <a:extLst>
                  <a:ext uri="{FF2B5EF4-FFF2-40B4-BE49-F238E27FC236}">
                    <a16:creationId xmlns:a16="http://schemas.microsoft.com/office/drawing/2014/main" id="{4FA8DB3E-AB3C-4719-9EF5-D48A89589CAA}"/>
                  </a:ext>
                </a:extLst>
              </p:cNvPr>
              <p:cNvSpPr/>
              <p:nvPr/>
            </p:nvSpPr>
            <p:spPr>
              <a:xfrm flipV="1">
                <a:off x="7039440" y="2756880"/>
                <a:ext cx="59040" cy="53280"/>
              </a:xfrm>
              <a:prstGeom prst="line">
                <a:avLst/>
              </a:prstGeom>
              <a:ln>
                <a:solidFill>
                  <a:srgbClr val="7E7E7E"/>
                </a:solidFill>
              </a:ln>
            </p:spPr>
            <p:style>
              <a:lnRef idx="0">
                <a:scrgbClr r="0" g="0" b="0"/>
              </a:lnRef>
              <a:fillRef idx="0">
                <a:scrgbClr r="0" g="0" b="0"/>
              </a:fillRef>
              <a:effectRef idx="0">
                <a:scrgbClr r="0" g="0" b="0"/>
              </a:effectRef>
              <a:fontRef idx="minor"/>
            </p:style>
          </p:sp>
          <p:sp>
            <p:nvSpPr>
              <p:cNvPr id="1264" name="Line 1852">
                <a:extLst>
                  <a:ext uri="{FF2B5EF4-FFF2-40B4-BE49-F238E27FC236}">
                    <a16:creationId xmlns:a16="http://schemas.microsoft.com/office/drawing/2014/main" id="{D940944B-4546-43BF-994A-FD8DB6AF6368}"/>
                  </a:ext>
                </a:extLst>
              </p:cNvPr>
              <p:cNvSpPr/>
              <p:nvPr/>
            </p:nvSpPr>
            <p:spPr>
              <a:xfrm flipV="1">
                <a:off x="6918480" y="2854080"/>
                <a:ext cx="59760" cy="96120"/>
              </a:xfrm>
              <a:prstGeom prst="line">
                <a:avLst/>
              </a:prstGeom>
              <a:ln>
                <a:solidFill>
                  <a:srgbClr val="717171"/>
                </a:solidFill>
              </a:ln>
            </p:spPr>
            <p:style>
              <a:lnRef idx="0">
                <a:scrgbClr r="0" g="0" b="0"/>
              </a:lnRef>
              <a:fillRef idx="0">
                <a:scrgbClr r="0" g="0" b="0"/>
              </a:fillRef>
              <a:effectRef idx="0">
                <a:scrgbClr r="0" g="0" b="0"/>
              </a:effectRef>
              <a:fontRef idx="minor"/>
            </p:style>
          </p:sp>
          <p:sp>
            <p:nvSpPr>
              <p:cNvPr id="1265" name="Line 1853">
                <a:extLst>
                  <a:ext uri="{FF2B5EF4-FFF2-40B4-BE49-F238E27FC236}">
                    <a16:creationId xmlns:a16="http://schemas.microsoft.com/office/drawing/2014/main" id="{5D1D3C33-F2A6-4E77-BC42-474DC2BDB7A5}"/>
                  </a:ext>
                </a:extLst>
              </p:cNvPr>
              <p:cNvSpPr/>
              <p:nvPr/>
            </p:nvSpPr>
            <p:spPr>
              <a:xfrm flipV="1">
                <a:off x="6978240" y="2810160"/>
                <a:ext cx="61200" cy="43920"/>
              </a:xfrm>
              <a:prstGeom prst="line">
                <a:avLst/>
              </a:prstGeom>
              <a:ln>
                <a:solidFill>
                  <a:srgbClr val="787878"/>
                </a:solidFill>
              </a:ln>
            </p:spPr>
            <p:style>
              <a:lnRef idx="0">
                <a:scrgbClr r="0" g="0" b="0"/>
              </a:lnRef>
              <a:fillRef idx="0">
                <a:scrgbClr r="0" g="0" b="0"/>
              </a:fillRef>
              <a:effectRef idx="0">
                <a:scrgbClr r="0" g="0" b="0"/>
              </a:effectRef>
              <a:fontRef idx="minor"/>
            </p:style>
          </p:sp>
          <p:sp>
            <p:nvSpPr>
              <p:cNvPr id="1266" name="Line 1854">
                <a:extLst>
                  <a:ext uri="{FF2B5EF4-FFF2-40B4-BE49-F238E27FC236}">
                    <a16:creationId xmlns:a16="http://schemas.microsoft.com/office/drawing/2014/main" id="{1B2EE55F-8F7D-4FA1-934F-80AC3E0A0DC1}"/>
                  </a:ext>
                </a:extLst>
              </p:cNvPr>
              <p:cNvSpPr/>
              <p:nvPr/>
            </p:nvSpPr>
            <p:spPr>
              <a:xfrm flipV="1">
                <a:off x="6857280" y="2883240"/>
                <a:ext cx="61200" cy="96120"/>
              </a:xfrm>
              <a:prstGeom prst="line">
                <a:avLst/>
              </a:prstGeom>
              <a:ln>
                <a:solidFill>
                  <a:srgbClr val="6D6D6D"/>
                </a:solidFill>
              </a:ln>
            </p:spPr>
            <p:style>
              <a:lnRef idx="0">
                <a:scrgbClr r="0" g="0" b="0"/>
              </a:lnRef>
              <a:fillRef idx="0">
                <a:scrgbClr r="0" g="0" b="0"/>
              </a:fillRef>
              <a:effectRef idx="0">
                <a:scrgbClr r="0" g="0" b="0"/>
              </a:effectRef>
              <a:fontRef idx="minor"/>
            </p:style>
          </p:sp>
          <p:sp>
            <p:nvSpPr>
              <p:cNvPr id="1267" name="Line 1855">
                <a:extLst>
                  <a:ext uri="{FF2B5EF4-FFF2-40B4-BE49-F238E27FC236}">
                    <a16:creationId xmlns:a16="http://schemas.microsoft.com/office/drawing/2014/main" id="{9D05A19F-7A4E-4E57-9099-DDEFED78E0E9}"/>
                  </a:ext>
                </a:extLst>
              </p:cNvPr>
              <p:cNvSpPr/>
              <p:nvPr/>
            </p:nvSpPr>
            <p:spPr>
              <a:xfrm flipV="1">
                <a:off x="6918480" y="2854080"/>
                <a:ext cx="59760" cy="29160"/>
              </a:xfrm>
              <a:prstGeom prst="line">
                <a:avLst/>
              </a:prstGeom>
              <a:ln>
                <a:solidFill>
                  <a:srgbClr val="737373"/>
                </a:solidFill>
              </a:ln>
            </p:spPr>
            <p:style>
              <a:lnRef idx="0">
                <a:scrgbClr r="0" g="0" b="0"/>
              </a:lnRef>
              <a:fillRef idx="0">
                <a:scrgbClr r="0" g="0" b="0"/>
              </a:fillRef>
              <a:effectRef idx="0">
                <a:scrgbClr r="0" g="0" b="0"/>
              </a:effectRef>
              <a:fontRef idx="minor"/>
            </p:style>
          </p:sp>
          <p:sp>
            <p:nvSpPr>
              <p:cNvPr id="1268" name="Line 1856">
                <a:extLst>
                  <a:ext uri="{FF2B5EF4-FFF2-40B4-BE49-F238E27FC236}">
                    <a16:creationId xmlns:a16="http://schemas.microsoft.com/office/drawing/2014/main" id="{15AB533F-C318-4921-9D9B-441294FB192E}"/>
                  </a:ext>
                </a:extLst>
              </p:cNvPr>
              <p:cNvSpPr/>
              <p:nvPr/>
            </p:nvSpPr>
            <p:spPr>
              <a:xfrm flipV="1">
                <a:off x="6796080" y="2900160"/>
                <a:ext cx="61200" cy="95040"/>
              </a:xfrm>
              <a:prstGeom prst="line">
                <a:avLst/>
              </a:prstGeom>
              <a:ln>
                <a:solidFill>
                  <a:srgbClr val="6A6A6A"/>
                </a:solidFill>
              </a:ln>
            </p:spPr>
            <p:style>
              <a:lnRef idx="0">
                <a:scrgbClr r="0" g="0" b="0"/>
              </a:lnRef>
              <a:fillRef idx="0">
                <a:scrgbClr r="0" g="0" b="0"/>
              </a:fillRef>
              <a:effectRef idx="0">
                <a:scrgbClr r="0" g="0" b="0"/>
              </a:effectRef>
              <a:fontRef idx="minor"/>
            </p:style>
          </p:sp>
          <p:sp>
            <p:nvSpPr>
              <p:cNvPr id="1269" name="Line 1857">
                <a:extLst>
                  <a:ext uri="{FF2B5EF4-FFF2-40B4-BE49-F238E27FC236}">
                    <a16:creationId xmlns:a16="http://schemas.microsoft.com/office/drawing/2014/main" id="{DD91E237-04E2-4B04-BA9C-9DA63F96E35A}"/>
                  </a:ext>
                </a:extLst>
              </p:cNvPr>
              <p:cNvSpPr/>
              <p:nvPr/>
            </p:nvSpPr>
            <p:spPr>
              <a:xfrm flipV="1">
                <a:off x="6857280" y="2883240"/>
                <a:ext cx="61200" cy="16920"/>
              </a:xfrm>
              <a:prstGeom prst="line">
                <a:avLst/>
              </a:prstGeom>
              <a:ln>
                <a:solidFill>
                  <a:srgbClr val="6F6F6F"/>
                </a:solidFill>
              </a:ln>
            </p:spPr>
            <p:style>
              <a:lnRef idx="0">
                <a:scrgbClr r="0" g="0" b="0"/>
              </a:lnRef>
              <a:fillRef idx="0">
                <a:scrgbClr r="0" g="0" b="0"/>
              </a:fillRef>
              <a:effectRef idx="0">
                <a:scrgbClr r="0" g="0" b="0"/>
              </a:effectRef>
              <a:fontRef idx="minor"/>
            </p:style>
          </p:sp>
          <p:sp>
            <p:nvSpPr>
              <p:cNvPr id="1270" name="Line 1858">
                <a:extLst>
                  <a:ext uri="{FF2B5EF4-FFF2-40B4-BE49-F238E27FC236}">
                    <a16:creationId xmlns:a16="http://schemas.microsoft.com/office/drawing/2014/main" id="{B0061634-3E94-4958-B9DA-B5CF86B3C6E8}"/>
                  </a:ext>
                </a:extLst>
              </p:cNvPr>
              <p:cNvSpPr/>
              <p:nvPr/>
            </p:nvSpPr>
            <p:spPr>
              <a:xfrm flipV="1">
                <a:off x="6736320" y="2905200"/>
                <a:ext cx="59760" cy="96120"/>
              </a:xfrm>
              <a:prstGeom prst="line">
                <a:avLst/>
              </a:prstGeom>
              <a:ln>
                <a:solidFill>
                  <a:srgbClr val="686868"/>
                </a:solidFill>
              </a:ln>
            </p:spPr>
            <p:style>
              <a:lnRef idx="0">
                <a:scrgbClr r="0" g="0" b="0"/>
              </a:lnRef>
              <a:fillRef idx="0">
                <a:scrgbClr r="0" g="0" b="0"/>
              </a:fillRef>
              <a:effectRef idx="0">
                <a:scrgbClr r="0" g="0" b="0"/>
              </a:effectRef>
              <a:fontRef idx="minor"/>
            </p:style>
          </p:sp>
          <p:sp>
            <p:nvSpPr>
              <p:cNvPr id="1271" name="Line 1859">
                <a:extLst>
                  <a:ext uri="{FF2B5EF4-FFF2-40B4-BE49-F238E27FC236}">
                    <a16:creationId xmlns:a16="http://schemas.microsoft.com/office/drawing/2014/main" id="{33BF01F9-B22B-40BC-A9C5-7082D86F9764}"/>
                  </a:ext>
                </a:extLst>
              </p:cNvPr>
              <p:cNvSpPr/>
              <p:nvPr/>
            </p:nvSpPr>
            <p:spPr>
              <a:xfrm flipV="1">
                <a:off x="6796080" y="2900160"/>
                <a:ext cx="61200" cy="5040"/>
              </a:xfrm>
              <a:prstGeom prst="line">
                <a:avLst/>
              </a:prstGeom>
              <a:ln>
                <a:solidFill>
                  <a:srgbClr val="6D6D6D"/>
                </a:solidFill>
              </a:ln>
            </p:spPr>
            <p:style>
              <a:lnRef idx="0">
                <a:scrgbClr r="0" g="0" b="0"/>
              </a:lnRef>
              <a:fillRef idx="0">
                <a:scrgbClr r="0" g="0" b="0"/>
              </a:fillRef>
              <a:effectRef idx="0">
                <a:scrgbClr r="0" g="0" b="0"/>
              </a:effectRef>
              <a:fontRef idx="minor"/>
            </p:style>
          </p:sp>
          <p:sp>
            <p:nvSpPr>
              <p:cNvPr id="1272" name="Line 1860">
                <a:extLst>
                  <a:ext uri="{FF2B5EF4-FFF2-40B4-BE49-F238E27FC236}">
                    <a16:creationId xmlns:a16="http://schemas.microsoft.com/office/drawing/2014/main" id="{E1C3EA2E-6C89-4682-8489-E95242403419}"/>
                  </a:ext>
                </a:extLst>
              </p:cNvPr>
              <p:cNvSpPr/>
              <p:nvPr/>
            </p:nvSpPr>
            <p:spPr>
              <a:xfrm flipV="1">
                <a:off x="6677280" y="2896200"/>
                <a:ext cx="59040" cy="96120"/>
              </a:xfrm>
              <a:prstGeom prst="line">
                <a:avLst/>
              </a:prstGeom>
              <a:ln>
                <a:solidFill>
                  <a:srgbClr val="676767"/>
                </a:solidFill>
              </a:ln>
            </p:spPr>
            <p:style>
              <a:lnRef idx="0">
                <a:scrgbClr r="0" g="0" b="0"/>
              </a:lnRef>
              <a:fillRef idx="0">
                <a:scrgbClr r="0" g="0" b="0"/>
              </a:fillRef>
              <a:effectRef idx="0">
                <a:scrgbClr r="0" g="0" b="0"/>
              </a:effectRef>
              <a:fontRef idx="minor"/>
            </p:style>
          </p:sp>
          <p:sp>
            <p:nvSpPr>
              <p:cNvPr id="1273" name="Line 1861">
                <a:extLst>
                  <a:ext uri="{FF2B5EF4-FFF2-40B4-BE49-F238E27FC236}">
                    <a16:creationId xmlns:a16="http://schemas.microsoft.com/office/drawing/2014/main" id="{B6720D93-D299-4B21-B30C-B9A096D42F8A}"/>
                  </a:ext>
                </a:extLst>
              </p:cNvPr>
              <p:cNvSpPr/>
              <p:nvPr/>
            </p:nvSpPr>
            <p:spPr>
              <a:xfrm>
                <a:off x="6736320" y="2896200"/>
                <a:ext cx="59760" cy="9000"/>
              </a:xfrm>
              <a:prstGeom prst="line">
                <a:avLst/>
              </a:prstGeom>
              <a:ln>
                <a:solidFill>
                  <a:srgbClr val="6C6C6C"/>
                </a:solidFill>
              </a:ln>
            </p:spPr>
            <p:style>
              <a:lnRef idx="0">
                <a:scrgbClr r="0" g="0" b="0"/>
              </a:lnRef>
              <a:fillRef idx="0">
                <a:scrgbClr r="0" g="0" b="0"/>
              </a:fillRef>
              <a:effectRef idx="0">
                <a:scrgbClr r="0" g="0" b="0"/>
              </a:effectRef>
              <a:fontRef idx="minor"/>
            </p:style>
          </p:sp>
          <p:sp>
            <p:nvSpPr>
              <p:cNvPr id="1274" name="Line 1862">
                <a:extLst>
                  <a:ext uri="{FF2B5EF4-FFF2-40B4-BE49-F238E27FC236}">
                    <a16:creationId xmlns:a16="http://schemas.microsoft.com/office/drawing/2014/main" id="{2B7B120B-0984-495B-874B-3BC413520F82}"/>
                  </a:ext>
                </a:extLst>
              </p:cNvPr>
              <p:cNvSpPr/>
              <p:nvPr/>
            </p:nvSpPr>
            <p:spPr>
              <a:xfrm flipV="1">
                <a:off x="6616080" y="2876040"/>
                <a:ext cx="61200" cy="95040"/>
              </a:xfrm>
              <a:prstGeom prst="line">
                <a:avLst/>
              </a:prstGeom>
              <a:ln>
                <a:solidFill>
                  <a:srgbClr val="686868"/>
                </a:solidFill>
              </a:ln>
            </p:spPr>
            <p:style>
              <a:lnRef idx="0">
                <a:scrgbClr r="0" g="0" b="0"/>
              </a:lnRef>
              <a:fillRef idx="0">
                <a:scrgbClr r="0" g="0" b="0"/>
              </a:fillRef>
              <a:effectRef idx="0">
                <a:scrgbClr r="0" g="0" b="0"/>
              </a:effectRef>
              <a:fontRef idx="minor"/>
            </p:style>
          </p:sp>
          <p:sp>
            <p:nvSpPr>
              <p:cNvPr id="1275" name="Line 1863">
                <a:extLst>
                  <a:ext uri="{FF2B5EF4-FFF2-40B4-BE49-F238E27FC236}">
                    <a16:creationId xmlns:a16="http://schemas.microsoft.com/office/drawing/2014/main" id="{AB1DDB6A-1504-4BD1-9A26-FF4861C6E110}"/>
                  </a:ext>
                </a:extLst>
              </p:cNvPr>
              <p:cNvSpPr/>
              <p:nvPr/>
            </p:nvSpPr>
            <p:spPr>
              <a:xfrm>
                <a:off x="6677280" y="2876040"/>
                <a:ext cx="59040" cy="20160"/>
              </a:xfrm>
              <a:prstGeom prst="line">
                <a:avLst/>
              </a:prstGeom>
              <a:ln>
                <a:solidFill>
                  <a:srgbClr val="6C6C6C"/>
                </a:solidFill>
              </a:ln>
            </p:spPr>
            <p:style>
              <a:lnRef idx="0">
                <a:scrgbClr r="0" g="0" b="0"/>
              </a:lnRef>
              <a:fillRef idx="0">
                <a:scrgbClr r="0" g="0" b="0"/>
              </a:fillRef>
              <a:effectRef idx="0">
                <a:scrgbClr r="0" g="0" b="0"/>
              </a:effectRef>
              <a:fontRef idx="minor"/>
            </p:style>
          </p:sp>
          <p:sp>
            <p:nvSpPr>
              <p:cNvPr id="1276" name="Line 1864">
                <a:extLst>
                  <a:ext uri="{FF2B5EF4-FFF2-40B4-BE49-F238E27FC236}">
                    <a16:creationId xmlns:a16="http://schemas.microsoft.com/office/drawing/2014/main" id="{E2352A81-AC44-4DE3-A927-7D369A51B8B6}"/>
                  </a:ext>
                </a:extLst>
              </p:cNvPr>
              <p:cNvSpPr/>
              <p:nvPr/>
            </p:nvSpPr>
            <p:spPr>
              <a:xfrm flipV="1">
                <a:off x="6555240" y="2842200"/>
                <a:ext cx="60840" cy="96120"/>
              </a:xfrm>
              <a:prstGeom prst="line">
                <a:avLst/>
              </a:prstGeom>
              <a:ln>
                <a:solidFill>
                  <a:srgbClr val="6A6A6A"/>
                </a:solidFill>
              </a:ln>
            </p:spPr>
            <p:style>
              <a:lnRef idx="0">
                <a:scrgbClr r="0" g="0" b="0"/>
              </a:lnRef>
              <a:fillRef idx="0">
                <a:scrgbClr r="0" g="0" b="0"/>
              </a:fillRef>
              <a:effectRef idx="0">
                <a:scrgbClr r="0" g="0" b="0"/>
              </a:effectRef>
              <a:fontRef idx="minor"/>
            </p:style>
          </p:sp>
          <p:sp>
            <p:nvSpPr>
              <p:cNvPr id="1277" name="Line 1865">
                <a:extLst>
                  <a:ext uri="{FF2B5EF4-FFF2-40B4-BE49-F238E27FC236}">
                    <a16:creationId xmlns:a16="http://schemas.microsoft.com/office/drawing/2014/main" id="{39A6F526-408E-42A8-965A-857527B36034}"/>
                  </a:ext>
                </a:extLst>
              </p:cNvPr>
              <p:cNvSpPr/>
              <p:nvPr/>
            </p:nvSpPr>
            <p:spPr>
              <a:xfrm>
                <a:off x="6616080" y="2842200"/>
                <a:ext cx="61200" cy="33840"/>
              </a:xfrm>
              <a:prstGeom prst="line">
                <a:avLst/>
              </a:prstGeom>
              <a:ln>
                <a:solidFill>
                  <a:srgbClr val="6D6D6D"/>
                </a:solidFill>
              </a:ln>
            </p:spPr>
            <p:style>
              <a:lnRef idx="0">
                <a:scrgbClr r="0" g="0" b="0"/>
              </a:lnRef>
              <a:fillRef idx="0">
                <a:scrgbClr r="0" g="0" b="0"/>
              </a:fillRef>
              <a:effectRef idx="0">
                <a:scrgbClr r="0" g="0" b="0"/>
              </a:effectRef>
              <a:fontRef idx="minor"/>
            </p:style>
          </p:sp>
          <p:sp>
            <p:nvSpPr>
              <p:cNvPr id="1278" name="Line 1866">
                <a:extLst>
                  <a:ext uri="{FF2B5EF4-FFF2-40B4-BE49-F238E27FC236}">
                    <a16:creationId xmlns:a16="http://schemas.microsoft.com/office/drawing/2014/main" id="{E13F856F-24B3-4E40-8246-CC1D98C3874D}"/>
                  </a:ext>
                </a:extLst>
              </p:cNvPr>
              <p:cNvSpPr/>
              <p:nvPr/>
            </p:nvSpPr>
            <p:spPr>
              <a:xfrm flipV="1">
                <a:off x="6495120" y="2796120"/>
                <a:ext cx="60120" cy="96840"/>
              </a:xfrm>
              <a:prstGeom prst="line">
                <a:avLst/>
              </a:prstGeom>
              <a:ln>
                <a:solidFill>
                  <a:srgbClr val="6D6D6D"/>
                </a:solidFill>
              </a:ln>
            </p:spPr>
            <p:style>
              <a:lnRef idx="0">
                <a:scrgbClr r="0" g="0" b="0"/>
              </a:lnRef>
              <a:fillRef idx="0">
                <a:scrgbClr r="0" g="0" b="0"/>
              </a:fillRef>
              <a:effectRef idx="0">
                <a:scrgbClr r="0" g="0" b="0"/>
              </a:effectRef>
              <a:fontRef idx="minor"/>
            </p:style>
          </p:sp>
          <p:sp>
            <p:nvSpPr>
              <p:cNvPr id="1279" name="Line 1867">
                <a:extLst>
                  <a:ext uri="{FF2B5EF4-FFF2-40B4-BE49-F238E27FC236}">
                    <a16:creationId xmlns:a16="http://schemas.microsoft.com/office/drawing/2014/main" id="{0BFEAE98-712C-4235-BF2C-81AB25FD09EF}"/>
                  </a:ext>
                </a:extLst>
              </p:cNvPr>
              <p:cNvSpPr/>
              <p:nvPr/>
            </p:nvSpPr>
            <p:spPr>
              <a:xfrm>
                <a:off x="6555240" y="2796120"/>
                <a:ext cx="60840" cy="46080"/>
              </a:xfrm>
              <a:prstGeom prst="line">
                <a:avLst/>
              </a:prstGeom>
              <a:ln>
                <a:solidFill>
                  <a:srgbClr val="6F6F6F"/>
                </a:solidFill>
              </a:ln>
            </p:spPr>
            <p:style>
              <a:lnRef idx="0">
                <a:scrgbClr r="0" g="0" b="0"/>
              </a:lnRef>
              <a:fillRef idx="0">
                <a:scrgbClr r="0" g="0" b="0"/>
              </a:fillRef>
              <a:effectRef idx="0">
                <a:scrgbClr r="0" g="0" b="0"/>
              </a:effectRef>
              <a:fontRef idx="minor"/>
            </p:style>
          </p:sp>
          <p:sp>
            <p:nvSpPr>
              <p:cNvPr id="1280" name="Line 1868">
                <a:extLst>
                  <a:ext uri="{FF2B5EF4-FFF2-40B4-BE49-F238E27FC236}">
                    <a16:creationId xmlns:a16="http://schemas.microsoft.com/office/drawing/2014/main" id="{FDFA3CA8-0DC2-4FBA-838B-F5FE0AF6B509}"/>
                  </a:ext>
                </a:extLst>
              </p:cNvPr>
              <p:cNvSpPr/>
              <p:nvPr/>
            </p:nvSpPr>
            <p:spPr>
              <a:xfrm flipV="1">
                <a:off x="6433920" y="2738880"/>
                <a:ext cx="61200" cy="96120"/>
              </a:xfrm>
              <a:prstGeom prst="line">
                <a:avLst/>
              </a:prstGeom>
              <a:ln>
                <a:solidFill>
                  <a:srgbClr val="717171"/>
                </a:solidFill>
              </a:ln>
            </p:spPr>
            <p:style>
              <a:lnRef idx="0">
                <a:scrgbClr r="0" g="0" b="0"/>
              </a:lnRef>
              <a:fillRef idx="0">
                <a:scrgbClr r="0" g="0" b="0"/>
              </a:fillRef>
              <a:effectRef idx="0">
                <a:scrgbClr r="0" g="0" b="0"/>
              </a:effectRef>
              <a:fontRef idx="minor"/>
            </p:style>
          </p:sp>
          <p:sp>
            <p:nvSpPr>
              <p:cNvPr id="1281" name="Line 1869">
                <a:extLst>
                  <a:ext uri="{FF2B5EF4-FFF2-40B4-BE49-F238E27FC236}">
                    <a16:creationId xmlns:a16="http://schemas.microsoft.com/office/drawing/2014/main" id="{263DECBF-C56A-4A1F-B305-67C181D8D1E5}"/>
                  </a:ext>
                </a:extLst>
              </p:cNvPr>
              <p:cNvSpPr/>
              <p:nvPr/>
            </p:nvSpPr>
            <p:spPr>
              <a:xfrm>
                <a:off x="6495120" y="2738880"/>
                <a:ext cx="60120" cy="57240"/>
              </a:xfrm>
              <a:prstGeom prst="line">
                <a:avLst/>
              </a:prstGeom>
              <a:ln>
                <a:solidFill>
                  <a:srgbClr val="737373"/>
                </a:solidFill>
              </a:ln>
            </p:spPr>
            <p:style>
              <a:lnRef idx="0">
                <a:scrgbClr r="0" g="0" b="0"/>
              </a:lnRef>
              <a:fillRef idx="0">
                <a:scrgbClr r="0" g="0" b="0"/>
              </a:fillRef>
              <a:effectRef idx="0">
                <a:scrgbClr r="0" g="0" b="0"/>
              </a:effectRef>
              <a:fontRef idx="minor"/>
            </p:style>
          </p:sp>
          <p:sp>
            <p:nvSpPr>
              <p:cNvPr id="1282" name="Line 1870">
                <a:extLst>
                  <a:ext uri="{FF2B5EF4-FFF2-40B4-BE49-F238E27FC236}">
                    <a16:creationId xmlns:a16="http://schemas.microsoft.com/office/drawing/2014/main" id="{DACEAC4B-4E8C-4EBB-A511-905A8C3C0A59}"/>
                  </a:ext>
                </a:extLst>
              </p:cNvPr>
              <p:cNvSpPr/>
              <p:nvPr/>
            </p:nvSpPr>
            <p:spPr>
              <a:xfrm flipV="1">
                <a:off x="6373080" y="2667960"/>
                <a:ext cx="60840" cy="97200"/>
              </a:xfrm>
              <a:prstGeom prst="line">
                <a:avLst/>
              </a:prstGeom>
              <a:ln>
                <a:solidFill>
                  <a:srgbClr val="777777"/>
                </a:solidFill>
              </a:ln>
            </p:spPr>
            <p:style>
              <a:lnRef idx="0">
                <a:scrgbClr r="0" g="0" b="0"/>
              </a:lnRef>
              <a:fillRef idx="0">
                <a:scrgbClr r="0" g="0" b="0"/>
              </a:fillRef>
              <a:effectRef idx="0">
                <a:scrgbClr r="0" g="0" b="0"/>
              </a:effectRef>
              <a:fontRef idx="minor"/>
            </p:style>
          </p:sp>
          <p:sp>
            <p:nvSpPr>
              <p:cNvPr id="1283" name="Line 1871">
                <a:extLst>
                  <a:ext uri="{FF2B5EF4-FFF2-40B4-BE49-F238E27FC236}">
                    <a16:creationId xmlns:a16="http://schemas.microsoft.com/office/drawing/2014/main" id="{E240F0A7-3709-4EB6-BDB7-1318F37D46FE}"/>
                  </a:ext>
                </a:extLst>
              </p:cNvPr>
              <p:cNvSpPr/>
              <p:nvPr/>
            </p:nvSpPr>
            <p:spPr>
              <a:xfrm>
                <a:off x="6433920" y="2667960"/>
                <a:ext cx="61200" cy="70920"/>
              </a:xfrm>
              <a:prstGeom prst="line">
                <a:avLst/>
              </a:prstGeom>
              <a:ln>
                <a:solidFill>
                  <a:srgbClr val="787878"/>
                </a:solidFill>
              </a:ln>
            </p:spPr>
            <p:style>
              <a:lnRef idx="0">
                <a:scrgbClr r="0" g="0" b="0"/>
              </a:lnRef>
              <a:fillRef idx="0">
                <a:scrgbClr r="0" g="0" b="0"/>
              </a:fillRef>
              <a:effectRef idx="0">
                <a:scrgbClr r="0" g="0" b="0"/>
              </a:effectRef>
              <a:fontRef idx="minor"/>
            </p:style>
          </p:sp>
          <p:sp>
            <p:nvSpPr>
              <p:cNvPr id="1284" name="Line 1872">
                <a:extLst>
                  <a:ext uri="{FF2B5EF4-FFF2-40B4-BE49-F238E27FC236}">
                    <a16:creationId xmlns:a16="http://schemas.microsoft.com/office/drawing/2014/main" id="{56335A1C-2EF7-4A86-BEE4-B6F16452B598}"/>
                  </a:ext>
                </a:extLst>
              </p:cNvPr>
              <p:cNvSpPr/>
              <p:nvPr/>
            </p:nvSpPr>
            <p:spPr>
              <a:xfrm flipV="1">
                <a:off x="6314760" y="2584800"/>
                <a:ext cx="58320" cy="95040"/>
              </a:xfrm>
              <a:prstGeom prst="line">
                <a:avLst/>
              </a:prstGeom>
              <a:ln>
                <a:solidFill>
                  <a:srgbClr val="7D7D7D"/>
                </a:solidFill>
              </a:ln>
            </p:spPr>
            <p:style>
              <a:lnRef idx="0">
                <a:scrgbClr r="0" g="0" b="0"/>
              </a:lnRef>
              <a:fillRef idx="0">
                <a:scrgbClr r="0" g="0" b="0"/>
              </a:fillRef>
              <a:effectRef idx="0">
                <a:scrgbClr r="0" g="0" b="0"/>
              </a:effectRef>
              <a:fontRef idx="minor"/>
            </p:style>
          </p:sp>
          <p:sp>
            <p:nvSpPr>
              <p:cNvPr id="1285" name="Line 1873">
                <a:extLst>
                  <a:ext uri="{FF2B5EF4-FFF2-40B4-BE49-F238E27FC236}">
                    <a16:creationId xmlns:a16="http://schemas.microsoft.com/office/drawing/2014/main" id="{20E343E5-FD56-4A4F-9F77-5C29D6C2F915}"/>
                  </a:ext>
                </a:extLst>
              </p:cNvPr>
              <p:cNvSpPr/>
              <p:nvPr/>
            </p:nvSpPr>
            <p:spPr>
              <a:xfrm>
                <a:off x="6373080" y="2584800"/>
                <a:ext cx="60840" cy="83160"/>
              </a:xfrm>
              <a:prstGeom prst="line">
                <a:avLst/>
              </a:prstGeom>
              <a:ln>
                <a:solidFill>
                  <a:srgbClr val="7E7E7E"/>
                </a:solidFill>
              </a:ln>
            </p:spPr>
            <p:style>
              <a:lnRef idx="0">
                <a:scrgbClr r="0" g="0" b="0"/>
              </a:lnRef>
              <a:fillRef idx="0">
                <a:scrgbClr r="0" g="0" b="0"/>
              </a:fillRef>
              <a:effectRef idx="0">
                <a:scrgbClr r="0" g="0" b="0"/>
              </a:effectRef>
              <a:fontRef idx="minor"/>
            </p:style>
          </p:sp>
          <p:sp>
            <p:nvSpPr>
              <p:cNvPr id="1286" name="Line 1874">
                <a:extLst>
                  <a:ext uri="{FF2B5EF4-FFF2-40B4-BE49-F238E27FC236}">
                    <a16:creationId xmlns:a16="http://schemas.microsoft.com/office/drawing/2014/main" id="{3E8106FF-5356-4D97-B1DB-5197EE2044A2}"/>
                  </a:ext>
                </a:extLst>
              </p:cNvPr>
              <p:cNvSpPr/>
              <p:nvPr/>
            </p:nvSpPr>
            <p:spPr>
              <a:xfrm flipV="1">
                <a:off x="6253920" y="2488680"/>
                <a:ext cx="60840" cy="96120"/>
              </a:xfrm>
              <a:prstGeom prst="line">
                <a:avLst/>
              </a:prstGeom>
              <a:ln>
                <a:solidFill>
                  <a:srgbClr val="858585"/>
                </a:solidFill>
              </a:ln>
            </p:spPr>
            <p:style>
              <a:lnRef idx="0">
                <a:scrgbClr r="0" g="0" b="0"/>
              </a:lnRef>
              <a:fillRef idx="0">
                <a:scrgbClr r="0" g="0" b="0"/>
              </a:fillRef>
              <a:effectRef idx="0">
                <a:scrgbClr r="0" g="0" b="0"/>
              </a:effectRef>
              <a:fontRef idx="minor"/>
            </p:style>
          </p:sp>
          <p:sp>
            <p:nvSpPr>
              <p:cNvPr id="1287" name="Line 1875">
                <a:extLst>
                  <a:ext uri="{FF2B5EF4-FFF2-40B4-BE49-F238E27FC236}">
                    <a16:creationId xmlns:a16="http://schemas.microsoft.com/office/drawing/2014/main" id="{CF761724-3B60-4157-9D0B-41DD494013ED}"/>
                  </a:ext>
                </a:extLst>
              </p:cNvPr>
              <p:cNvSpPr/>
              <p:nvPr/>
            </p:nvSpPr>
            <p:spPr>
              <a:xfrm>
                <a:off x="6314760" y="2488680"/>
                <a:ext cx="58320" cy="96120"/>
              </a:xfrm>
              <a:prstGeom prst="line">
                <a:avLst/>
              </a:prstGeom>
              <a:ln>
                <a:solidFill>
                  <a:srgbClr val="858585"/>
                </a:solidFill>
              </a:ln>
            </p:spPr>
            <p:style>
              <a:lnRef idx="0">
                <a:scrgbClr r="0" g="0" b="0"/>
              </a:lnRef>
              <a:fillRef idx="0">
                <a:scrgbClr r="0" g="0" b="0"/>
              </a:fillRef>
              <a:effectRef idx="0">
                <a:scrgbClr r="0" g="0" b="0"/>
              </a:effectRef>
              <a:fontRef idx="minor"/>
            </p:style>
          </p:sp>
          <p:sp>
            <p:nvSpPr>
              <p:cNvPr id="1288" name="Line 1876">
                <a:extLst>
                  <a:ext uri="{FF2B5EF4-FFF2-40B4-BE49-F238E27FC236}">
                    <a16:creationId xmlns:a16="http://schemas.microsoft.com/office/drawing/2014/main" id="{C70C8C3B-AECB-40B3-9D46-AEA57A8F346B}"/>
                  </a:ext>
                </a:extLst>
              </p:cNvPr>
              <p:cNvSpPr/>
              <p:nvPr/>
            </p:nvSpPr>
            <p:spPr>
              <a:xfrm flipV="1">
                <a:off x="6192720" y="2380680"/>
                <a:ext cx="61200" cy="95040"/>
              </a:xfrm>
              <a:prstGeom prst="line">
                <a:avLst/>
              </a:prstGeom>
              <a:ln>
                <a:solidFill>
                  <a:srgbClr val="8E8E8E"/>
                </a:solidFill>
              </a:ln>
            </p:spPr>
            <p:style>
              <a:lnRef idx="0">
                <a:scrgbClr r="0" g="0" b="0"/>
              </a:lnRef>
              <a:fillRef idx="0">
                <a:scrgbClr r="0" g="0" b="0"/>
              </a:fillRef>
              <a:effectRef idx="0">
                <a:scrgbClr r="0" g="0" b="0"/>
              </a:effectRef>
              <a:fontRef idx="minor"/>
            </p:style>
          </p:sp>
          <p:sp>
            <p:nvSpPr>
              <p:cNvPr id="1289" name="Line 1877">
                <a:extLst>
                  <a:ext uri="{FF2B5EF4-FFF2-40B4-BE49-F238E27FC236}">
                    <a16:creationId xmlns:a16="http://schemas.microsoft.com/office/drawing/2014/main" id="{AD31D3AA-DE24-4A5C-97AC-591CA6B565E3}"/>
                  </a:ext>
                </a:extLst>
              </p:cNvPr>
              <p:cNvSpPr/>
              <p:nvPr/>
            </p:nvSpPr>
            <p:spPr>
              <a:xfrm>
                <a:off x="6253920" y="2380680"/>
                <a:ext cx="60840" cy="108000"/>
              </a:xfrm>
              <a:prstGeom prst="line">
                <a:avLst/>
              </a:prstGeom>
              <a:ln>
                <a:solidFill>
                  <a:srgbClr val="8D8D8D"/>
                </a:solidFill>
              </a:ln>
            </p:spPr>
            <p:style>
              <a:lnRef idx="0">
                <a:scrgbClr r="0" g="0" b="0"/>
              </a:lnRef>
              <a:fillRef idx="0">
                <a:scrgbClr r="0" g="0" b="0"/>
              </a:fillRef>
              <a:effectRef idx="0">
                <a:scrgbClr r="0" g="0" b="0"/>
              </a:effectRef>
              <a:fontRef idx="minor"/>
            </p:style>
          </p:sp>
          <p:sp>
            <p:nvSpPr>
              <p:cNvPr id="1290" name="Line 1878">
                <a:extLst>
                  <a:ext uri="{FF2B5EF4-FFF2-40B4-BE49-F238E27FC236}">
                    <a16:creationId xmlns:a16="http://schemas.microsoft.com/office/drawing/2014/main" id="{8AE73918-F5E0-4CCD-861A-820999441733}"/>
                  </a:ext>
                </a:extLst>
              </p:cNvPr>
              <p:cNvSpPr/>
              <p:nvPr/>
            </p:nvSpPr>
            <p:spPr>
              <a:xfrm flipV="1">
                <a:off x="6131880" y="2260440"/>
                <a:ext cx="60840" cy="95040"/>
              </a:xfrm>
              <a:prstGeom prst="line">
                <a:avLst/>
              </a:prstGeom>
              <a:ln>
                <a:solidFill>
                  <a:srgbClr val="989898"/>
                </a:solidFill>
              </a:ln>
            </p:spPr>
            <p:style>
              <a:lnRef idx="0">
                <a:scrgbClr r="0" g="0" b="0"/>
              </a:lnRef>
              <a:fillRef idx="0">
                <a:scrgbClr r="0" g="0" b="0"/>
              </a:fillRef>
              <a:effectRef idx="0">
                <a:scrgbClr r="0" g="0" b="0"/>
              </a:effectRef>
              <a:fontRef idx="minor"/>
            </p:style>
          </p:sp>
          <p:sp>
            <p:nvSpPr>
              <p:cNvPr id="1291" name="Line 1879">
                <a:extLst>
                  <a:ext uri="{FF2B5EF4-FFF2-40B4-BE49-F238E27FC236}">
                    <a16:creationId xmlns:a16="http://schemas.microsoft.com/office/drawing/2014/main" id="{5AC6D813-C554-4735-AD4E-45BBBE720353}"/>
                  </a:ext>
                </a:extLst>
              </p:cNvPr>
              <p:cNvSpPr/>
              <p:nvPr/>
            </p:nvSpPr>
            <p:spPr>
              <a:xfrm>
                <a:off x="6192720" y="2260440"/>
                <a:ext cx="61200" cy="120240"/>
              </a:xfrm>
              <a:prstGeom prst="line">
                <a:avLst/>
              </a:prstGeom>
              <a:ln>
                <a:solidFill>
                  <a:srgbClr val="979797"/>
                </a:solidFill>
              </a:ln>
            </p:spPr>
            <p:style>
              <a:lnRef idx="0">
                <a:scrgbClr r="0" g="0" b="0"/>
              </a:lnRef>
              <a:fillRef idx="0">
                <a:scrgbClr r="0" g="0" b="0"/>
              </a:fillRef>
              <a:effectRef idx="0">
                <a:scrgbClr r="0" g="0" b="0"/>
              </a:effectRef>
              <a:fontRef idx="minor"/>
            </p:style>
          </p:sp>
          <p:sp>
            <p:nvSpPr>
              <p:cNvPr id="1292" name="Line 1880">
                <a:extLst>
                  <a:ext uri="{FF2B5EF4-FFF2-40B4-BE49-F238E27FC236}">
                    <a16:creationId xmlns:a16="http://schemas.microsoft.com/office/drawing/2014/main" id="{5EC39B78-79CC-4C1C-B09E-2265381DB52E}"/>
                  </a:ext>
                </a:extLst>
              </p:cNvPr>
              <p:cNvSpPr/>
              <p:nvPr/>
            </p:nvSpPr>
            <p:spPr>
              <a:xfrm flipV="1">
                <a:off x="6071760" y="2126520"/>
                <a:ext cx="60120" cy="95040"/>
              </a:xfrm>
              <a:prstGeom prst="line">
                <a:avLst/>
              </a:prstGeom>
              <a:ln>
                <a:solidFill>
                  <a:srgbClr val="A4A4A4"/>
                </a:solidFill>
              </a:ln>
            </p:spPr>
            <p:style>
              <a:lnRef idx="0">
                <a:scrgbClr r="0" g="0" b="0"/>
              </a:lnRef>
              <a:fillRef idx="0">
                <a:scrgbClr r="0" g="0" b="0"/>
              </a:fillRef>
              <a:effectRef idx="0">
                <a:scrgbClr r="0" g="0" b="0"/>
              </a:effectRef>
              <a:fontRef idx="minor"/>
            </p:style>
          </p:sp>
          <p:sp>
            <p:nvSpPr>
              <p:cNvPr id="1293" name="Line 1881">
                <a:extLst>
                  <a:ext uri="{FF2B5EF4-FFF2-40B4-BE49-F238E27FC236}">
                    <a16:creationId xmlns:a16="http://schemas.microsoft.com/office/drawing/2014/main" id="{DA32EBD7-1B90-4DD1-A791-5344B0FA3D61}"/>
                  </a:ext>
                </a:extLst>
              </p:cNvPr>
              <p:cNvSpPr/>
              <p:nvPr/>
            </p:nvSpPr>
            <p:spPr>
              <a:xfrm>
                <a:off x="6131880" y="2126520"/>
                <a:ext cx="60840" cy="133920"/>
              </a:xfrm>
              <a:prstGeom prst="line">
                <a:avLst/>
              </a:prstGeom>
              <a:ln>
                <a:solidFill>
                  <a:srgbClr val="A2A2A2"/>
                </a:solidFill>
              </a:ln>
            </p:spPr>
            <p:style>
              <a:lnRef idx="0">
                <a:scrgbClr r="0" g="0" b="0"/>
              </a:lnRef>
              <a:fillRef idx="0">
                <a:scrgbClr r="0" g="0" b="0"/>
              </a:fillRef>
              <a:effectRef idx="0">
                <a:scrgbClr r="0" g="0" b="0"/>
              </a:effectRef>
              <a:fontRef idx="minor"/>
            </p:style>
          </p:sp>
          <p:sp>
            <p:nvSpPr>
              <p:cNvPr id="1294" name="Line 1882">
                <a:extLst>
                  <a:ext uri="{FF2B5EF4-FFF2-40B4-BE49-F238E27FC236}">
                    <a16:creationId xmlns:a16="http://schemas.microsoft.com/office/drawing/2014/main" id="{6F4D6FD4-00E6-4160-95CF-A217A43FBBD1}"/>
                  </a:ext>
                </a:extLst>
              </p:cNvPr>
              <p:cNvSpPr/>
              <p:nvPr/>
            </p:nvSpPr>
            <p:spPr>
              <a:xfrm flipV="1">
                <a:off x="6010560" y="1980360"/>
                <a:ext cx="61200" cy="96120"/>
              </a:xfrm>
              <a:prstGeom prst="line">
                <a:avLst/>
              </a:prstGeom>
              <a:ln>
                <a:solidFill>
                  <a:srgbClr val="B0B0B0"/>
                </a:solidFill>
              </a:ln>
            </p:spPr>
            <p:style>
              <a:lnRef idx="0">
                <a:scrgbClr r="0" g="0" b="0"/>
              </a:lnRef>
              <a:fillRef idx="0">
                <a:scrgbClr r="0" g="0" b="0"/>
              </a:fillRef>
              <a:effectRef idx="0">
                <a:scrgbClr r="0" g="0" b="0"/>
              </a:effectRef>
              <a:fontRef idx="minor"/>
            </p:style>
          </p:sp>
          <p:sp>
            <p:nvSpPr>
              <p:cNvPr id="1295" name="Line 1883">
                <a:extLst>
                  <a:ext uri="{FF2B5EF4-FFF2-40B4-BE49-F238E27FC236}">
                    <a16:creationId xmlns:a16="http://schemas.microsoft.com/office/drawing/2014/main" id="{A7105EB1-E2E9-4790-8363-9F6E45C2A51D}"/>
                  </a:ext>
                </a:extLst>
              </p:cNvPr>
              <p:cNvSpPr/>
              <p:nvPr/>
            </p:nvSpPr>
            <p:spPr>
              <a:xfrm>
                <a:off x="6071760" y="1980360"/>
                <a:ext cx="60120" cy="146160"/>
              </a:xfrm>
              <a:prstGeom prst="line">
                <a:avLst/>
              </a:prstGeom>
              <a:ln>
                <a:solidFill>
                  <a:srgbClr val="AEAEAE"/>
                </a:solidFill>
              </a:ln>
            </p:spPr>
            <p:style>
              <a:lnRef idx="0">
                <a:scrgbClr r="0" g="0" b="0"/>
              </a:lnRef>
              <a:fillRef idx="0">
                <a:scrgbClr r="0" g="0" b="0"/>
              </a:fillRef>
              <a:effectRef idx="0">
                <a:scrgbClr r="0" g="0" b="0"/>
              </a:effectRef>
              <a:fontRef idx="minor"/>
            </p:style>
          </p:sp>
          <p:sp>
            <p:nvSpPr>
              <p:cNvPr id="1296" name="Line 1884">
                <a:extLst>
                  <a:ext uri="{FF2B5EF4-FFF2-40B4-BE49-F238E27FC236}">
                    <a16:creationId xmlns:a16="http://schemas.microsoft.com/office/drawing/2014/main" id="{80B9E829-9C09-4D8F-ADB5-20B52CE4EE9D}"/>
                  </a:ext>
                </a:extLst>
              </p:cNvPr>
              <p:cNvSpPr/>
              <p:nvPr/>
            </p:nvSpPr>
            <p:spPr>
              <a:xfrm flipV="1">
                <a:off x="5951520" y="1821240"/>
                <a:ext cx="59040" cy="96840"/>
              </a:xfrm>
              <a:prstGeom prst="line">
                <a:avLst/>
              </a:prstGeom>
              <a:ln>
                <a:solidFill>
                  <a:srgbClr val="BEBEBE"/>
                </a:solidFill>
              </a:ln>
            </p:spPr>
            <p:style>
              <a:lnRef idx="0">
                <a:scrgbClr r="0" g="0" b="0"/>
              </a:lnRef>
              <a:fillRef idx="0">
                <a:scrgbClr r="0" g="0" b="0"/>
              </a:fillRef>
              <a:effectRef idx="0">
                <a:scrgbClr r="0" g="0" b="0"/>
              </a:effectRef>
              <a:fontRef idx="minor"/>
            </p:style>
          </p:sp>
          <p:sp>
            <p:nvSpPr>
              <p:cNvPr id="1297" name="Line 1885">
                <a:extLst>
                  <a:ext uri="{FF2B5EF4-FFF2-40B4-BE49-F238E27FC236}">
                    <a16:creationId xmlns:a16="http://schemas.microsoft.com/office/drawing/2014/main" id="{EA1C1CBB-0C80-4102-A359-76B8DBFA6DA2}"/>
                  </a:ext>
                </a:extLst>
              </p:cNvPr>
              <p:cNvSpPr/>
              <p:nvPr/>
            </p:nvSpPr>
            <p:spPr>
              <a:xfrm>
                <a:off x="6010560" y="1821240"/>
                <a:ext cx="61200" cy="159120"/>
              </a:xfrm>
              <a:prstGeom prst="line">
                <a:avLst/>
              </a:prstGeom>
              <a:ln>
                <a:solidFill>
                  <a:srgbClr val="BBBBBB"/>
                </a:solidFill>
              </a:ln>
            </p:spPr>
            <p:style>
              <a:lnRef idx="0">
                <a:scrgbClr r="0" g="0" b="0"/>
              </a:lnRef>
              <a:fillRef idx="0">
                <a:scrgbClr r="0" g="0" b="0"/>
              </a:fillRef>
              <a:effectRef idx="0">
                <a:scrgbClr r="0" g="0" b="0"/>
              </a:effectRef>
              <a:fontRef idx="minor"/>
            </p:style>
          </p:sp>
          <p:sp>
            <p:nvSpPr>
              <p:cNvPr id="1298" name="Line 1886">
                <a:extLst>
                  <a:ext uri="{FF2B5EF4-FFF2-40B4-BE49-F238E27FC236}">
                    <a16:creationId xmlns:a16="http://schemas.microsoft.com/office/drawing/2014/main" id="{968B207C-21B8-49F1-8060-8AC10CF1D88F}"/>
                  </a:ext>
                </a:extLst>
              </p:cNvPr>
              <p:cNvSpPr/>
              <p:nvPr/>
            </p:nvSpPr>
            <p:spPr>
              <a:xfrm flipV="1">
                <a:off x="7401600" y="2186280"/>
                <a:ext cx="59040" cy="108360"/>
              </a:xfrm>
              <a:prstGeom prst="line">
                <a:avLst/>
              </a:prstGeom>
              <a:ln>
                <a:solidFill>
                  <a:srgbClr val="B9B9B9"/>
                </a:solidFill>
              </a:ln>
            </p:spPr>
            <p:style>
              <a:lnRef idx="0">
                <a:scrgbClr r="0" g="0" b="0"/>
              </a:lnRef>
              <a:fillRef idx="0">
                <a:scrgbClr r="0" g="0" b="0"/>
              </a:fillRef>
              <a:effectRef idx="0">
                <a:scrgbClr r="0" g="0" b="0"/>
              </a:effectRef>
              <a:fontRef idx="minor"/>
            </p:style>
          </p:sp>
          <p:sp>
            <p:nvSpPr>
              <p:cNvPr id="1299" name="Line 1887">
                <a:extLst>
                  <a:ext uri="{FF2B5EF4-FFF2-40B4-BE49-F238E27FC236}">
                    <a16:creationId xmlns:a16="http://schemas.microsoft.com/office/drawing/2014/main" id="{ED4E3458-6BA1-4902-A8A4-2B7FE0DD8251}"/>
                  </a:ext>
                </a:extLst>
              </p:cNvPr>
              <p:cNvSpPr/>
              <p:nvPr/>
            </p:nvSpPr>
            <p:spPr>
              <a:xfrm flipH="1">
                <a:off x="7460640" y="2056320"/>
                <a:ext cx="61200" cy="108000"/>
              </a:xfrm>
              <a:prstGeom prst="line">
                <a:avLst/>
              </a:prstGeom>
              <a:ln>
                <a:solidFill>
                  <a:srgbClr val="C6C6C6"/>
                </a:solidFill>
              </a:ln>
            </p:spPr>
            <p:style>
              <a:lnRef idx="0">
                <a:scrgbClr r="0" g="0" b="0"/>
              </a:lnRef>
              <a:fillRef idx="0">
                <a:scrgbClr r="0" g="0" b="0"/>
              </a:fillRef>
              <a:effectRef idx="0">
                <a:scrgbClr r="0" g="0" b="0"/>
              </a:effectRef>
              <a:fontRef idx="minor"/>
            </p:style>
          </p:sp>
          <p:sp>
            <p:nvSpPr>
              <p:cNvPr id="1300" name="Line 1888">
                <a:extLst>
                  <a:ext uri="{FF2B5EF4-FFF2-40B4-BE49-F238E27FC236}">
                    <a16:creationId xmlns:a16="http://schemas.microsoft.com/office/drawing/2014/main" id="{7B163E07-2613-48BE-823A-016429F4AC3F}"/>
                  </a:ext>
                </a:extLst>
              </p:cNvPr>
              <p:cNvSpPr/>
              <p:nvPr/>
            </p:nvSpPr>
            <p:spPr>
              <a:xfrm flipV="1">
                <a:off x="7460640" y="2056320"/>
                <a:ext cx="61200" cy="129960"/>
              </a:xfrm>
              <a:prstGeom prst="line">
                <a:avLst/>
              </a:prstGeom>
              <a:ln>
                <a:solidFill>
                  <a:srgbClr val="C4C4C4"/>
                </a:solidFill>
              </a:ln>
            </p:spPr>
            <p:style>
              <a:lnRef idx="0">
                <a:scrgbClr r="0" g="0" b="0"/>
              </a:lnRef>
              <a:fillRef idx="0">
                <a:scrgbClr r="0" g="0" b="0"/>
              </a:fillRef>
              <a:effectRef idx="0">
                <a:scrgbClr r="0" g="0" b="0"/>
              </a:effectRef>
              <a:fontRef idx="minor"/>
            </p:style>
          </p:sp>
          <p:sp>
            <p:nvSpPr>
              <p:cNvPr id="1301" name="Line 1889">
                <a:extLst>
                  <a:ext uri="{FF2B5EF4-FFF2-40B4-BE49-F238E27FC236}">
                    <a16:creationId xmlns:a16="http://schemas.microsoft.com/office/drawing/2014/main" id="{2A803D55-0CD7-4074-9E2F-2DFB2CD79B04}"/>
                  </a:ext>
                </a:extLst>
              </p:cNvPr>
              <p:cNvSpPr/>
              <p:nvPr/>
            </p:nvSpPr>
            <p:spPr>
              <a:xfrm flipV="1">
                <a:off x="7341480" y="2303640"/>
                <a:ext cx="58320" cy="108000"/>
              </a:xfrm>
              <a:prstGeom prst="line">
                <a:avLst/>
              </a:prstGeom>
              <a:ln>
                <a:solidFill>
                  <a:srgbClr val="ACACAC"/>
                </a:solidFill>
              </a:ln>
            </p:spPr>
            <p:style>
              <a:lnRef idx="0">
                <a:scrgbClr r="0" g="0" b="0"/>
              </a:lnRef>
              <a:fillRef idx="0">
                <a:scrgbClr r="0" g="0" b="0"/>
              </a:fillRef>
              <a:effectRef idx="0">
                <a:scrgbClr r="0" g="0" b="0"/>
              </a:effectRef>
              <a:fontRef idx="minor"/>
            </p:style>
          </p:sp>
          <p:sp>
            <p:nvSpPr>
              <p:cNvPr id="1302" name="Line 1890">
                <a:extLst>
                  <a:ext uri="{FF2B5EF4-FFF2-40B4-BE49-F238E27FC236}">
                    <a16:creationId xmlns:a16="http://schemas.microsoft.com/office/drawing/2014/main" id="{D26FCD65-9F8A-4449-A17B-2DBA122E4348}"/>
                  </a:ext>
                </a:extLst>
              </p:cNvPr>
              <p:cNvSpPr/>
              <p:nvPr/>
            </p:nvSpPr>
            <p:spPr>
              <a:xfrm flipV="1">
                <a:off x="7399800" y="2186280"/>
                <a:ext cx="60840" cy="117360"/>
              </a:xfrm>
              <a:prstGeom prst="line">
                <a:avLst/>
              </a:prstGeom>
              <a:ln>
                <a:solidFill>
                  <a:srgbClr val="B7B7B7"/>
                </a:solidFill>
              </a:ln>
            </p:spPr>
            <p:style>
              <a:lnRef idx="0">
                <a:scrgbClr r="0" g="0" b="0"/>
              </a:lnRef>
              <a:fillRef idx="0">
                <a:scrgbClr r="0" g="0" b="0"/>
              </a:fillRef>
              <a:effectRef idx="0">
                <a:scrgbClr r="0" g="0" b="0"/>
              </a:effectRef>
              <a:fontRef idx="minor"/>
            </p:style>
          </p:sp>
          <p:sp>
            <p:nvSpPr>
              <p:cNvPr id="1303" name="Line 1891">
                <a:extLst>
                  <a:ext uri="{FF2B5EF4-FFF2-40B4-BE49-F238E27FC236}">
                    <a16:creationId xmlns:a16="http://schemas.microsoft.com/office/drawing/2014/main" id="{EFD0C6EA-BFF2-4E2F-B3C1-9BBAD2EBD8AB}"/>
                  </a:ext>
                </a:extLst>
              </p:cNvPr>
              <p:cNvSpPr/>
              <p:nvPr/>
            </p:nvSpPr>
            <p:spPr>
              <a:xfrm flipV="1">
                <a:off x="7280640" y="2408760"/>
                <a:ext cx="60840" cy="108000"/>
              </a:xfrm>
              <a:prstGeom prst="line">
                <a:avLst/>
              </a:prstGeom>
              <a:ln>
                <a:solidFill>
                  <a:srgbClr val="A1A1A1"/>
                </a:solidFill>
              </a:ln>
            </p:spPr>
            <p:style>
              <a:lnRef idx="0">
                <a:scrgbClr r="0" g="0" b="0"/>
              </a:lnRef>
              <a:fillRef idx="0">
                <a:scrgbClr r="0" g="0" b="0"/>
              </a:fillRef>
              <a:effectRef idx="0">
                <a:scrgbClr r="0" g="0" b="0"/>
              </a:effectRef>
              <a:fontRef idx="minor"/>
            </p:style>
          </p:sp>
          <p:sp>
            <p:nvSpPr>
              <p:cNvPr id="1304" name="Line 1892">
                <a:extLst>
                  <a:ext uri="{FF2B5EF4-FFF2-40B4-BE49-F238E27FC236}">
                    <a16:creationId xmlns:a16="http://schemas.microsoft.com/office/drawing/2014/main" id="{6BBE1885-9370-440B-9EC2-81ED1FD596EB}"/>
                  </a:ext>
                </a:extLst>
              </p:cNvPr>
              <p:cNvSpPr/>
              <p:nvPr/>
            </p:nvSpPr>
            <p:spPr>
              <a:xfrm flipV="1">
                <a:off x="7341480" y="2303640"/>
                <a:ext cx="58320" cy="105120"/>
              </a:xfrm>
              <a:prstGeom prst="line">
                <a:avLst/>
              </a:prstGeom>
              <a:ln>
                <a:solidFill>
                  <a:srgbClr val="ABABAB"/>
                </a:solidFill>
              </a:ln>
            </p:spPr>
            <p:style>
              <a:lnRef idx="0">
                <a:scrgbClr r="0" g="0" b="0"/>
              </a:lnRef>
              <a:fillRef idx="0">
                <a:scrgbClr r="0" g="0" b="0"/>
              </a:fillRef>
              <a:effectRef idx="0">
                <a:scrgbClr r="0" g="0" b="0"/>
              </a:effectRef>
              <a:fontRef idx="minor"/>
            </p:style>
          </p:sp>
          <p:sp>
            <p:nvSpPr>
              <p:cNvPr id="1305" name="Line 1893">
                <a:extLst>
                  <a:ext uri="{FF2B5EF4-FFF2-40B4-BE49-F238E27FC236}">
                    <a16:creationId xmlns:a16="http://schemas.microsoft.com/office/drawing/2014/main" id="{0045DC1D-3E28-4EB6-BC6F-8E59A0D4B123}"/>
                  </a:ext>
                </a:extLst>
              </p:cNvPr>
              <p:cNvSpPr/>
              <p:nvPr/>
            </p:nvSpPr>
            <p:spPr>
              <a:xfrm flipV="1">
                <a:off x="7219440" y="2501640"/>
                <a:ext cx="61200" cy="108360"/>
              </a:xfrm>
              <a:prstGeom prst="line">
                <a:avLst/>
              </a:prstGeom>
              <a:ln>
                <a:solidFill>
                  <a:srgbClr val="969696"/>
                </a:solidFill>
              </a:ln>
            </p:spPr>
            <p:style>
              <a:lnRef idx="0">
                <a:scrgbClr r="0" g="0" b="0"/>
              </a:lnRef>
              <a:fillRef idx="0">
                <a:scrgbClr r="0" g="0" b="0"/>
              </a:fillRef>
              <a:effectRef idx="0">
                <a:scrgbClr r="0" g="0" b="0"/>
              </a:effectRef>
              <a:fontRef idx="minor"/>
            </p:style>
          </p:sp>
          <p:sp>
            <p:nvSpPr>
              <p:cNvPr id="1306" name="Line 1894">
                <a:extLst>
                  <a:ext uri="{FF2B5EF4-FFF2-40B4-BE49-F238E27FC236}">
                    <a16:creationId xmlns:a16="http://schemas.microsoft.com/office/drawing/2014/main" id="{9EAD50AB-56B5-4422-8D37-EF84EFF69688}"/>
                  </a:ext>
                </a:extLst>
              </p:cNvPr>
              <p:cNvSpPr/>
              <p:nvPr/>
            </p:nvSpPr>
            <p:spPr>
              <a:xfrm flipV="1">
                <a:off x="7280640" y="2408760"/>
                <a:ext cx="60840" cy="92880"/>
              </a:xfrm>
              <a:prstGeom prst="line">
                <a:avLst/>
              </a:prstGeom>
              <a:ln>
                <a:solidFill>
                  <a:srgbClr val="A0A0A0"/>
                </a:solidFill>
              </a:ln>
            </p:spPr>
            <p:style>
              <a:lnRef idx="0">
                <a:scrgbClr r="0" g="0" b="0"/>
              </a:lnRef>
              <a:fillRef idx="0">
                <a:scrgbClr r="0" g="0" b="0"/>
              </a:fillRef>
              <a:effectRef idx="0">
                <a:scrgbClr r="0" g="0" b="0"/>
              </a:effectRef>
              <a:fontRef idx="minor"/>
            </p:style>
          </p:sp>
          <p:sp>
            <p:nvSpPr>
              <p:cNvPr id="1307" name="Line 1895">
                <a:extLst>
                  <a:ext uri="{FF2B5EF4-FFF2-40B4-BE49-F238E27FC236}">
                    <a16:creationId xmlns:a16="http://schemas.microsoft.com/office/drawing/2014/main" id="{A6346008-C6EA-4242-BEB3-B04F2B7F4087}"/>
                  </a:ext>
                </a:extLst>
              </p:cNvPr>
              <p:cNvSpPr/>
              <p:nvPr/>
            </p:nvSpPr>
            <p:spPr>
              <a:xfrm flipV="1">
                <a:off x="7159320" y="2580840"/>
                <a:ext cx="60120" cy="108000"/>
              </a:xfrm>
              <a:prstGeom prst="line">
                <a:avLst/>
              </a:prstGeom>
              <a:ln>
                <a:solidFill>
                  <a:srgbClr val="8D8D8D"/>
                </a:solidFill>
              </a:ln>
            </p:spPr>
            <p:style>
              <a:lnRef idx="0">
                <a:scrgbClr r="0" g="0" b="0"/>
              </a:lnRef>
              <a:fillRef idx="0">
                <a:scrgbClr r="0" g="0" b="0"/>
              </a:fillRef>
              <a:effectRef idx="0">
                <a:scrgbClr r="0" g="0" b="0"/>
              </a:effectRef>
              <a:fontRef idx="minor"/>
            </p:style>
          </p:sp>
          <p:sp>
            <p:nvSpPr>
              <p:cNvPr id="1308" name="Line 1896">
                <a:extLst>
                  <a:ext uri="{FF2B5EF4-FFF2-40B4-BE49-F238E27FC236}">
                    <a16:creationId xmlns:a16="http://schemas.microsoft.com/office/drawing/2014/main" id="{FE5F4043-1E05-4DBD-990A-2A94D7FCEA97}"/>
                  </a:ext>
                </a:extLst>
              </p:cNvPr>
              <p:cNvSpPr/>
              <p:nvPr/>
            </p:nvSpPr>
            <p:spPr>
              <a:xfrm flipV="1">
                <a:off x="7219440" y="2501640"/>
                <a:ext cx="61200" cy="79200"/>
              </a:xfrm>
              <a:prstGeom prst="line">
                <a:avLst/>
              </a:prstGeom>
              <a:ln>
                <a:solidFill>
                  <a:srgbClr val="969696"/>
                </a:solidFill>
              </a:ln>
            </p:spPr>
            <p:style>
              <a:lnRef idx="0">
                <a:scrgbClr r="0" g="0" b="0"/>
              </a:lnRef>
              <a:fillRef idx="0">
                <a:scrgbClr r="0" g="0" b="0"/>
              </a:fillRef>
              <a:effectRef idx="0">
                <a:scrgbClr r="0" g="0" b="0"/>
              </a:effectRef>
              <a:fontRef idx="minor"/>
            </p:style>
          </p:sp>
          <p:sp>
            <p:nvSpPr>
              <p:cNvPr id="1309" name="Line 1897">
                <a:extLst>
                  <a:ext uri="{FF2B5EF4-FFF2-40B4-BE49-F238E27FC236}">
                    <a16:creationId xmlns:a16="http://schemas.microsoft.com/office/drawing/2014/main" id="{5043689C-0A8D-4191-94E1-507C051F64C2}"/>
                  </a:ext>
                </a:extLst>
              </p:cNvPr>
              <p:cNvSpPr/>
              <p:nvPr/>
            </p:nvSpPr>
            <p:spPr>
              <a:xfrm flipV="1">
                <a:off x="7098480" y="2647800"/>
                <a:ext cx="60840" cy="109080"/>
              </a:xfrm>
              <a:prstGeom prst="line">
                <a:avLst/>
              </a:prstGeom>
              <a:ln>
                <a:solidFill>
                  <a:srgbClr val="868686"/>
                </a:solidFill>
              </a:ln>
            </p:spPr>
            <p:style>
              <a:lnRef idx="0">
                <a:scrgbClr r="0" g="0" b="0"/>
              </a:lnRef>
              <a:fillRef idx="0">
                <a:scrgbClr r="0" g="0" b="0"/>
              </a:fillRef>
              <a:effectRef idx="0">
                <a:scrgbClr r="0" g="0" b="0"/>
              </a:effectRef>
              <a:fontRef idx="minor"/>
            </p:style>
          </p:sp>
          <p:sp>
            <p:nvSpPr>
              <p:cNvPr id="1310" name="Line 1898">
                <a:extLst>
                  <a:ext uri="{FF2B5EF4-FFF2-40B4-BE49-F238E27FC236}">
                    <a16:creationId xmlns:a16="http://schemas.microsoft.com/office/drawing/2014/main" id="{3292895E-2FB3-4CD3-A0B5-E75D81B21E41}"/>
                  </a:ext>
                </a:extLst>
              </p:cNvPr>
              <p:cNvSpPr/>
              <p:nvPr/>
            </p:nvSpPr>
            <p:spPr>
              <a:xfrm flipV="1">
                <a:off x="7159320" y="2580840"/>
                <a:ext cx="60120" cy="66960"/>
              </a:xfrm>
              <a:prstGeom prst="line">
                <a:avLst/>
              </a:prstGeom>
              <a:ln>
                <a:solidFill>
                  <a:srgbClr val="8E8E8E"/>
                </a:solidFill>
              </a:ln>
            </p:spPr>
            <p:style>
              <a:lnRef idx="0">
                <a:scrgbClr r="0" g="0" b="0"/>
              </a:lnRef>
              <a:fillRef idx="0">
                <a:scrgbClr r="0" g="0" b="0"/>
              </a:fillRef>
              <a:effectRef idx="0">
                <a:scrgbClr r="0" g="0" b="0"/>
              </a:effectRef>
              <a:fontRef idx="minor"/>
            </p:style>
          </p:sp>
          <p:sp>
            <p:nvSpPr>
              <p:cNvPr id="1311" name="Line 1899">
                <a:extLst>
                  <a:ext uri="{FF2B5EF4-FFF2-40B4-BE49-F238E27FC236}">
                    <a16:creationId xmlns:a16="http://schemas.microsoft.com/office/drawing/2014/main" id="{1CEAB0AD-DF40-403B-87D4-EF5A598E1341}"/>
                  </a:ext>
                </a:extLst>
              </p:cNvPr>
              <p:cNvSpPr/>
              <p:nvPr/>
            </p:nvSpPr>
            <p:spPr>
              <a:xfrm flipV="1">
                <a:off x="7039440" y="2702880"/>
                <a:ext cx="59040" cy="107280"/>
              </a:xfrm>
              <a:prstGeom prst="line">
                <a:avLst/>
              </a:prstGeom>
              <a:ln>
                <a:solidFill>
                  <a:srgbClr val="7F7F7F"/>
                </a:solidFill>
              </a:ln>
            </p:spPr>
            <p:style>
              <a:lnRef idx="0">
                <a:scrgbClr r="0" g="0" b="0"/>
              </a:lnRef>
              <a:fillRef idx="0">
                <a:scrgbClr r="0" g="0" b="0"/>
              </a:fillRef>
              <a:effectRef idx="0">
                <a:scrgbClr r="0" g="0" b="0"/>
              </a:effectRef>
              <a:fontRef idx="minor"/>
            </p:style>
          </p:sp>
          <p:sp>
            <p:nvSpPr>
              <p:cNvPr id="1312" name="Line 1900">
                <a:extLst>
                  <a:ext uri="{FF2B5EF4-FFF2-40B4-BE49-F238E27FC236}">
                    <a16:creationId xmlns:a16="http://schemas.microsoft.com/office/drawing/2014/main" id="{22FD7719-7923-4AF2-BA9E-F322286943B5}"/>
                  </a:ext>
                </a:extLst>
              </p:cNvPr>
              <p:cNvSpPr/>
              <p:nvPr/>
            </p:nvSpPr>
            <p:spPr>
              <a:xfrm flipV="1">
                <a:off x="7098480" y="2647800"/>
                <a:ext cx="60840" cy="55080"/>
              </a:xfrm>
              <a:prstGeom prst="line">
                <a:avLst/>
              </a:prstGeom>
              <a:ln>
                <a:solidFill>
                  <a:srgbClr val="878787"/>
                </a:solidFill>
              </a:ln>
            </p:spPr>
            <p:style>
              <a:lnRef idx="0">
                <a:scrgbClr r="0" g="0" b="0"/>
              </a:lnRef>
              <a:fillRef idx="0">
                <a:scrgbClr r="0" g="0" b="0"/>
              </a:fillRef>
              <a:effectRef idx="0">
                <a:scrgbClr r="0" g="0" b="0"/>
              </a:effectRef>
              <a:fontRef idx="minor"/>
            </p:style>
          </p:sp>
          <p:sp>
            <p:nvSpPr>
              <p:cNvPr id="1313" name="Line 1901">
                <a:extLst>
                  <a:ext uri="{FF2B5EF4-FFF2-40B4-BE49-F238E27FC236}">
                    <a16:creationId xmlns:a16="http://schemas.microsoft.com/office/drawing/2014/main" id="{C44C024B-2558-45A5-831B-18796B4DE63E}"/>
                  </a:ext>
                </a:extLst>
              </p:cNvPr>
              <p:cNvSpPr/>
              <p:nvPr/>
            </p:nvSpPr>
            <p:spPr>
              <a:xfrm flipV="1">
                <a:off x="6978240" y="2745000"/>
                <a:ext cx="59040" cy="109080"/>
              </a:xfrm>
              <a:prstGeom prst="line">
                <a:avLst/>
              </a:prstGeom>
              <a:ln>
                <a:solidFill>
                  <a:srgbClr val="7A7A7A"/>
                </a:solidFill>
              </a:ln>
            </p:spPr>
            <p:style>
              <a:lnRef idx="0">
                <a:scrgbClr r="0" g="0" b="0"/>
              </a:lnRef>
              <a:fillRef idx="0">
                <a:scrgbClr r="0" g="0" b="0"/>
              </a:fillRef>
              <a:effectRef idx="0">
                <a:scrgbClr r="0" g="0" b="0"/>
              </a:effectRef>
              <a:fontRef idx="minor"/>
            </p:style>
          </p:sp>
          <p:sp>
            <p:nvSpPr>
              <p:cNvPr id="1314" name="Line 1902">
                <a:extLst>
                  <a:ext uri="{FF2B5EF4-FFF2-40B4-BE49-F238E27FC236}">
                    <a16:creationId xmlns:a16="http://schemas.microsoft.com/office/drawing/2014/main" id="{72D2DEE2-BCBE-4476-8AC9-E8823D887AD0}"/>
                  </a:ext>
                </a:extLst>
              </p:cNvPr>
              <p:cNvSpPr/>
              <p:nvPr/>
            </p:nvSpPr>
            <p:spPr>
              <a:xfrm flipV="1">
                <a:off x="7037280" y="2702880"/>
                <a:ext cx="61200" cy="42120"/>
              </a:xfrm>
              <a:prstGeom prst="line">
                <a:avLst/>
              </a:prstGeom>
              <a:ln>
                <a:solidFill>
                  <a:srgbClr val="818181"/>
                </a:solidFill>
              </a:ln>
            </p:spPr>
            <p:style>
              <a:lnRef idx="0">
                <a:scrgbClr r="0" g="0" b="0"/>
              </a:lnRef>
              <a:fillRef idx="0">
                <a:scrgbClr r="0" g="0" b="0"/>
              </a:fillRef>
              <a:effectRef idx="0">
                <a:scrgbClr r="0" g="0" b="0"/>
              </a:effectRef>
              <a:fontRef idx="minor"/>
            </p:style>
          </p:sp>
          <p:sp>
            <p:nvSpPr>
              <p:cNvPr id="1315" name="Line 1903">
                <a:extLst>
                  <a:ext uri="{FF2B5EF4-FFF2-40B4-BE49-F238E27FC236}">
                    <a16:creationId xmlns:a16="http://schemas.microsoft.com/office/drawing/2014/main" id="{7BA7E9BD-43AA-4630-A8F1-E37F6AC9B882}"/>
                  </a:ext>
                </a:extLst>
              </p:cNvPr>
              <p:cNvSpPr/>
              <p:nvPr/>
            </p:nvSpPr>
            <p:spPr>
              <a:xfrm flipV="1">
                <a:off x="6918480" y="2774880"/>
                <a:ext cx="59760" cy="108360"/>
              </a:xfrm>
              <a:prstGeom prst="line">
                <a:avLst/>
              </a:prstGeom>
              <a:ln>
                <a:solidFill>
                  <a:srgbClr val="757575"/>
                </a:solidFill>
              </a:ln>
            </p:spPr>
            <p:style>
              <a:lnRef idx="0">
                <a:scrgbClr r="0" g="0" b="0"/>
              </a:lnRef>
              <a:fillRef idx="0">
                <a:scrgbClr r="0" g="0" b="0"/>
              </a:fillRef>
              <a:effectRef idx="0">
                <a:scrgbClr r="0" g="0" b="0"/>
              </a:effectRef>
              <a:fontRef idx="minor"/>
            </p:style>
          </p:sp>
          <p:sp>
            <p:nvSpPr>
              <p:cNvPr id="1316" name="Line 1904">
                <a:extLst>
                  <a:ext uri="{FF2B5EF4-FFF2-40B4-BE49-F238E27FC236}">
                    <a16:creationId xmlns:a16="http://schemas.microsoft.com/office/drawing/2014/main" id="{FCB0286D-C42C-41A1-BCFE-4A8149F392A9}"/>
                  </a:ext>
                </a:extLst>
              </p:cNvPr>
              <p:cNvSpPr/>
              <p:nvPr/>
            </p:nvSpPr>
            <p:spPr>
              <a:xfrm flipV="1">
                <a:off x="6978240" y="2745000"/>
                <a:ext cx="59040" cy="29880"/>
              </a:xfrm>
              <a:prstGeom prst="line">
                <a:avLst/>
              </a:prstGeom>
              <a:ln>
                <a:solidFill>
                  <a:srgbClr val="7C7C7C"/>
                </a:solidFill>
              </a:ln>
            </p:spPr>
            <p:style>
              <a:lnRef idx="0">
                <a:scrgbClr r="0" g="0" b="0"/>
              </a:lnRef>
              <a:fillRef idx="0">
                <a:scrgbClr r="0" g="0" b="0"/>
              </a:fillRef>
              <a:effectRef idx="0">
                <a:scrgbClr r="0" g="0" b="0"/>
              </a:effectRef>
              <a:fontRef idx="minor"/>
            </p:style>
          </p:sp>
          <p:sp>
            <p:nvSpPr>
              <p:cNvPr id="1317" name="Line 1905">
                <a:extLst>
                  <a:ext uri="{FF2B5EF4-FFF2-40B4-BE49-F238E27FC236}">
                    <a16:creationId xmlns:a16="http://schemas.microsoft.com/office/drawing/2014/main" id="{A75BBABA-BD91-445B-9016-70D5C4DA0163}"/>
                  </a:ext>
                </a:extLst>
              </p:cNvPr>
              <p:cNvSpPr/>
              <p:nvPr/>
            </p:nvSpPr>
            <p:spPr>
              <a:xfrm flipV="1">
                <a:off x="6857280" y="2791080"/>
                <a:ext cx="61200" cy="109080"/>
              </a:xfrm>
              <a:prstGeom prst="line">
                <a:avLst/>
              </a:prstGeom>
              <a:ln>
                <a:solidFill>
                  <a:srgbClr val="727272"/>
                </a:solidFill>
              </a:ln>
            </p:spPr>
            <p:style>
              <a:lnRef idx="0">
                <a:scrgbClr r="0" g="0" b="0"/>
              </a:lnRef>
              <a:fillRef idx="0">
                <a:scrgbClr r="0" g="0" b="0"/>
              </a:fillRef>
              <a:effectRef idx="0">
                <a:scrgbClr r="0" g="0" b="0"/>
              </a:effectRef>
              <a:fontRef idx="minor"/>
            </p:style>
          </p:sp>
          <p:sp>
            <p:nvSpPr>
              <p:cNvPr id="1318" name="Line 1906">
                <a:extLst>
                  <a:ext uri="{FF2B5EF4-FFF2-40B4-BE49-F238E27FC236}">
                    <a16:creationId xmlns:a16="http://schemas.microsoft.com/office/drawing/2014/main" id="{F739AC21-EF42-4726-BFA8-F944FCAECD26}"/>
                  </a:ext>
                </a:extLst>
              </p:cNvPr>
              <p:cNvSpPr/>
              <p:nvPr/>
            </p:nvSpPr>
            <p:spPr>
              <a:xfrm flipV="1">
                <a:off x="6918480" y="2774880"/>
                <a:ext cx="59760" cy="16200"/>
              </a:xfrm>
              <a:prstGeom prst="line">
                <a:avLst/>
              </a:prstGeom>
              <a:ln>
                <a:solidFill>
                  <a:srgbClr val="787878"/>
                </a:solidFill>
              </a:ln>
            </p:spPr>
            <p:style>
              <a:lnRef idx="0">
                <a:scrgbClr r="0" g="0" b="0"/>
              </a:lnRef>
              <a:fillRef idx="0">
                <a:scrgbClr r="0" g="0" b="0"/>
              </a:fillRef>
              <a:effectRef idx="0">
                <a:scrgbClr r="0" g="0" b="0"/>
              </a:effectRef>
              <a:fontRef idx="minor"/>
            </p:style>
          </p:sp>
          <p:sp>
            <p:nvSpPr>
              <p:cNvPr id="1319" name="Line 1907">
                <a:extLst>
                  <a:ext uri="{FF2B5EF4-FFF2-40B4-BE49-F238E27FC236}">
                    <a16:creationId xmlns:a16="http://schemas.microsoft.com/office/drawing/2014/main" id="{7282357D-4A6A-44BB-BB60-498516D73096}"/>
                  </a:ext>
                </a:extLst>
              </p:cNvPr>
              <p:cNvSpPr/>
              <p:nvPr/>
            </p:nvSpPr>
            <p:spPr>
              <a:xfrm flipV="1">
                <a:off x="6796080" y="2796120"/>
                <a:ext cx="61200" cy="109080"/>
              </a:xfrm>
              <a:prstGeom prst="line">
                <a:avLst/>
              </a:prstGeom>
              <a:ln>
                <a:solidFill>
                  <a:srgbClr val="717171"/>
                </a:solidFill>
              </a:ln>
            </p:spPr>
            <p:style>
              <a:lnRef idx="0">
                <a:scrgbClr r="0" g="0" b="0"/>
              </a:lnRef>
              <a:fillRef idx="0">
                <a:scrgbClr r="0" g="0" b="0"/>
              </a:fillRef>
              <a:effectRef idx="0">
                <a:scrgbClr r="0" g="0" b="0"/>
              </a:effectRef>
              <a:fontRef idx="minor"/>
            </p:style>
          </p:sp>
          <p:sp>
            <p:nvSpPr>
              <p:cNvPr id="1320" name="Line 1908">
                <a:extLst>
                  <a:ext uri="{FF2B5EF4-FFF2-40B4-BE49-F238E27FC236}">
                    <a16:creationId xmlns:a16="http://schemas.microsoft.com/office/drawing/2014/main" id="{1BF793AD-63F1-4564-AAE4-59791A8F4476}"/>
                  </a:ext>
                </a:extLst>
              </p:cNvPr>
              <p:cNvSpPr/>
              <p:nvPr/>
            </p:nvSpPr>
            <p:spPr>
              <a:xfrm flipV="1">
                <a:off x="6857280" y="2791080"/>
                <a:ext cx="61200" cy="5040"/>
              </a:xfrm>
              <a:prstGeom prst="line">
                <a:avLst/>
              </a:prstGeom>
              <a:ln>
                <a:solidFill>
                  <a:srgbClr val="767676"/>
                </a:solidFill>
              </a:ln>
            </p:spPr>
            <p:style>
              <a:lnRef idx="0">
                <a:scrgbClr r="0" g="0" b="0"/>
              </a:lnRef>
              <a:fillRef idx="0">
                <a:scrgbClr r="0" g="0" b="0"/>
              </a:fillRef>
              <a:effectRef idx="0">
                <a:scrgbClr r="0" g="0" b="0"/>
              </a:effectRef>
              <a:fontRef idx="minor"/>
            </p:style>
          </p:sp>
          <p:sp>
            <p:nvSpPr>
              <p:cNvPr id="1321" name="Line 1909">
                <a:extLst>
                  <a:ext uri="{FF2B5EF4-FFF2-40B4-BE49-F238E27FC236}">
                    <a16:creationId xmlns:a16="http://schemas.microsoft.com/office/drawing/2014/main" id="{961D63EB-143A-40E7-94D5-55F8CC9E6C52}"/>
                  </a:ext>
                </a:extLst>
              </p:cNvPr>
              <p:cNvSpPr/>
              <p:nvPr/>
            </p:nvSpPr>
            <p:spPr>
              <a:xfrm flipV="1">
                <a:off x="6736320" y="2787840"/>
                <a:ext cx="59760" cy="108360"/>
              </a:xfrm>
              <a:prstGeom prst="line">
                <a:avLst/>
              </a:prstGeom>
              <a:ln>
                <a:solidFill>
                  <a:srgbClr val="707070"/>
                </a:solidFill>
              </a:ln>
            </p:spPr>
            <p:style>
              <a:lnRef idx="0">
                <a:scrgbClr r="0" g="0" b="0"/>
              </a:lnRef>
              <a:fillRef idx="0">
                <a:scrgbClr r="0" g="0" b="0"/>
              </a:fillRef>
              <a:effectRef idx="0">
                <a:scrgbClr r="0" g="0" b="0"/>
              </a:effectRef>
              <a:fontRef idx="minor"/>
            </p:style>
          </p:sp>
          <p:sp>
            <p:nvSpPr>
              <p:cNvPr id="1322" name="Line 1910">
                <a:extLst>
                  <a:ext uri="{FF2B5EF4-FFF2-40B4-BE49-F238E27FC236}">
                    <a16:creationId xmlns:a16="http://schemas.microsoft.com/office/drawing/2014/main" id="{4AB1A5C1-AECE-4DDD-983E-6601DCEF0FE4}"/>
                  </a:ext>
                </a:extLst>
              </p:cNvPr>
              <p:cNvSpPr/>
              <p:nvPr/>
            </p:nvSpPr>
            <p:spPr>
              <a:xfrm>
                <a:off x="6796080" y="2787840"/>
                <a:ext cx="61200" cy="8280"/>
              </a:xfrm>
              <a:prstGeom prst="line">
                <a:avLst/>
              </a:prstGeom>
              <a:ln>
                <a:solidFill>
                  <a:srgbClr val="757575"/>
                </a:solidFill>
              </a:ln>
            </p:spPr>
            <p:style>
              <a:lnRef idx="0">
                <a:scrgbClr r="0" g="0" b="0"/>
              </a:lnRef>
              <a:fillRef idx="0">
                <a:scrgbClr r="0" g="0" b="0"/>
              </a:fillRef>
              <a:effectRef idx="0">
                <a:scrgbClr r="0" g="0" b="0"/>
              </a:effectRef>
              <a:fontRef idx="minor"/>
            </p:style>
          </p:sp>
          <p:sp>
            <p:nvSpPr>
              <p:cNvPr id="1323" name="Line 1911">
                <a:extLst>
                  <a:ext uri="{FF2B5EF4-FFF2-40B4-BE49-F238E27FC236}">
                    <a16:creationId xmlns:a16="http://schemas.microsoft.com/office/drawing/2014/main" id="{6B69B47A-8585-425F-AFF6-ACEBF38E719C}"/>
                  </a:ext>
                </a:extLst>
              </p:cNvPr>
              <p:cNvSpPr/>
              <p:nvPr/>
            </p:nvSpPr>
            <p:spPr>
              <a:xfrm flipV="1">
                <a:off x="6677280" y="2766960"/>
                <a:ext cx="59040" cy="109080"/>
              </a:xfrm>
              <a:prstGeom prst="line">
                <a:avLst/>
              </a:prstGeom>
              <a:ln>
                <a:solidFill>
                  <a:srgbClr val="717171"/>
                </a:solidFill>
              </a:ln>
            </p:spPr>
            <p:style>
              <a:lnRef idx="0">
                <a:scrgbClr r="0" g="0" b="0"/>
              </a:lnRef>
              <a:fillRef idx="0">
                <a:scrgbClr r="0" g="0" b="0"/>
              </a:fillRef>
              <a:effectRef idx="0">
                <a:scrgbClr r="0" g="0" b="0"/>
              </a:effectRef>
              <a:fontRef idx="minor"/>
            </p:style>
          </p:sp>
          <p:sp>
            <p:nvSpPr>
              <p:cNvPr id="1324" name="Line 1912">
                <a:extLst>
                  <a:ext uri="{FF2B5EF4-FFF2-40B4-BE49-F238E27FC236}">
                    <a16:creationId xmlns:a16="http://schemas.microsoft.com/office/drawing/2014/main" id="{7B5D51A5-C94D-4772-BE97-30FEAEBFB3EE}"/>
                  </a:ext>
                </a:extLst>
              </p:cNvPr>
              <p:cNvSpPr/>
              <p:nvPr/>
            </p:nvSpPr>
            <p:spPr>
              <a:xfrm>
                <a:off x="6736320" y="2766960"/>
                <a:ext cx="59760" cy="20880"/>
              </a:xfrm>
              <a:prstGeom prst="line">
                <a:avLst/>
              </a:prstGeom>
              <a:ln>
                <a:solidFill>
                  <a:srgbClr val="757575"/>
                </a:solidFill>
              </a:ln>
            </p:spPr>
            <p:style>
              <a:lnRef idx="0">
                <a:scrgbClr r="0" g="0" b="0"/>
              </a:lnRef>
              <a:fillRef idx="0">
                <a:scrgbClr r="0" g="0" b="0"/>
              </a:fillRef>
              <a:effectRef idx="0">
                <a:scrgbClr r="0" g="0" b="0"/>
              </a:effectRef>
              <a:fontRef idx="minor"/>
            </p:style>
          </p:sp>
          <p:sp>
            <p:nvSpPr>
              <p:cNvPr id="1325" name="Line 1913">
                <a:extLst>
                  <a:ext uri="{FF2B5EF4-FFF2-40B4-BE49-F238E27FC236}">
                    <a16:creationId xmlns:a16="http://schemas.microsoft.com/office/drawing/2014/main" id="{A79346F4-7331-425C-9B12-709BBD738B12}"/>
                  </a:ext>
                </a:extLst>
              </p:cNvPr>
              <p:cNvSpPr/>
              <p:nvPr/>
            </p:nvSpPr>
            <p:spPr>
              <a:xfrm flipV="1">
                <a:off x="6616080" y="2733840"/>
                <a:ext cx="59040" cy="108360"/>
              </a:xfrm>
              <a:prstGeom prst="line">
                <a:avLst/>
              </a:prstGeom>
              <a:ln>
                <a:solidFill>
                  <a:srgbClr val="727272"/>
                </a:solidFill>
              </a:ln>
            </p:spPr>
            <p:style>
              <a:lnRef idx="0">
                <a:scrgbClr r="0" g="0" b="0"/>
              </a:lnRef>
              <a:fillRef idx="0">
                <a:scrgbClr r="0" g="0" b="0"/>
              </a:fillRef>
              <a:effectRef idx="0">
                <a:scrgbClr r="0" g="0" b="0"/>
              </a:effectRef>
              <a:fontRef idx="minor"/>
            </p:style>
          </p:sp>
          <p:sp>
            <p:nvSpPr>
              <p:cNvPr id="1326" name="Line 1914">
                <a:extLst>
                  <a:ext uri="{FF2B5EF4-FFF2-40B4-BE49-F238E27FC236}">
                    <a16:creationId xmlns:a16="http://schemas.microsoft.com/office/drawing/2014/main" id="{9ED42FBE-4CD1-4511-9A67-26CA917DE7C6}"/>
                  </a:ext>
                </a:extLst>
              </p:cNvPr>
              <p:cNvSpPr/>
              <p:nvPr/>
            </p:nvSpPr>
            <p:spPr>
              <a:xfrm>
                <a:off x="6675120" y="2733840"/>
                <a:ext cx="61200" cy="33120"/>
              </a:xfrm>
              <a:prstGeom prst="line">
                <a:avLst/>
              </a:prstGeom>
              <a:ln>
                <a:solidFill>
                  <a:srgbClr val="767676"/>
                </a:solidFill>
              </a:ln>
            </p:spPr>
            <p:style>
              <a:lnRef idx="0">
                <a:scrgbClr r="0" g="0" b="0"/>
              </a:lnRef>
              <a:fillRef idx="0">
                <a:scrgbClr r="0" g="0" b="0"/>
              </a:fillRef>
              <a:effectRef idx="0">
                <a:scrgbClr r="0" g="0" b="0"/>
              </a:effectRef>
              <a:fontRef idx="minor"/>
            </p:style>
          </p:sp>
          <p:sp>
            <p:nvSpPr>
              <p:cNvPr id="1327" name="Line 1915">
                <a:extLst>
                  <a:ext uri="{FF2B5EF4-FFF2-40B4-BE49-F238E27FC236}">
                    <a16:creationId xmlns:a16="http://schemas.microsoft.com/office/drawing/2014/main" id="{87A78C7F-CF50-4342-9BA8-C7BCC74B2AC2}"/>
                  </a:ext>
                </a:extLst>
              </p:cNvPr>
              <p:cNvSpPr/>
              <p:nvPr/>
            </p:nvSpPr>
            <p:spPr>
              <a:xfrm flipV="1">
                <a:off x="6555240" y="2688840"/>
                <a:ext cx="60840" cy="107280"/>
              </a:xfrm>
              <a:prstGeom prst="line">
                <a:avLst/>
              </a:prstGeom>
              <a:ln>
                <a:solidFill>
                  <a:srgbClr val="757575"/>
                </a:solidFill>
              </a:ln>
            </p:spPr>
            <p:style>
              <a:lnRef idx="0">
                <a:scrgbClr r="0" g="0" b="0"/>
              </a:lnRef>
              <a:fillRef idx="0">
                <a:scrgbClr r="0" g="0" b="0"/>
              </a:fillRef>
              <a:effectRef idx="0">
                <a:scrgbClr r="0" g="0" b="0"/>
              </a:effectRef>
              <a:fontRef idx="minor"/>
            </p:style>
          </p:sp>
          <p:sp>
            <p:nvSpPr>
              <p:cNvPr id="1328" name="Line 1916">
                <a:extLst>
                  <a:ext uri="{FF2B5EF4-FFF2-40B4-BE49-F238E27FC236}">
                    <a16:creationId xmlns:a16="http://schemas.microsoft.com/office/drawing/2014/main" id="{B8085627-45C9-46E1-854A-1D51785D8388}"/>
                  </a:ext>
                </a:extLst>
              </p:cNvPr>
              <p:cNvSpPr/>
              <p:nvPr/>
            </p:nvSpPr>
            <p:spPr>
              <a:xfrm>
                <a:off x="6616080" y="2688840"/>
                <a:ext cx="59040" cy="45000"/>
              </a:xfrm>
              <a:prstGeom prst="line">
                <a:avLst/>
              </a:prstGeom>
              <a:ln>
                <a:solidFill>
                  <a:srgbClr val="787878"/>
                </a:solidFill>
              </a:ln>
            </p:spPr>
            <p:style>
              <a:lnRef idx="0">
                <a:scrgbClr r="0" g="0" b="0"/>
              </a:lnRef>
              <a:fillRef idx="0">
                <a:scrgbClr r="0" g="0" b="0"/>
              </a:fillRef>
              <a:effectRef idx="0">
                <a:scrgbClr r="0" g="0" b="0"/>
              </a:effectRef>
              <a:fontRef idx="minor"/>
            </p:style>
          </p:sp>
          <p:sp>
            <p:nvSpPr>
              <p:cNvPr id="1329" name="Line 1917">
                <a:extLst>
                  <a:ext uri="{FF2B5EF4-FFF2-40B4-BE49-F238E27FC236}">
                    <a16:creationId xmlns:a16="http://schemas.microsoft.com/office/drawing/2014/main" id="{5AE7F380-52D3-4AE1-B5FA-91DCF9E82EE4}"/>
                  </a:ext>
                </a:extLst>
              </p:cNvPr>
              <p:cNvSpPr/>
              <p:nvPr/>
            </p:nvSpPr>
            <p:spPr>
              <a:xfrm flipV="1">
                <a:off x="6495120" y="2630880"/>
                <a:ext cx="60120" cy="108000"/>
              </a:xfrm>
              <a:prstGeom prst="line">
                <a:avLst/>
              </a:prstGeom>
              <a:ln>
                <a:solidFill>
                  <a:srgbClr val="7A7A7A"/>
                </a:solidFill>
              </a:ln>
            </p:spPr>
            <p:style>
              <a:lnRef idx="0">
                <a:scrgbClr r="0" g="0" b="0"/>
              </a:lnRef>
              <a:fillRef idx="0">
                <a:scrgbClr r="0" g="0" b="0"/>
              </a:fillRef>
              <a:effectRef idx="0">
                <a:scrgbClr r="0" g="0" b="0"/>
              </a:effectRef>
              <a:fontRef idx="minor"/>
            </p:style>
          </p:sp>
          <p:sp>
            <p:nvSpPr>
              <p:cNvPr id="1330" name="Line 1918">
                <a:extLst>
                  <a:ext uri="{FF2B5EF4-FFF2-40B4-BE49-F238E27FC236}">
                    <a16:creationId xmlns:a16="http://schemas.microsoft.com/office/drawing/2014/main" id="{12EF5616-F2CD-4E60-8DDB-46259DF51E64}"/>
                  </a:ext>
                </a:extLst>
              </p:cNvPr>
              <p:cNvSpPr/>
              <p:nvPr/>
            </p:nvSpPr>
            <p:spPr>
              <a:xfrm>
                <a:off x="6555240" y="2630880"/>
                <a:ext cx="60840" cy="57960"/>
              </a:xfrm>
              <a:prstGeom prst="line">
                <a:avLst/>
              </a:prstGeom>
              <a:ln>
                <a:solidFill>
                  <a:srgbClr val="7C7C7C"/>
                </a:solidFill>
              </a:ln>
            </p:spPr>
            <p:style>
              <a:lnRef idx="0">
                <a:scrgbClr r="0" g="0" b="0"/>
              </a:lnRef>
              <a:fillRef idx="0">
                <a:scrgbClr r="0" g="0" b="0"/>
              </a:fillRef>
              <a:effectRef idx="0">
                <a:scrgbClr r="0" g="0" b="0"/>
              </a:effectRef>
              <a:fontRef idx="minor"/>
            </p:style>
          </p:sp>
          <p:sp>
            <p:nvSpPr>
              <p:cNvPr id="1331" name="Line 1919">
                <a:extLst>
                  <a:ext uri="{FF2B5EF4-FFF2-40B4-BE49-F238E27FC236}">
                    <a16:creationId xmlns:a16="http://schemas.microsoft.com/office/drawing/2014/main" id="{DC778DD0-AEFA-41C7-B8FE-690C9317F238}"/>
                  </a:ext>
                </a:extLst>
              </p:cNvPr>
              <p:cNvSpPr/>
              <p:nvPr/>
            </p:nvSpPr>
            <p:spPr>
              <a:xfrm flipV="1">
                <a:off x="6433920" y="2559960"/>
                <a:ext cx="61200" cy="108000"/>
              </a:xfrm>
              <a:prstGeom prst="line">
                <a:avLst/>
              </a:prstGeom>
              <a:ln>
                <a:solidFill>
                  <a:srgbClr val="7F7F7F"/>
                </a:solidFill>
              </a:ln>
            </p:spPr>
            <p:style>
              <a:lnRef idx="0">
                <a:scrgbClr r="0" g="0" b="0"/>
              </a:lnRef>
              <a:fillRef idx="0">
                <a:scrgbClr r="0" g="0" b="0"/>
              </a:fillRef>
              <a:effectRef idx="0">
                <a:scrgbClr r="0" g="0" b="0"/>
              </a:effectRef>
              <a:fontRef idx="minor"/>
            </p:style>
          </p:sp>
          <p:sp>
            <p:nvSpPr>
              <p:cNvPr id="1332" name="Line 1920">
                <a:extLst>
                  <a:ext uri="{FF2B5EF4-FFF2-40B4-BE49-F238E27FC236}">
                    <a16:creationId xmlns:a16="http://schemas.microsoft.com/office/drawing/2014/main" id="{E6F5BE74-AE22-40D6-B674-EF67E34B8E2C}"/>
                  </a:ext>
                </a:extLst>
              </p:cNvPr>
              <p:cNvSpPr/>
              <p:nvPr/>
            </p:nvSpPr>
            <p:spPr>
              <a:xfrm>
                <a:off x="6495120" y="2559960"/>
                <a:ext cx="60120" cy="70920"/>
              </a:xfrm>
              <a:prstGeom prst="line">
                <a:avLst/>
              </a:prstGeom>
              <a:ln>
                <a:solidFill>
                  <a:srgbClr val="818181"/>
                </a:solidFill>
              </a:ln>
            </p:spPr>
            <p:style>
              <a:lnRef idx="0">
                <a:scrgbClr r="0" g="0" b="0"/>
              </a:lnRef>
              <a:fillRef idx="0">
                <a:scrgbClr r="0" g="0" b="0"/>
              </a:fillRef>
              <a:effectRef idx="0">
                <a:scrgbClr r="0" g="0" b="0"/>
              </a:effectRef>
              <a:fontRef idx="minor"/>
            </p:style>
          </p:sp>
          <p:sp>
            <p:nvSpPr>
              <p:cNvPr id="1333" name="Line 1921">
                <a:extLst>
                  <a:ext uri="{FF2B5EF4-FFF2-40B4-BE49-F238E27FC236}">
                    <a16:creationId xmlns:a16="http://schemas.microsoft.com/office/drawing/2014/main" id="{7A058F60-880E-4524-9C5B-469869909C3A}"/>
                  </a:ext>
                </a:extLst>
              </p:cNvPr>
              <p:cNvSpPr/>
              <p:nvPr/>
            </p:nvSpPr>
            <p:spPr>
              <a:xfrm flipV="1">
                <a:off x="6373080" y="2475720"/>
                <a:ext cx="60840" cy="109080"/>
              </a:xfrm>
              <a:prstGeom prst="line">
                <a:avLst/>
              </a:prstGeom>
              <a:ln>
                <a:solidFill>
                  <a:srgbClr val="868686"/>
                </a:solidFill>
              </a:ln>
            </p:spPr>
            <p:style>
              <a:lnRef idx="0">
                <a:scrgbClr r="0" g="0" b="0"/>
              </a:lnRef>
              <a:fillRef idx="0">
                <a:scrgbClr r="0" g="0" b="0"/>
              </a:fillRef>
              <a:effectRef idx="0">
                <a:scrgbClr r="0" g="0" b="0"/>
              </a:effectRef>
              <a:fontRef idx="minor"/>
            </p:style>
          </p:sp>
          <p:sp>
            <p:nvSpPr>
              <p:cNvPr id="1334" name="Line 1922">
                <a:extLst>
                  <a:ext uri="{FF2B5EF4-FFF2-40B4-BE49-F238E27FC236}">
                    <a16:creationId xmlns:a16="http://schemas.microsoft.com/office/drawing/2014/main" id="{D15D49D0-FCD4-4344-AA3A-2239482D0F2A}"/>
                  </a:ext>
                </a:extLst>
              </p:cNvPr>
              <p:cNvSpPr/>
              <p:nvPr/>
            </p:nvSpPr>
            <p:spPr>
              <a:xfrm>
                <a:off x="6433920" y="2475720"/>
                <a:ext cx="61200" cy="84240"/>
              </a:xfrm>
              <a:prstGeom prst="line">
                <a:avLst/>
              </a:prstGeom>
              <a:ln>
                <a:solidFill>
                  <a:srgbClr val="878787"/>
                </a:solidFill>
              </a:ln>
            </p:spPr>
            <p:style>
              <a:lnRef idx="0">
                <a:scrgbClr r="0" g="0" b="0"/>
              </a:lnRef>
              <a:fillRef idx="0">
                <a:scrgbClr r="0" g="0" b="0"/>
              </a:fillRef>
              <a:effectRef idx="0">
                <a:scrgbClr r="0" g="0" b="0"/>
              </a:effectRef>
              <a:fontRef idx="minor"/>
            </p:style>
          </p:sp>
          <p:sp>
            <p:nvSpPr>
              <p:cNvPr id="1335" name="Line 1923">
                <a:extLst>
                  <a:ext uri="{FF2B5EF4-FFF2-40B4-BE49-F238E27FC236}">
                    <a16:creationId xmlns:a16="http://schemas.microsoft.com/office/drawing/2014/main" id="{7974FE2D-B1A7-4938-8F27-14530508600A}"/>
                  </a:ext>
                </a:extLst>
              </p:cNvPr>
              <p:cNvSpPr/>
              <p:nvPr/>
            </p:nvSpPr>
            <p:spPr>
              <a:xfrm flipV="1">
                <a:off x="6314760" y="2380680"/>
                <a:ext cx="58320" cy="108000"/>
              </a:xfrm>
              <a:prstGeom prst="line">
                <a:avLst/>
              </a:prstGeom>
              <a:ln>
                <a:solidFill>
                  <a:srgbClr val="8D8D8D"/>
                </a:solidFill>
              </a:ln>
            </p:spPr>
            <p:style>
              <a:lnRef idx="0">
                <a:scrgbClr r="0" g="0" b="0"/>
              </a:lnRef>
              <a:fillRef idx="0">
                <a:scrgbClr r="0" g="0" b="0"/>
              </a:fillRef>
              <a:effectRef idx="0">
                <a:scrgbClr r="0" g="0" b="0"/>
              </a:effectRef>
              <a:fontRef idx="minor"/>
            </p:style>
          </p:sp>
          <p:sp>
            <p:nvSpPr>
              <p:cNvPr id="1336" name="Line 1924">
                <a:extLst>
                  <a:ext uri="{FF2B5EF4-FFF2-40B4-BE49-F238E27FC236}">
                    <a16:creationId xmlns:a16="http://schemas.microsoft.com/office/drawing/2014/main" id="{280D3055-C40F-4170-859B-A11760D92875}"/>
                  </a:ext>
                </a:extLst>
              </p:cNvPr>
              <p:cNvSpPr/>
              <p:nvPr/>
            </p:nvSpPr>
            <p:spPr>
              <a:xfrm>
                <a:off x="6373080" y="2380680"/>
                <a:ext cx="60840" cy="95040"/>
              </a:xfrm>
              <a:prstGeom prst="line">
                <a:avLst/>
              </a:prstGeom>
              <a:ln>
                <a:solidFill>
                  <a:srgbClr val="8E8E8E"/>
                </a:solidFill>
              </a:ln>
            </p:spPr>
            <p:style>
              <a:lnRef idx="0">
                <a:scrgbClr r="0" g="0" b="0"/>
              </a:lnRef>
              <a:fillRef idx="0">
                <a:scrgbClr r="0" g="0" b="0"/>
              </a:fillRef>
              <a:effectRef idx="0">
                <a:scrgbClr r="0" g="0" b="0"/>
              </a:effectRef>
              <a:fontRef idx="minor"/>
            </p:style>
          </p:sp>
          <p:sp>
            <p:nvSpPr>
              <p:cNvPr id="1337" name="Line 1925">
                <a:extLst>
                  <a:ext uri="{FF2B5EF4-FFF2-40B4-BE49-F238E27FC236}">
                    <a16:creationId xmlns:a16="http://schemas.microsoft.com/office/drawing/2014/main" id="{9050DC35-AE1B-4340-8762-50A305672EE7}"/>
                  </a:ext>
                </a:extLst>
              </p:cNvPr>
              <p:cNvSpPr/>
              <p:nvPr/>
            </p:nvSpPr>
            <p:spPr>
              <a:xfrm flipV="1">
                <a:off x="6253920" y="2271600"/>
                <a:ext cx="59040" cy="109080"/>
              </a:xfrm>
              <a:prstGeom prst="line">
                <a:avLst/>
              </a:prstGeom>
              <a:ln>
                <a:solidFill>
                  <a:srgbClr val="969696"/>
                </a:solidFill>
              </a:ln>
            </p:spPr>
            <p:style>
              <a:lnRef idx="0">
                <a:scrgbClr r="0" g="0" b="0"/>
              </a:lnRef>
              <a:fillRef idx="0">
                <a:scrgbClr r="0" g="0" b="0"/>
              </a:fillRef>
              <a:effectRef idx="0">
                <a:scrgbClr r="0" g="0" b="0"/>
              </a:effectRef>
              <a:fontRef idx="minor"/>
            </p:style>
          </p:sp>
          <p:sp>
            <p:nvSpPr>
              <p:cNvPr id="1338" name="Line 1926">
                <a:extLst>
                  <a:ext uri="{FF2B5EF4-FFF2-40B4-BE49-F238E27FC236}">
                    <a16:creationId xmlns:a16="http://schemas.microsoft.com/office/drawing/2014/main" id="{B4A239F3-4FE6-4B49-9F10-FDF364706A87}"/>
                  </a:ext>
                </a:extLst>
              </p:cNvPr>
              <p:cNvSpPr/>
              <p:nvPr/>
            </p:nvSpPr>
            <p:spPr>
              <a:xfrm>
                <a:off x="6312960" y="2271600"/>
                <a:ext cx="60120" cy="109080"/>
              </a:xfrm>
              <a:prstGeom prst="line">
                <a:avLst/>
              </a:prstGeom>
              <a:ln>
                <a:solidFill>
                  <a:srgbClr val="969696"/>
                </a:solidFill>
              </a:ln>
            </p:spPr>
            <p:style>
              <a:lnRef idx="0">
                <a:scrgbClr r="0" g="0" b="0"/>
              </a:lnRef>
              <a:fillRef idx="0">
                <a:scrgbClr r="0" g="0" b="0"/>
              </a:fillRef>
              <a:effectRef idx="0">
                <a:scrgbClr r="0" g="0" b="0"/>
              </a:effectRef>
              <a:fontRef idx="minor"/>
            </p:style>
          </p:sp>
          <p:sp>
            <p:nvSpPr>
              <p:cNvPr id="1339" name="Line 1927">
                <a:extLst>
                  <a:ext uri="{FF2B5EF4-FFF2-40B4-BE49-F238E27FC236}">
                    <a16:creationId xmlns:a16="http://schemas.microsoft.com/office/drawing/2014/main" id="{642E711A-8C8A-4B7A-99AC-F4779610DBE5}"/>
                  </a:ext>
                </a:extLst>
              </p:cNvPr>
              <p:cNvSpPr/>
              <p:nvPr/>
            </p:nvSpPr>
            <p:spPr>
              <a:xfrm flipV="1">
                <a:off x="6192720" y="2151360"/>
                <a:ext cx="61200" cy="109080"/>
              </a:xfrm>
              <a:prstGeom prst="line">
                <a:avLst/>
              </a:prstGeom>
              <a:ln>
                <a:solidFill>
                  <a:srgbClr val="A1A1A1"/>
                </a:solidFill>
              </a:ln>
            </p:spPr>
            <p:style>
              <a:lnRef idx="0">
                <a:scrgbClr r="0" g="0" b="0"/>
              </a:lnRef>
              <a:fillRef idx="0">
                <a:scrgbClr r="0" g="0" b="0"/>
              </a:fillRef>
              <a:effectRef idx="0">
                <a:scrgbClr r="0" g="0" b="0"/>
              </a:effectRef>
              <a:fontRef idx="minor"/>
            </p:style>
          </p:sp>
          <p:sp>
            <p:nvSpPr>
              <p:cNvPr id="1340" name="Line 1928">
                <a:extLst>
                  <a:ext uri="{FF2B5EF4-FFF2-40B4-BE49-F238E27FC236}">
                    <a16:creationId xmlns:a16="http://schemas.microsoft.com/office/drawing/2014/main" id="{C877D8D4-64A0-428A-9D03-ECDD7EB6DDDA}"/>
                  </a:ext>
                </a:extLst>
              </p:cNvPr>
              <p:cNvSpPr/>
              <p:nvPr/>
            </p:nvSpPr>
            <p:spPr>
              <a:xfrm>
                <a:off x="6253920" y="2151360"/>
                <a:ext cx="59040" cy="120240"/>
              </a:xfrm>
              <a:prstGeom prst="line">
                <a:avLst/>
              </a:prstGeom>
              <a:ln>
                <a:solidFill>
                  <a:srgbClr val="A0A0A0"/>
                </a:solidFill>
              </a:ln>
            </p:spPr>
            <p:style>
              <a:lnRef idx="0">
                <a:scrgbClr r="0" g="0" b="0"/>
              </a:lnRef>
              <a:fillRef idx="0">
                <a:scrgbClr r="0" g="0" b="0"/>
              </a:fillRef>
              <a:effectRef idx="0">
                <a:scrgbClr r="0" g="0" b="0"/>
              </a:effectRef>
              <a:fontRef idx="minor"/>
            </p:style>
          </p:sp>
          <p:sp>
            <p:nvSpPr>
              <p:cNvPr id="1341" name="Line 1929">
                <a:extLst>
                  <a:ext uri="{FF2B5EF4-FFF2-40B4-BE49-F238E27FC236}">
                    <a16:creationId xmlns:a16="http://schemas.microsoft.com/office/drawing/2014/main" id="{6A0086AC-CE67-45AE-B07A-0234DD571A72}"/>
                  </a:ext>
                </a:extLst>
              </p:cNvPr>
              <p:cNvSpPr/>
              <p:nvPr/>
            </p:nvSpPr>
            <p:spPr>
              <a:xfrm flipV="1">
                <a:off x="6131880" y="2017080"/>
                <a:ext cx="60840" cy="109440"/>
              </a:xfrm>
              <a:prstGeom prst="line">
                <a:avLst/>
              </a:prstGeom>
              <a:ln>
                <a:solidFill>
                  <a:srgbClr val="ACACAC"/>
                </a:solidFill>
              </a:ln>
            </p:spPr>
            <p:style>
              <a:lnRef idx="0">
                <a:scrgbClr r="0" g="0" b="0"/>
              </a:lnRef>
              <a:fillRef idx="0">
                <a:scrgbClr r="0" g="0" b="0"/>
              </a:fillRef>
              <a:effectRef idx="0">
                <a:scrgbClr r="0" g="0" b="0"/>
              </a:effectRef>
              <a:fontRef idx="minor"/>
            </p:style>
          </p:sp>
          <p:sp>
            <p:nvSpPr>
              <p:cNvPr id="1342" name="Line 1930">
                <a:extLst>
                  <a:ext uri="{FF2B5EF4-FFF2-40B4-BE49-F238E27FC236}">
                    <a16:creationId xmlns:a16="http://schemas.microsoft.com/office/drawing/2014/main" id="{06A9F3A5-4FC2-4CCE-9E02-0A9E70F83909}"/>
                  </a:ext>
                </a:extLst>
              </p:cNvPr>
              <p:cNvSpPr/>
              <p:nvPr/>
            </p:nvSpPr>
            <p:spPr>
              <a:xfrm>
                <a:off x="6192720" y="2017080"/>
                <a:ext cx="61200" cy="134280"/>
              </a:xfrm>
              <a:prstGeom prst="line">
                <a:avLst/>
              </a:prstGeom>
              <a:ln>
                <a:solidFill>
                  <a:srgbClr val="ABABAB"/>
                </a:solidFill>
              </a:ln>
            </p:spPr>
            <p:style>
              <a:lnRef idx="0">
                <a:scrgbClr r="0" g="0" b="0"/>
              </a:lnRef>
              <a:fillRef idx="0">
                <a:scrgbClr r="0" g="0" b="0"/>
              </a:fillRef>
              <a:effectRef idx="0">
                <a:scrgbClr r="0" g="0" b="0"/>
              </a:effectRef>
              <a:fontRef idx="minor"/>
            </p:style>
          </p:sp>
        </p:grpSp>
        <p:grpSp>
          <p:nvGrpSpPr>
            <p:cNvPr id="932" name="Group 1931">
              <a:extLst>
                <a:ext uri="{FF2B5EF4-FFF2-40B4-BE49-F238E27FC236}">
                  <a16:creationId xmlns:a16="http://schemas.microsoft.com/office/drawing/2014/main" id="{F61D27B4-8AF6-479C-90AE-987A821748C9}"/>
                </a:ext>
              </a:extLst>
            </p:cNvPr>
            <p:cNvGrpSpPr/>
            <p:nvPr/>
          </p:nvGrpSpPr>
          <p:grpSpPr>
            <a:xfrm>
              <a:off x="6010560" y="1154520"/>
              <a:ext cx="1752480" cy="1641600"/>
              <a:chOff x="6010560" y="1154520"/>
              <a:chExt cx="1752480" cy="1641600"/>
            </a:xfrm>
          </p:grpSpPr>
          <p:sp>
            <p:nvSpPr>
              <p:cNvPr id="943" name="Line 1932">
                <a:extLst>
                  <a:ext uri="{FF2B5EF4-FFF2-40B4-BE49-F238E27FC236}">
                    <a16:creationId xmlns:a16="http://schemas.microsoft.com/office/drawing/2014/main" id="{F61B33A6-687C-43A0-9074-71423BF92EDC}"/>
                  </a:ext>
                </a:extLst>
              </p:cNvPr>
              <p:cNvSpPr/>
              <p:nvPr/>
            </p:nvSpPr>
            <p:spPr>
              <a:xfrm flipV="1">
                <a:off x="6071760" y="1872000"/>
                <a:ext cx="60120" cy="108360"/>
              </a:xfrm>
              <a:prstGeom prst="line">
                <a:avLst/>
              </a:prstGeom>
              <a:ln>
                <a:solidFill>
                  <a:srgbClr val="B9B9B9"/>
                </a:solidFill>
              </a:ln>
            </p:spPr>
            <p:style>
              <a:lnRef idx="0">
                <a:scrgbClr r="0" g="0" b="0"/>
              </a:lnRef>
              <a:fillRef idx="0">
                <a:scrgbClr r="0" g="0" b="0"/>
              </a:fillRef>
              <a:effectRef idx="0">
                <a:scrgbClr r="0" g="0" b="0"/>
              </a:effectRef>
              <a:fontRef idx="minor"/>
            </p:style>
          </p:sp>
          <p:sp>
            <p:nvSpPr>
              <p:cNvPr id="944" name="Line 1933">
                <a:extLst>
                  <a:ext uri="{FF2B5EF4-FFF2-40B4-BE49-F238E27FC236}">
                    <a16:creationId xmlns:a16="http://schemas.microsoft.com/office/drawing/2014/main" id="{80488067-2607-4620-9219-77A3C0832C02}"/>
                  </a:ext>
                </a:extLst>
              </p:cNvPr>
              <p:cNvSpPr/>
              <p:nvPr/>
            </p:nvSpPr>
            <p:spPr>
              <a:xfrm>
                <a:off x="6131880" y="1872000"/>
                <a:ext cx="60840" cy="145080"/>
              </a:xfrm>
              <a:prstGeom prst="line">
                <a:avLst/>
              </a:prstGeom>
              <a:ln>
                <a:solidFill>
                  <a:srgbClr val="B7B7B7"/>
                </a:solidFill>
              </a:ln>
            </p:spPr>
            <p:style>
              <a:lnRef idx="0">
                <a:scrgbClr r="0" g="0" b="0"/>
              </a:lnRef>
              <a:fillRef idx="0">
                <a:scrgbClr r="0" g="0" b="0"/>
              </a:fillRef>
              <a:effectRef idx="0">
                <a:scrgbClr r="0" g="0" b="0"/>
              </a:effectRef>
              <a:fontRef idx="minor"/>
            </p:style>
          </p:sp>
          <p:sp>
            <p:nvSpPr>
              <p:cNvPr id="945" name="Line 1934">
                <a:extLst>
                  <a:ext uri="{FF2B5EF4-FFF2-40B4-BE49-F238E27FC236}">
                    <a16:creationId xmlns:a16="http://schemas.microsoft.com/office/drawing/2014/main" id="{DFC52B8A-23FA-428A-92CF-54CA8DD95187}"/>
                  </a:ext>
                </a:extLst>
              </p:cNvPr>
              <p:cNvSpPr/>
              <p:nvPr/>
            </p:nvSpPr>
            <p:spPr>
              <a:xfrm flipV="1">
                <a:off x="6010560" y="1713960"/>
                <a:ext cx="61200" cy="107280"/>
              </a:xfrm>
              <a:prstGeom prst="line">
                <a:avLst/>
              </a:prstGeom>
              <a:ln>
                <a:solidFill>
                  <a:srgbClr val="C6C6C6"/>
                </a:solidFill>
              </a:ln>
            </p:spPr>
            <p:style>
              <a:lnRef idx="0">
                <a:scrgbClr r="0" g="0" b="0"/>
              </a:lnRef>
              <a:fillRef idx="0">
                <a:scrgbClr r="0" g="0" b="0"/>
              </a:fillRef>
              <a:effectRef idx="0">
                <a:scrgbClr r="0" g="0" b="0"/>
              </a:effectRef>
              <a:fontRef idx="minor"/>
            </p:style>
          </p:sp>
          <p:sp>
            <p:nvSpPr>
              <p:cNvPr id="946" name="Line 1935">
                <a:extLst>
                  <a:ext uri="{FF2B5EF4-FFF2-40B4-BE49-F238E27FC236}">
                    <a16:creationId xmlns:a16="http://schemas.microsoft.com/office/drawing/2014/main" id="{B10B1B6D-4D20-48D7-BB39-F5EDA65E6676}"/>
                  </a:ext>
                </a:extLst>
              </p:cNvPr>
              <p:cNvSpPr/>
              <p:nvPr/>
            </p:nvSpPr>
            <p:spPr>
              <a:xfrm>
                <a:off x="6071760" y="1713960"/>
                <a:ext cx="60120" cy="158040"/>
              </a:xfrm>
              <a:prstGeom prst="line">
                <a:avLst/>
              </a:prstGeom>
              <a:ln>
                <a:solidFill>
                  <a:srgbClr val="C4C4C4"/>
                </a:solidFill>
              </a:ln>
            </p:spPr>
            <p:style>
              <a:lnRef idx="0">
                <a:scrgbClr r="0" g="0" b="0"/>
              </a:lnRef>
              <a:fillRef idx="0">
                <a:scrgbClr r="0" g="0" b="0"/>
              </a:fillRef>
              <a:effectRef idx="0">
                <a:scrgbClr r="0" g="0" b="0"/>
              </a:effectRef>
              <a:fontRef idx="minor"/>
            </p:style>
          </p:sp>
          <p:sp>
            <p:nvSpPr>
              <p:cNvPr id="947" name="Line 1936">
                <a:extLst>
                  <a:ext uri="{FF2B5EF4-FFF2-40B4-BE49-F238E27FC236}">
                    <a16:creationId xmlns:a16="http://schemas.microsoft.com/office/drawing/2014/main" id="{1274891D-7B68-4271-ABC5-6EA7BF0144CD}"/>
                  </a:ext>
                </a:extLst>
              </p:cNvPr>
              <p:cNvSpPr/>
              <p:nvPr/>
            </p:nvSpPr>
            <p:spPr>
              <a:xfrm flipV="1">
                <a:off x="7460640" y="2065320"/>
                <a:ext cx="61200" cy="120960"/>
              </a:xfrm>
              <a:prstGeom prst="line">
                <a:avLst/>
              </a:prstGeom>
              <a:ln>
                <a:solidFill>
                  <a:srgbClr val="C2C2C2"/>
                </a:solidFill>
              </a:ln>
            </p:spPr>
            <p:style>
              <a:lnRef idx="0">
                <a:scrgbClr r="0" g="0" b="0"/>
              </a:lnRef>
              <a:fillRef idx="0">
                <a:scrgbClr r="0" g="0" b="0"/>
              </a:fillRef>
              <a:effectRef idx="0">
                <a:scrgbClr r="0" g="0" b="0"/>
              </a:effectRef>
              <a:fontRef idx="minor"/>
            </p:style>
          </p:sp>
          <p:sp>
            <p:nvSpPr>
              <p:cNvPr id="948" name="Line 1937">
                <a:extLst>
                  <a:ext uri="{FF2B5EF4-FFF2-40B4-BE49-F238E27FC236}">
                    <a16:creationId xmlns:a16="http://schemas.microsoft.com/office/drawing/2014/main" id="{87EA5216-AB3A-4F64-9212-D15FFC3EEE16}"/>
                  </a:ext>
                </a:extLst>
              </p:cNvPr>
              <p:cNvSpPr/>
              <p:nvPr/>
            </p:nvSpPr>
            <p:spPr>
              <a:xfrm flipH="1">
                <a:off x="7521840" y="1936080"/>
                <a:ext cx="60120" cy="120240"/>
              </a:xfrm>
              <a:prstGeom prst="line">
                <a:avLst/>
              </a:prstGeom>
              <a:ln>
                <a:solidFill>
                  <a:srgbClr val="D0D0D0"/>
                </a:solidFill>
              </a:ln>
            </p:spPr>
            <p:style>
              <a:lnRef idx="0">
                <a:scrgbClr r="0" g="0" b="0"/>
              </a:lnRef>
              <a:fillRef idx="0">
                <a:scrgbClr r="0" g="0" b="0"/>
              </a:fillRef>
              <a:effectRef idx="0">
                <a:scrgbClr r="0" g="0" b="0"/>
              </a:effectRef>
              <a:fontRef idx="minor"/>
            </p:style>
          </p:sp>
          <p:sp>
            <p:nvSpPr>
              <p:cNvPr id="949" name="Line 1938">
                <a:extLst>
                  <a:ext uri="{FF2B5EF4-FFF2-40B4-BE49-F238E27FC236}">
                    <a16:creationId xmlns:a16="http://schemas.microsoft.com/office/drawing/2014/main" id="{E63CEEF5-57D8-47EF-94FD-E385A150ECF1}"/>
                  </a:ext>
                </a:extLst>
              </p:cNvPr>
              <p:cNvSpPr/>
              <p:nvPr/>
            </p:nvSpPr>
            <p:spPr>
              <a:xfrm flipV="1">
                <a:off x="7521840" y="1936080"/>
                <a:ext cx="60120" cy="129240"/>
              </a:xfrm>
              <a:prstGeom prst="line">
                <a:avLst/>
              </a:prstGeom>
              <a:ln>
                <a:solidFill>
                  <a:srgbClr val="CECECE"/>
                </a:solidFill>
              </a:ln>
            </p:spPr>
            <p:style>
              <a:lnRef idx="0">
                <a:scrgbClr r="0" g="0" b="0"/>
              </a:lnRef>
              <a:fillRef idx="0">
                <a:scrgbClr r="0" g="0" b="0"/>
              </a:fillRef>
              <a:effectRef idx="0">
                <a:scrgbClr r="0" g="0" b="0"/>
              </a:effectRef>
              <a:fontRef idx="minor"/>
            </p:style>
          </p:sp>
          <p:sp>
            <p:nvSpPr>
              <p:cNvPr id="950" name="Line 1939">
                <a:extLst>
                  <a:ext uri="{FF2B5EF4-FFF2-40B4-BE49-F238E27FC236}">
                    <a16:creationId xmlns:a16="http://schemas.microsoft.com/office/drawing/2014/main" id="{F6227866-CFC0-427C-9265-BA586F7FF51D}"/>
                  </a:ext>
                </a:extLst>
              </p:cNvPr>
              <p:cNvSpPr/>
              <p:nvPr/>
            </p:nvSpPr>
            <p:spPr>
              <a:xfrm flipV="1">
                <a:off x="7399800" y="2182320"/>
                <a:ext cx="60840" cy="121320"/>
              </a:xfrm>
              <a:prstGeom prst="line">
                <a:avLst/>
              </a:prstGeom>
              <a:ln>
                <a:solidFill>
                  <a:srgbClr val="B6B6B6"/>
                </a:solidFill>
              </a:ln>
            </p:spPr>
            <p:style>
              <a:lnRef idx="0">
                <a:scrgbClr r="0" g="0" b="0"/>
              </a:lnRef>
              <a:fillRef idx="0">
                <a:scrgbClr r="0" g="0" b="0"/>
              </a:fillRef>
              <a:effectRef idx="0">
                <a:scrgbClr r="0" g="0" b="0"/>
              </a:effectRef>
              <a:fontRef idx="minor"/>
            </p:style>
          </p:sp>
          <p:sp>
            <p:nvSpPr>
              <p:cNvPr id="951" name="Line 1940">
                <a:extLst>
                  <a:ext uri="{FF2B5EF4-FFF2-40B4-BE49-F238E27FC236}">
                    <a16:creationId xmlns:a16="http://schemas.microsoft.com/office/drawing/2014/main" id="{DD937E30-C743-46D0-9E09-F62E466CDA5F}"/>
                  </a:ext>
                </a:extLst>
              </p:cNvPr>
              <p:cNvSpPr/>
              <p:nvPr/>
            </p:nvSpPr>
            <p:spPr>
              <a:xfrm flipV="1">
                <a:off x="7460640" y="2065320"/>
                <a:ext cx="61200" cy="117000"/>
              </a:xfrm>
              <a:prstGeom prst="line">
                <a:avLst/>
              </a:prstGeom>
              <a:ln>
                <a:solidFill>
                  <a:srgbClr val="C1C1C1"/>
                </a:solidFill>
              </a:ln>
            </p:spPr>
            <p:style>
              <a:lnRef idx="0">
                <a:scrgbClr r="0" g="0" b="0"/>
              </a:lnRef>
              <a:fillRef idx="0">
                <a:scrgbClr r="0" g="0" b="0"/>
              </a:fillRef>
              <a:effectRef idx="0">
                <a:scrgbClr r="0" g="0" b="0"/>
              </a:effectRef>
              <a:fontRef idx="minor"/>
            </p:style>
          </p:sp>
          <p:sp>
            <p:nvSpPr>
              <p:cNvPr id="952" name="Line 1941">
                <a:extLst>
                  <a:ext uri="{FF2B5EF4-FFF2-40B4-BE49-F238E27FC236}">
                    <a16:creationId xmlns:a16="http://schemas.microsoft.com/office/drawing/2014/main" id="{1531417D-AA3C-4A93-AF60-805CD9BA41EA}"/>
                  </a:ext>
                </a:extLst>
              </p:cNvPr>
              <p:cNvSpPr/>
              <p:nvPr/>
            </p:nvSpPr>
            <p:spPr>
              <a:xfrm flipV="1">
                <a:off x="7341480" y="2288520"/>
                <a:ext cx="58320" cy="120240"/>
              </a:xfrm>
              <a:prstGeom prst="line">
                <a:avLst/>
              </a:prstGeom>
              <a:ln>
                <a:solidFill>
                  <a:srgbClr val="AAAAAA"/>
                </a:solidFill>
              </a:ln>
            </p:spPr>
            <p:style>
              <a:lnRef idx="0">
                <a:scrgbClr r="0" g="0" b="0"/>
              </a:lnRef>
              <a:fillRef idx="0">
                <a:scrgbClr r="0" g="0" b="0"/>
              </a:fillRef>
              <a:effectRef idx="0">
                <a:scrgbClr r="0" g="0" b="0"/>
              </a:effectRef>
              <a:fontRef idx="minor"/>
            </p:style>
          </p:sp>
          <p:sp>
            <p:nvSpPr>
              <p:cNvPr id="953" name="Line 1942">
                <a:extLst>
                  <a:ext uri="{FF2B5EF4-FFF2-40B4-BE49-F238E27FC236}">
                    <a16:creationId xmlns:a16="http://schemas.microsoft.com/office/drawing/2014/main" id="{06F9F969-B050-4394-AC9F-2D1DF6C5EC42}"/>
                  </a:ext>
                </a:extLst>
              </p:cNvPr>
              <p:cNvSpPr/>
              <p:nvPr/>
            </p:nvSpPr>
            <p:spPr>
              <a:xfrm flipV="1">
                <a:off x="7399800" y="2182320"/>
                <a:ext cx="60840" cy="106200"/>
              </a:xfrm>
              <a:prstGeom prst="line">
                <a:avLst/>
              </a:prstGeom>
              <a:ln>
                <a:solidFill>
                  <a:srgbClr val="B5B5B5"/>
                </a:solidFill>
              </a:ln>
            </p:spPr>
            <p:style>
              <a:lnRef idx="0">
                <a:scrgbClr r="0" g="0" b="0"/>
              </a:lnRef>
              <a:fillRef idx="0">
                <a:scrgbClr r="0" g="0" b="0"/>
              </a:fillRef>
              <a:effectRef idx="0">
                <a:scrgbClr r="0" g="0" b="0"/>
              </a:effectRef>
              <a:fontRef idx="minor"/>
            </p:style>
          </p:sp>
          <p:sp>
            <p:nvSpPr>
              <p:cNvPr id="954" name="Line 1943">
                <a:extLst>
                  <a:ext uri="{FF2B5EF4-FFF2-40B4-BE49-F238E27FC236}">
                    <a16:creationId xmlns:a16="http://schemas.microsoft.com/office/drawing/2014/main" id="{011FEA5B-CF5F-4E0F-BBB0-2748552A8E91}"/>
                  </a:ext>
                </a:extLst>
              </p:cNvPr>
              <p:cNvSpPr/>
              <p:nvPr/>
            </p:nvSpPr>
            <p:spPr>
              <a:xfrm flipV="1">
                <a:off x="7280640" y="2380680"/>
                <a:ext cx="60840" cy="120960"/>
              </a:xfrm>
              <a:prstGeom prst="line">
                <a:avLst/>
              </a:prstGeom>
              <a:ln>
                <a:solidFill>
                  <a:srgbClr val="A0A0A0"/>
                </a:solidFill>
              </a:ln>
            </p:spPr>
            <p:style>
              <a:lnRef idx="0">
                <a:scrgbClr r="0" g="0" b="0"/>
              </a:lnRef>
              <a:fillRef idx="0">
                <a:scrgbClr r="0" g="0" b="0"/>
              </a:fillRef>
              <a:effectRef idx="0">
                <a:scrgbClr r="0" g="0" b="0"/>
              </a:effectRef>
              <a:fontRef idx="minor"/>
            </p:style>
          </p:sp>
          <p:sp>
            <p:nvSpPr>
              <p:cNvPr id="955" name="Line 1944">
                <a:extLst>
                  <a:ext uri="{FF2B5EF4-FFF2-40B4-BE49-F238E27FC236}">
                    <a16:creationId xmlns:a16="http://schemas.microsoft.com/office/drawing/2014/main" id="{B4C2FBF3-0453-4CFC-9F28-6DB25E8CC16A}"/>
                  </a:ext>
                </a:extLst>
              </p:cNvPr>
              <p:cNvSpPr/>
              <p:nvPr/>
            </p:nvSpPr>
            <p:spPr>
              <a:xfrm flipV="1">
                <a:off x="7341480" y="2288520"/>
                <a:ext cx="58320" cy="92160"/>
              </a:xfrm>
              <a:prstGeom prst="line">
                <a:avLst/>
              </a:prstGeom>
              <a:ln>
                <a:solidFill>
                  <a:srgbClr val="AAAAAA"/>
                </a:solidFill>
              </a:ln>
            </p:spPr>
            <p:style>
              <a:lnRef idx="0">
                <a:scrgbClr r="0" g="0" b="0"/>
              </a:lnRef>
              <a:fillRef idx="0">
                <a:scrgbClr r="0" g="0" b="0"/>
              </a:fillRef>
              <a:effectRef idx="0">
                <a:scrgbClr r="0" g="0" b="0"/>
              </a:effectRef>
              <a:fontRef idx="minor"/>
            </p:style>
          </p:sp>
          <p:sp>
            <p:nvSpPr>
              <p:cNvPr id="956" name="Line 1945">
                <a:extLst>
                  <a:ext uri="{FF2B5EF4-FFF2-40B4-BE49-F238E27FC236}">
                    <a16:creationId xmlns:a16="http://schemas.microsoft.com/office/drawing/2014/main" id="{A49D4F90-AD25-4625-AABB-459FD5AC93C7}"/>
                  </a:ext>
                </a:extLst>
              </p:cNvPr>
              <p:cNvSpPr/>
              <p:nvPr/>
            </p:nvSpPr>
            <p:spPr>
              <a:xfrm flipV="1">
                <a:off x="7219440" y="2459520"/>
                <a:ext cx="61200" cy="121320"/>
              </a:xfrm>
              <a:prstGeom prst="line">
                <a:avLst/>
              </a:prstGeom>
              <a:ln>
                <a:solidFill>
                  <a:srgbClr val="979797"/>
                </a:solidFill>
              </a:ln>
            </p:spPr>
            <p:style>
              <a:lnRef idx="0">
                <a:scrgbClr r="0" g="0" b="0"/>
              </a:lnRef>
              <a:fillRef idx="0">
                <a:scrgbClr r="0" g="0" b="0"/>
              </a:fillRef>
              <a:effectRef idx="0">
                <a:scrgbClr r="0" g="0" b="0"/>
              </a:effectRef>
              <a:fontRef idx="minor"/>
            </p:style>
          </p:sp>
          <p:sp>
            <p:nvSpPr>
              <p:cNvPr id="957" name="Line 1946">
                <a:extLst>
                  <a:ext uri="{FF2B5EF4-FFF2-40B4-BE49-F238E27FC236}">
                    <a16:creationId xmlns:a16="http://schemas.microsoft.com/office/drawing/2014/main" id="{8D06219C-3435-4DCF-B572-013153E253EE}"/>
                  </a:ext>
                </a:extLst>
              </p:cNvPr>
              <p:cNvSpPr/>
              <p:nvPr/>
            </p:nvSpPr>
            <p:spPr>
              <a:xfrm flipV="1">
                <a:off x="7280640" y="2380680"/>
                <a:ext cx="60840" cy="78840"/>
              </a:xfrm>
              <a:prstGeom prst="line">
                <a:avLst/>
              </a:prstGeom>
              <a:ln>
                <a:solidFill>
                  <a:srgbClr val="A1A1A1"/>
                </a:solidFill>
              </a:ln>
            </p:spPr>
            <p:style>
              <a:lnRef idx="0">
                <a:scrgbClr r="0" g="0" b="0"/>
              </a:lnRef>
              <a:fillRef idx="0">
                <a:scrgbClr r="0" g="0" b="0"/>
              </a:fillRef>
              <a:effectRef idx="0">
                <a:scrgbClr r="0" g="0" b="0"/>
              </a:effectRef>
              <a:fontRef idx="minor"/>
            </p:style>
          </p:sp>
          <p:sp>
            <p:nvSpPr>
              <p:cNvPr id="958" name="Line 1947">
                <a:extLst>
                  <a:ext uri="{FF2B5EF4-FFF2-40B4-BE49-F238E27FC236}">
                    <a16:creationId xmlns:a16="http://schemas.microsoft.com/office/drawing/2014/main" id="{F303E4F0-9342-4343-B550-9D80E1D7F981}"/>
                  </a:ext>
                </a:extLst>
              </p:cNvPr>
              <p:cNvSpPr/>
              <p:nvPr/>
            </p:nvSpPr>
            <p:spPr>
              <a:xfrm flipV="1">
                <a:off x="7159320" y="2526840"/>
                <a:ext cx="60120" cy="120960"/>
              </a:xfrm>
              <a:prstGeom prst="line">
                <a:avLst/>
              </a:prstGeom>
              <a:ln>
                <a:solidFill>
                  <a:srgbClr val="8F8F8F"/>
                </a:solidFill>
              </a:ln>
            </p:spPr>
            <p:style>
              <a:lnRef idx="0">
                <a:scrgbClr r="0" g="0" b="0"/>
              </a:lnRef>
              <a:fillRef idx="0">
                <a:scrgbClr r="0" g="0" b="0"/>
              </a:fillRef>
              <a:effectRef idx="0">
                <a:scrgbClr r="0" g="0" b="0"/>
              </a:effectRef>
              <a:fontRef idx="minor"/>
            </p:style>
          </p:sp>
          <p:sp>
            <p:nvSpPr>
              <p:cNvPr id="959" name="Line 1948">
                <a:extLst>
                  <a:ext uri="{FF2B5EF4-FFF2-40B4-BE49-F238E27FC236}">
                    <a16:creationId xmlns:a16="http://schemas.microsoft.com/office/drawing/2014/main" id="{DF02ED62-D732-4E0F-93BB-660286355680}"/>
                  </a:ext>
                </a:extLst>
              </p:cNvPr>
              <p:cNvSpPr/>
              <p:nvPr/>
            </p:nvSpPr>
            <p:spPr>
              <a:xfrm flipV="1">
                <a:off x="7219440" y="2459520"/>
                <a:ext cx="61200" cy="67320"/>
              </a:xfrm>
              <a:prstGeom prst="line">
                <a:avLst/>
              </a:prstGeom>
              <a:ln>
                <a:solidFill>
                  <a:srgbClr val="989898"/>
                </a:solidFill>
              </a:ln>
            </p:spPr>
            <p:style>
              <a:lnRef idx="0">
                <a:scrgbClr r="0" g="0" b="0"/>
              </a:lnRef>
              <a:fillRef idx="0">
                <a:scrgbClr r="0" g="0" b="0"/>
              </a:fillRef>
              <a:effectRef idx="0">
                <a:scrgbClr r="0" g="0" b="0"/>
              </a:effectRef>
              <a:fontRef idx="minor"/>
            </p:style>
          </p:sp>
          <p:sp>
            <p:nvSpPr>
              <p:cNvPr id="960" name="Line 1949">
                <a:extLst>
                  <a:ext uri="{FF2B5EF4-FFF2-40B4-BE49-F238E27FC236}">
                    <a16:creationId xmlns:a16="http://schemas.microsoft.com/office/drawing/2014/main" id="{404CA896-3567-4128-93B7-D104F5846B1A}"/>
                  </a:ext>
                </a:extLst>
              </p:cNvPr>
              <p:cNvSpPr/>
              <p:nvPr/>
            </p:nvSpPr>
            <p:spPr>
              <a:xfrm flipV="1">
                <a:off x="7098480" y="2581920"/>
                <a:ext cx="60840" cy="120960"/>
              </a:xfrm>
              <a:prstGeom prst="line">
                <a:avLst/>
              </a:prstGeom>
              <a:ln>
                <a:solidFill>
                  <a:srgbClr val="898989"/>
                </a:solidFill>
              </a:ln>
            </p:spPr>
            <p:style>
              <a:lnRef idx="0">
                <a:scrgbClr r="0" g="0" b="0"/>
              </a:lnRef>
              <a:fillRef idx="0">
                <a:scrgbClr r="0" g="0" b="0"/>
              </a:fillRef>
              <a:effectRef idx="0">
                <a:scrgbClr r="0" g="0" b="0"/>
              </a:effectRef>
              <a:fontRef idx="minor"/>
            </p:style>
          </p:sp>
          <p:sp>
            <p:nvSpPr>
              <p:cNvPr id="961" name="Line 1950">
                <a:extLst>
                  <a:ext uri="{FF2B5EF4-FFF2-40B4-BE49-F238E27FC236}">
                    <a16:creationId xmlns:a16="http://schemas.microsoft.com/office/drawing/2014/main" id="{27AFBC87-F502-4884-996A-BE7DC80014C7}"/>
                  </a:ext>
                </a:extLst>
              </p:cNvPr>
              <p:cNvSpPr/>
              <p:nvPr/>
            </p:nvSpPr>
            <p:spPr>
              <a:xfrm flipV="1">
                <a:off x="7159320" y="2526840"/>
                <a:ext cx="60120" cy="55080"/>
              </a:xfrm>
              <a:prstGeom prst="line">
                <a:avLst/>
              </a:prstGeom>
              <a:ln>
                <a:solidFill>
                  <a:srgbClr val="919191"/>
                </a:solidFill>
              </a:ln>
            </p:spPr>
            <p:style>
              <a:lnRef idx="0">
                <a:scrgbClr r="0" g="0" b="0"/>
              </a:lnRef>
              <a:fillRef idx="0">
                <a:scrgbClr r="0" g="0" b="0"/>
              </a:fillRef>
              <a:effectRef idx="0">
                <a:scrgbClr r="0" g="0" b="0"/>
              </a:effectRef>
              <a:fontRef idx="minor"/>
            </p:style>
          </p:sp>
          <p:sp>
            <p:nvSpPr>
              <p:cNvPr id="962" name="Line 1951">
                <a:extLst>
                  <a:ext uri="{FF2B5EF4-FFF2-40B4-BE49-F238E27FC236}">
                    <a16:creationId xmlns:a16="http://schemas.microsoft.com/office/drawing/2014/main" id="{64A0B82A-3E09-4093-9F30-EC5247C4A24A}"/>
                  </a:ext>
                </a:extLst>
              </p:cNvPr>
              <p:cNvSpPr/>
              <p:nvPr/>
            </p:nvSpPr>
            <p:spPr>
              <a:xfrm flipV="1">
                <a:off x="7037280" y="2623680"/>
                <a:ext cx="61200" cy="121320"/>
              </a:xfrm>
              <a:prstGeom prst="line">
                <a:avLst/>
              </a:prstGeom>
              <a:ln>
                <a:solidFill>
                  <a:srgbClr val="838383"/>
                </a:solidFill>
              </a:ln>
            </p:spPr>
            <p:style>
              <a:lnRef idx="0">
                <a:scrgbClr r="0" g="0" b="0"/>
              </a:lnRef>
              <a:fillRef idx="0">
                <a:scrgbClr r="0" g="0" b="0"/>
              </a:fillRef>
              <a:effectRef idx="0">
                <a:scrgbClr r="0" g="0" b="0"/>
              </a:effectRef>
              <a:fontRef idx="minor"/>
            </p:style>
          </p:sp>
          <p:sp>
            <p:nvSpPr>
              <p:cNvPr id="963" name="Line 1952">
                <a:extLst>
                  <a:ext uri="{FF2B5EF4-FFF2-40B4-BE49-F238E27FC236}">
                    <a16:creationId xmlns:a16="http://schemas.microsoft.com/office/drawing/2014/main" id="{20B96144-E5FB-4796-8E60-BCC1D45F5993}"/>
                  </a:ext>
                </a:extLst>
              </p:cNvPr>
              <p:cNvSpPr/>
              <p:nvPr/>
            </p:nvSpPr>
            <p:spPr>
              <a:xfrm flipV="1">
                <a:off x="7098480" y="2581920"/>
                <a:ext cx="60840" cy="41760"/>
              </a:xfrm>
              <a:prstGeom prst="line">
                <a:avLst/>
              </a:prstGeom>
              <a:ln>
                <a:solidFill>
                  <a:srgbClr val="8B8B8B"/>
                </a:solidFill>
              </a:ln>
            </p:spPr>
            <p:style>
              <a:lnRef idx="0">
                <a:scrgbClr r="0" g="0" b="0"/>
              </a:lnRef>
              <a:fillRef idx="0">
                <a:scrgbClr r="0" g="0" b="0"/>
              </a:fillRef>
              <a:effectRef idx="0">
                <a:scrgbClr r="0" g="0" b="0"/>
              </a:effectRef>
              <a:fontRef idx="minor"/>
            </p:style>
          </p:sp>
          <p:sp>
            <p:nvSpPr>
              <p:cNvPr id="964" name="Line 1953">
                <a:extLst>
                  <a:ext uri="{FF2B5EF4-FFF2-40B4-BE49-F238E27FC236}">
                    <a16:creationId xmlns:a16="http://schemas.microsoft.com/office/drawing/2014/main" id="{5497B66D-AC44-441D-85A1-4D9DF035B5A3}"/>
                  </a:ext>
                </a:extLst>
              </p:cNvPr>
              <p:cNvSpPr/>
              <p:nvPr/>
            </p:nvSpPr>
            <p:spPr>
              <a:xfrm flipV="1">
                <a:off x="6978240" y="2653920"/>
                <a:ext cx="59040" cy="120960"/>
              </a:xfrm>
              <a:prstGeom prst="line">
                <a:avLst/>
              </a:prstGeom>
              <a:ln>
                <a:solidFill>
                  <a:srgbClr val="7F7F7F"/>
                </a:solidFill>
              </a:ln>
            </p:spPr>
            <p:style>
              <a:lnRef idx="0">
                <a:scrgbClr r="0" g="0" b="0"/>
              </a:lnRef>
              <a:fillRef idx="0">
                <a:scrgbClr r="0" g="0" b="0"/>
              </a:fillRef>
              <a:effectRef idx="0">
                <a:scrgbClr r="0" g="0" b="0"/>
              </a:effectRef>
              <a:fontRef idx="minor"/>
            </p:style>
          </p:sp>
          <p:sp>
            <p:nvSpPr>
              <p:cNvPr id="965" name="Line 1954">
                <a:extLst>
                  <a:ext uri="{FF2B5EF4-FFF2-40B4-BE49-F238E27FC236}">
                    <a16:creationId xmlns:a16="http://schemas.microsoft.com/office/drawing/2014/main" id="{2AE29B3D-92B3-4861-9CEF-B67C387FDB96}"/>
                  </a:ext>
                </a:extLst>
              </p:cNvPr>
              <p:cNvSpPr/>
              <p:nvPr/>
            </p:nvSpPr>
            <p:spPr>
              <a:xfrm flipV="1">
                <a:off x="7037280" y="2623680"/>
                <a:ext cx="61200" cy="30240"/>
              </a:xfrm>
              <a:prstGeom prst="line">
                <a:avLst/>
              </a:prstGeom>
              <a:ln>
                <a:solidFill>
                  <a:srgbClr val="868686"/>
                </a:solidFill>
              </a:ln>
            </p:spPr>
            <p:style>
              <a:lnRef idx="0">
                <a:scrgbClr r="0" g="0" b="0"/>
              </a:lnRef>
              <a:fillRef idx="0">
                <a:scrgbClr r="0" g="0" b="0"/>
              </a:fillRef>
              <a:effectRef idx="0">
                <a:scrgbClr r="0" g="0" b="0"/>
              </a:effectRef>
              <a:fontRef idx="minor"/>
            </p:style>
          </p:sp>
          <p:sp>
            <p:nvSpPr>
              <p:cNvPr id="966" name="Line 1955">
                <a:extLst>
                  <a:ext uri="{FF2B5EF4-FFF2-40B4-BE49-F238E27FC236}">
                    <a16:creationId xmlns:a16="http://schemas.microsoft.com/office/drawing/2014/main" id="{6D6D8B29-EA86-4748-9EDA-C95ED1914BFC}"/>
                  </a:ext>
                </a:extLst>
              </p:cNvPr>
              <p:cNvSpPr/>
              <p:nvPr/>
            </p:nvSpPr>
            <p:spPr>
              <a:xfrm flipV="1">
                <a:off x="6918480" y="2669760"/>
                <a:ext cx="59760" cy="121320"/>
              </a:xfrm>
              <a:prstGeom prst="line">
                <a:avLst/>
              </a:prstGeom>
              <a:ln>
                <a:solidFill>
                  <a:srgbClr val="7C7C7C"/>
                </a:solidFill>
              </a:ln>
            </p:spPr>
            <p:style>
              <a:lnRef idx="0">
                <a:scrgbClr r="0" g="0" b="0"/>
              </a:lnRef>
              <a:fillRef idx="0">
                <a:scrgbClr r="0" g="0" b="0"/>
              </a:fillRef>
              <a:effectRef idx="0">
                <a:scrgbClr r="0" g="0" b="0"/>
              </a:effectRef>
              <a:fontRef idx="minor"/>
            </p:style>
          </p:sp>
          <p:sp>
            <p:nvSpPr>
              <p:cNvPr id="967" name="Line 1956">
                <a:extLst>
                  <a:ext uri="{FF2B5EF4-FFF2-40B4-BE49-F238E27FC236}">
                    <a16:creationId xmlns:a16="http://schemas.microsoft.com/office/drawing/2014/main" id="{EA5135D1-E708-49D3-9AC3-AC0A2E5D4B09}"/>
                  </a:ext>
                </a:extLst>
              </p:cNvPr>
              <p:cNvSpPr/>
              <p:nvPr/>
            </p:nvSpPr>
            <p:spPr>
              <a:xfrm flipV="1">
                <a:off x="6978240" y="2653920"/>
                <a:ext cx="59040" cy="15840"/>
              </a:xfrm>
              <a:prstGeom prst="line">
                <a:avLst/>
              </a:prstGeom>
              <a:ln>
                <a:solidFill>
                  <a:srgbClr val="838383"/>
                </a:solidFill>
              </a:ln>
            </p:spPr>
            <p:style>
              <a:lnRef idx="0">
                <a:scrgbClr r="0" g="0" b="0"/>
              </a:lnRef>
              <a:fillRef idx="0">
                <a:scrgbClr r="0" g="0" b="0"/>
              </a:fillRef>
              <a:effectRef idx="0">
                <a:scrgbClr r="0" g="0" b="0"/>
              </a:effectRef>
              <a:fontRef idx="minor"/>
            </p:style>
          </p:sp>
          <p:sp>
            <p:nvSpPr>
              <p:cNvPr id="968" name="Line 1957">
                <a:extLst>
                  <a:ext uri="{FF2B5EF4-FFF2-40B4-BE49-F238E27FC236}">
                    <a16:creationId xmlns:a16="http://schemas.microsoft.com/office/drawing/2014/main" id="{6C50000B-EB49-4E74-BE03-E443A0021689}"/>
                  </a:ext>
                </a:extLst>
              </p:cNvPr>
              <p:cNvSpPr/>
              <p:nvPr/>
            </p:nvSpPr>
            <p:spPr>
              <a:xfrm flipV="1">
                <a:off x="6857280" y="2674800"/>
                <a:ext cx="61200" cy="121320"/>
              </a:xfrm>
              <a:prstGeom prst="line">
                <a:avLst/>
              </a:prstGeom>
              <a:ln>
                <a:solidFill>
                  <a:srgbClr val="7A7A7A"/>
                </a:solidFill>
              </a:ln>
            </p:spPr>
            <p:style>
              <a:lnRef idx="0">
                <a:scrgbClr r="0" g="0" b="0"/>
              </a:lnRef>
              <a:fillRef idx="0">
                <a:scrgbClr r="0" g="0" b="0"/>
              </a:fillRef>
              <a:effectRef idx="0">
                <a:scrgbClr r="0" g="0" b="0"/>
              </a:effectRef>
              <a:fontRef idx="minor"/>
            </p:style>
          </p:sp>
          <p:sp>
            <p:nvSpPr>
              <p:cNvPr id="969" name="Line 1958">
                <a:extLst>
                  <a:ext uri="{FF2B5EF4-FFF2-40B4-BE49-F238E27FC236}">
                    <a16:creationId xmlns:a16="http://schemas.microsoft.com/office/drawing/2014/main" id="{22B6B568-D275-4DCD-B4B0-8670E4F619BA}"/>
                  </a:ext>
                </a:extLst>
              </p:cNvPr>
              <p:cNvSpPr/>
              <p:nvPr/>
            </p:nvSpPr>
            <p:spPr>
              <a:xfrm flipV="1">
                <a:off x="6918480" y="2669760"/>
                <a:ext cx="59760" cy="5040"/>
              </a:xfrm>
              <a:prstGeom prst="line">
                <a:avLst/>
              </a:prstGeom>
              <a:ln>
                <a:solidFill>
                  <a:srgbClr val="808080"/>
                </a:solidFill>
              </a:ln>
            </p:spPr>
            <p:style>
              <a:lnRef idx="0">
                <a:scrgbClr r="0" g="0" b="0"/>
              </a:lnRef>
              <a:fillRef idx="0">
                <a:scrgbClr r="0" g="0" b="0"/>
              </a:fillRef>
              <a:effectRef idx="0">
                <a:scrgbClr r="0" g="0" b="0"/>
              </a:effectRef>
              <a:fontRef idx="minor"/>
            </p:style>
          </p:sp>
          <p:sp>
            <p:nvSpPr>
              <p:cNvPr id="970" name="Line 1959">
                <a:extLst>
                  <a:ext uri="{FF2B5EF4-FFF2-40B4-BE49-F238E27FC236}">
                    <a16:creationId xmlns:a16="http://schemas.microsoft.com/office/drawing/2014/main" id="{024DCC66-BEC2-4B98-87E2-55F5BC0A0CE4}"/>
                  </a:ext>
                </a:extLst>
              </p:cNvPr>
              <p:cNvSpPr/>
              <p:nvPr/>
            </p:nvSpPr>
            <p:spPr>
              <a:xfrm flipV="1">
                <a:off x="6796080" y="2667960"/>
                <a:ext cx="61200" cy="119880"/>
              </a:xfrm>
              <a:prstGeom prst="line">
                <a:avLst/>
              </a:prstGeom>
              <a:ln>
                <a:solidFill>
                  <a:srgbClr val="7A7A7A"/>
                </a:solidFill>
              </a:ln>
            </p:spPr>
            <p:style>
              <a:lnRef idx="0">
                <a:scrgbClr r="0" g="0" b="0"/>
              </a:lnRef>
              <a:fillRef idx="0">
                <a:scrgbClr r="0" g="0" b="0"/>
              </a:fillRef>
              <a:effectRef idx="0">
                <a:scrgbClr r="0" g="0" b="0"/>
              </a:effectRef>
              <a:fontRef idx="minor"/>
            </p:style>
          </p:sp>
          <p:sp>
            <p:nvSpPr>
              <p:cNvPr id="971" name="Line 1960">
                <a:extLst>
                  <a:ext uri="{FF2B5EF4-FFF2-40B4-BE49-F238E27FC236}">
                    <a16:creationId xmlns:a16="http://schemas.microsoft.com/office/drawing/2014/main" id="{AB671765-593C-48D7-B13A-A05642B60000}"/>
                  </a:ext>
                </a:extLst>
              </p:cNvPr>
              <p:cNvSpPr/>
              <p:nvPr/>
            </p:nvSpPr>
            <p:spPr>
              <a:xfrm>
                <a:off x="6857280" y="2667960"/>
                <a:ext cx="61200" cy="6840"/>
              </a:xfrm>
              <a:prstGeom prst="line">
                <a:avLst/>
              </a:prstGeom>
              <a:ln>
                <a:solidFill>
                  <a:srgbClr val="7F7F7F"/>
                </a:solidFill>
              </a:ln>
            </p:spPr>
            <p:style>
              <a:lnRef idx="0">
                <a:scrgbClr r="0" g="0" b="0"/>
              </a:lnRef>
              <a:fillRef idx="0">
                <a:scrgbClr r="0" g="0" b="0"/>
              </a:fillRef>
              <a:effectRef idx="0">
                <a:scrgbClr r="0" g="0" b="0"/>
              </a:effectRef>
              <a:fontRef idx="minor"/>
            </p:style>
          </p:sp>
          <p:sp>
            <p:nvSpPr>
              <p:cNvPr id="972" name="Line 1961">
                <a:extLst>
                  <a:ext uri="{FF2B5EF4-FFF2-40B4-BE49-F238E27FC236}">
                    <a16:creationId xmlns:a16="http://schemas.microsoft.com/office/drawing/2014/main" id="{56587345-5722-4D19-BC45-C55790433DF9}"/>
                  </a:ext>
                </a:extLst>
              </p:cNvPr>
              <p:cNvSpPr/>
              <p:nvPr/>
            </p:nvSpPr>
            <p:spPr>
              <a:xfrm flipV="1">
                <a:off x="6736320" y="2646720"/>
                <a:ext cx="59760" cy="120240"/>
              </a:xfrm>
              <a:prstGeom prst="line">
                <a:avLst/>
              </a:prstGeom>
              <a:ln>
                <a:solidFill>
                  <a:srgbClr val="7A7A7A"/>
                </a:solidFill>
              </a:ln>
            </p:spPr>
            <p:style>
              <a:lnRef idx="0">
                <a:scrgbClr r="0" g="0" b="0"/>
              </a:lnRef>
              <a:fillRef idx="0">
                <a:scrgbClr r="0" g="0" b="0"/>
              </a:fillRef>
              <a:effectRef idx="0">
                <a:scrgbClr r="0" g="0" b="0"/>
              </a:effectRef>
              <a:fontRef idx="minor"/>
            </p:style>
          </p:sp>
          <p:sp>
            <p:nvSpPr>
              <p:cNvPr id="973" name="Line 1962">
                <a:extLst>
                  <a:ext uri="{FF2B5EF4-FFF2-40B4-BE49-F238E27FC236}">
                    <a16:creationId xmlns:a16="http://schemas.microsoft.com/office/drawing/2014/main" id="{AFE793E5-CA15-4F18-B32A-B42C77169BBB}"/>
                  </a:ext>
                </a:extLst>
              </p:cNvPr>
              <p:cNvSpPr/>
              <p:nvPr/>
            </p:nvSpPr>
            <p:spPr>
              <a:xfrm>
                <a:off x="6796080" y="2646720"/>
                <a:ext cx="61200" cy="21240"/>
              </a:xfrm>
              <a:prstGeom prst="line">
                <a:avLst/>
              </a:prstGeom>
              <a:ln>
                <a:solidFill>
                  <a:srgbClr val="7F7F7F"/>
                </a:solidFill>
              </a:ln>
            </p:spPr>
            <p:style>
              <a:lnRef idx="0">
                <a:scrgbClr r="0" g="0" b="0"/>
              </a:lnRef>
              <a:fillRef idx="0">
                <a:scrgbClr r="0" g="0" b="0"/>
              </a:fillRef>
              <a:effectRef idx="0">
                <a:scrgbClr r="0" g="0" b="0"/>
              </a:effectRef>
              <a:fontRef idx="minor"/>
            </p:style>
          </p:sp>
          <p:sp>
            <p:nvSpPr>
              <p:cNvPr id="974" name="Line 1963">
                <a:extLst>
                  <a:ext uri="{FF2B5EF4-FFF2-40B4-BE49-F238E27FC236}">
                    <a16:creationId xmlns:a16="http://schemas.microsoft.com/office/drawing/2014/main" id="{B326F731-2F4A-4CE2-9731-D7433E64879C}"/>
                  </a:ext>
                </a:extLst>
              </p:cNvPr>
              <p:cNvSpPr/>
              <p:nvPr/>
            </p:nvSpPr>
            <p:spPr>
              <a:xfrm flipV="1">
                <a:off x="6675120" y="2613960"/>
                <a:ext cx="61200" cy="119880"/>
              </a:xfrm>
              <a:prstGeom prst="line">
                <a:avLst/>
              </a:prstGeom>
              <a:ln>
                <a:solidFill>
                  <a:srgbClr val="7C7C7C"/>
                </a:solidFill>
              </a:ln>
            </p:spPr>
            <p:style>
              <a:lnRef idx="0">
                <a:scrgbClr r="0" g="0" b="0"/>
              </a:lnRef>
              <a:fillRef idx="0">
                <a:scrgbClr r="0" g="0" b="0"/>
              </a:fillRef>
              <a:effectRef idx="0">
                <a:scrgbClr r="0" g="0" b="0"/>
              </a:effectRef>
              <a:fontRef idx="minor"/>
            </p:style>
          </p:sp>
          <p:sp>
            <p:nvSpPr>
              <p:cNvPr id="975" name="Line 1964">
                <a:extLst>
                  <a:ext uri="{FF2B5EF4-FFF2-40B4-BE49-F238E27FC236}">
                    <a16:creationId xmlns:a16="http://schemas.microsoft.com/office/drawing/2014/main" id="{98126A76-FE38-4719-8976-B85B9DAACCF0}"/>
                  </a:ext>
                </a:extLst>
              </p:cNvPr>
              <p:cNvSpPr/>
              <p:nvPr/>
            </p:nvSpPr>
            <p:spPr>
              <a:xfrm>
                <a:off x="6736320" y="2613960"/>
                <a:ext cx="59760" cy="32760"/>
              </a:xfrm>
              <a:prstGeom prst="line">
                <a:avLst/>
              </a:prstGeom>
              <a:ln>
                <a:solidFill>
                  <a:srgbClr val="808080"/>
                </a:solidFill>
              </a:ln>
            </p:spPr>
            <p:style>
              <a:lnRef idx="0">
                <a:scrgbClr r="0" g="0" b="0"/>
              </a:lnRef>
              <a:fillRef idx="0">
                <a:scrgbClr r="0" g="0" b="0"/>
              </a:fillRef>
              <a:effectRef idx="0">
                <a:scrgbClr r="0" g="0" b="0"/>
              </a:effectRef>
              <a:fontRef idx="minor"/>
            </p:style>
          </p:sp>
          <p:sp>
            <p:nvSpPr>
              <p:cNvPr id="976" name="Line 1965">
                <a:extLst>
                  <a:ext uri="{FF2B5EF4-FFF2-40B4-BE49-F238E27FC236}">
                    <a16:creationId xmlns:a16="http://schemas.microsoft.com/office/drawing/2014/main" id="{E4AB06FE-3051-450F-8EE2-DB7CFEE1FBAA}"/>
                  </a:ext>
                </a:extLst>
              </p:cNvPr>
              <p:cNvSpPr/>
              <p:nvPr/>
            </p:nvSpPr>
            <p:spPr>
              <a:xfrm flipV="1">
                <a:off x="6616080" y="2567880"/>
                <a:ext cx="59040" cy="120960"/>
              </a:xfrm>
              <a:prstGeom prst="line">
                <a:avLst/>
              </a:prstGeom>
              <a:ln>
                <a:solidFill>
                  <a:srgbClr val="7F7F7F"/>
                </a:solidFill>
              </a:ln>
            </p:spPr>
            <p:style>
              <a:lnRef idx="0">
                <a:scrgbClr r="0" g="0" b="0"/>
              </a:lnRef>
              <a:fillRef idx="0">
                <a:scrgbClr r="0" g="0" b="0"/>
              </a:fillRef>
              <a:effectRef idx="0">
                <a:scrgbClr r="0" g="0" b="0"/>
              </a:effectRef>
              <a:fontRef idx="minor"/>
            </p:style>
          </p:sp>
          <p:sp>
            <p:nvSpPr>
              <p:cNvPr id="977" name="Line 1966">
                <a:extLst>
                  <a:ext uri="{FF2B5EF4-FFF2-40B4-BE49-F238E27FC236}">
                    <a16:creationId xmlns:a16="http://schemas.microsoft.com/office/drawing/2014/main" id="{D9472CFE-9EE7-4F62-B04E-2774182E3A96}"/>
                  </a:ext>
                </a:extLst>
              </p:cNvPr>
              <p:cNvSpPr/>
              <p:nvPr/>
            </p:nvSpPr>
            <p:spPr>
              <a:xfrm>
                <a:off x="6675120" y="2567880"/>
                <a:ext cx="61200" cy="46080"/>
              </a:xfrm>
              <a:prstGeom prst="line">
                <a:avLst/>
              </a:prstGeom>
              <a:ln>
                <a:solidFill>
                  <a:srgbClr val="838383"/>
                </a:solidFill>
              </a:ln>
            </p:spPr>
            <p:style>
              <a:lnRef idx="0">
                <a:scrgbClr r="0" g="0" b="0"/>
              </a:lnRef>
              <a:fillRef idx="0">
                <a:scrgbClr r="0" g="0" b="0"/>
              </a:fillRef>
              <a:effectRef idx="0">
                <a:scrgbClr r="0" g="0" b="0"/>
              </a:effectRef>
              <a:fontRef idx="minor"/>
            </p:style>
          </p:sp>
          <p:sp>
            <p:nvSpPr>
              <p:cNvPr id="978" name="Line 1967">
                <a:extLst>
                  <a:ext uri="{FF2B5EF4-FFF2-40B4-BE49-F238E27FC236}">
                    <a16:creationId xmlns:a16="http://schemas.microsoft.com/office/drawing/2014/main" id="{996CDBEF-3CE6-4EEB-96D0-35CBDA37447D}"/>
                  </a:ext>
                </a:extLst>
              </p:cNvPr>
              <p:cNvSpPr/>
              <p:nvPr/>
            </p:nvSpPr>
            <p:spPr>
              <a:xfrm flipV="1">
                <a:off x="6555240" y="2508840"/>
                <a:ext cx="60840" cy="122040"/>
              </a:xfrm>
              <a:prstGeom prst="line">
                <a:avLst/>
              </a:prstGeom>
              <a:ln>
                <a:solidFill>
                  <a:srgbClr val="838383"/>
                </a:solidFill>
              </a:ln>
            </p:spPr>
            <p:style>
              <a:lnRef idx="0">
                <a:scrgbClr r="0" g="0" b="0"/>
              </a:lnRef>
              <a:fillRef idx="0">
                <a:scrgbClr r="0" g="0" b="0"/>
              </a:fillRef>
              <a:effectRef idx="0">
                <a:scrgbClr r="0" g="0" b="0"/>
              </a:effectRef>
              <a:fontRef idx="minor"/>
            </p:style>
          </p:sp>
          <p:sp>
            <p:nvSpPr>
              <p:cNvPr id="979" name="Line 1968">
                <a:extLst>
                  <a:ext uri="{FF2B5EF4-FFF2-40B4-BE49-F238E27FC236}">
                    <a16:creationId xmlns:a16="http://schemas.microsoft.com/office/drawing/2014/main" id="{FA33BDE5-60E5-40A7-8249-4C9C552C4B58}"/>
                  </a:ext>
                </a:extLst>
              </p:cNvPr>
              <p:cNvSpPr/>
              <p:nvPr/>
            </p:nvSpPr>
            <p:spPr>
              <a:xfrm>
                <a:off x="6616080" y="2508840"/>
                <a:ext cx="59040" cy="59040"/>
              </a:xfrm>
              <a:prstGeom prst="line">
                <a:avLst/>
              </a:prstGeom>
              <a:ln>
                <a:solidFill>
                  <a:srgbClr val="868686"/>
                </a:solidFill>
              </a:ln>
            </p:spPr>
            <p:style>
              <a:lnRef idx="0">
                <a:scrgbClr r="0" g="0" b="0"/>
              </a:lnRef>
              <a:fillRef idx="0">
                <a:scrgbClr r="0" g="0" b="0"/>
              </a:fillRef>
              <a:effectRef idx="0">
                <a:scrgbClr r="0" g="0" b="0"/>
              </a:effectRef>
              <a:fontRef idx="minor"/>
            </p:style>
          </p:sp>
          <p:sp>
            <p:nvSpPr>
              <p:cNvPr id="980" name="Line 1969">
                <a:extLst>
                  <a:ext uri="{FF2B5EF4-FFF2-40B4-BE49-F238E27FC236}">
                    <a16:creationId xmlns:a16="http://schemas.microsoft.com/office/drawing/2014/main" id="{C5BC032C-7964-4647-B3FD-DAFF0BBC463A}"/>
                  </a:ext>
                </a:extLst>
              </p:cNvPr>
              <p:cNvSpPr/>
              <p:nvPr/>
            </p:nvSpPr>
            <p:spPr>
              <a:xfrm flipV="1">
                <a:off x="6495120" y="2438640"/>
                <a:ext cx="60120" cy="121320"/>
              </a:xfrm>
              <a:prstGeom prst="line">
                <a:avLst/>
              </a:prstGeom>
              <a:ln>
                <a:solidFill>
                  <a:srgbClr val="898989"/>
                </a:solidFill>
              </a:ln>
            </p:spPr>
            <p:style>
              <a:lnRef idx="0">
                <a:scrgbClr r="0" g="0" b="0"/>
              </a:lnRef>
              <a:fillRef idx="0">
                <a:scrgbClr r="0" g="0" b="0"/>
              </a:fillRef>
              <a:effectRef idx="0">
                <a:scrgbClr r="0" g="0" b="0"/>
              </a:effectRef>
              <a:fontRef idx="minor"/>
            </p:style>
          </p:sp>
          <p:sp>
            <p:nvSpPr>
              <p:cNvPr id="981" name="Line 1970">
                <a:extLst>
                  <a:ext uri="{FF2B5EF4-FFF2-40B4-BE49-F238E27FC236}">
                    <a16:creationId xmlns:a16="http://schemas.microsoft.com/office/drawing/2014/main" id="{866A73B5-CF8D-4E2A-9C36-3CE637C424E6}"/>
                  </a:ext>
                </a:extLst>
              </p:cNvPr>
              <p:cNvSpPr/>
              <p:nvPr/>
            </p:nvSpPr>
            <p:spPr>
              <a:xfrm>
                <a:off x="6555240" y="2438640"/>
                <a:ext cx="60840" cy="70200"/>
              </a:xfrm>
              <a:prstGeom prst="line">
                <a:avLst/>
              </a:prstGeom>
              <a:ln>
                <a:solidFill>
                  <a:srgbClr val="8B8B8B"/>
                </a:solidFill>
              </a:ln>
            </p:spPr>
            <p:style>
              <a:lnRef idx="0">
                <a:scrgbClr r="0" g="0" b="0"/>
              </a:lnRef>
              <a:fillRef idx="0">
                <a:scrgbClr r="0" g="0" b="0"/>
              </a:fillRef>
              <a:effectRef idx="0">
                <a:scrgbClr r="0" g="0" b="0"/>
              </a:effectRef>
              <a:fontRef idx="minor"/>
            </p:style>
          </p:sp>
          <p:sp>
            <p:nvSpPr>
              <p:cNvPr id="982" name="Line 1971">
                <a:extLst>
                  <a:ext uri="{FF2B5EF4-FFF2-40B4-BE49-F238E27FC236}">
                    <a16:creationId xmlns:a16="http://schemas.microsoft.com/office/drawing/2014/main" id="{339DC89F-B5C5-4B0B-802C-5E76E4631360}"/>
                  </a:ext>
                </a:extLst>
              </p:cNvPr>
              <p:cNvSpPr/>
              <p:nvPr/>
            </p:nvSpPr>
            <p:spPr>
              <a:xfrm flipV="1">
                <a:off x="6433920" y="2355480"/>
                <a:ext cx="61200" cy="120240"/>
              </a:xfrm>
              <a:prstGeom prst="line">
                <a:avLst/>
              </a:prstGeom>
              <a:ln>
                <a:solidFill>
                  <a:srgbClr val="8F8F8F"/>
                </a:solidFill>
              </a:ln>
            </p:spPr>
            <p:style>
              <a:lnRef idx="0">
                <a:scrgbClr r="0" g="0" b="0"/>
              </a:lnRef>
              <a:fillRef idx="0">
                <a:scrgbClr r="0" g="0" b="0"/>
              </a:fillRef>
              <a:effectRef idx="0">
                <a:scrgbClr r="0" g="0" b="0"/>
              </a:effectRef>
              <a:fontRef idx="minor"/>
            </p:style>
          </p:sp>
          <p:sp>
            <p:nvSpPr>
              <p:cNvPr id="983" name="Line 1972">
                <a:extLst>
                  <a:ext uri="{FF2B5EF4-FFF2-40B4-BE49-F238E27FC236}">
                    <a16:creationId xmlns:a16="http://schemas.microsoft.com/office/drawing/2014/main" id="{C67631E4-8DB4-401A-A159-8B749786ED83}"/>
                  </a:ext>
                </a:extLst>
              </p:cNvPr>
              <p:cNvSpPr/>
              <p:nvPr/>
            </p:nvSpPr>
            <p:spPr>
              <a:xfrm>
                <a:off x="6495120" y="2355480"/>
                <a:ext cx="60120" cy="83160"/>
              </a:xfrm>
              <a:prstGeom prst="line">
                <a:avLst/>
              </a:prstGeom>
              <a:ln>
                <a:solidFill>
                  <a:srgbClr val="919191"/>
                </a:solidFill>
              </a:ln>
            </p:spPr>
            <p:style>
              <a:lnRef idx="0">
                <a:scrgbClr r="0" g="0" b="0"/>
              </a:lnRef>
              <a:fillRef idx="0">
                <a:scrgbClr r="0" g="0" b="0"/>
              </a:fillRef>
              <a:effectRef idx="0">
                <a:scrgbClr r="0" g="0" b="0"/>
              </a:effectRef>
              <a:fontRef idx="minor"/>
            </p:style>
          </p:sp>
          <p:sp>
            <p:nvSpPr>
              <p:cNvPr id="984" name="Line 1973">
                <a:extLst>
                  <a:ext uri="{FF2B5EF4-FFF2-40B4-BE49-F238E27FC236}">
                    <a16:creationId xmlns:a16="http://schemas.microsoft.com/office/drawing/2014/main" id="{6C8EC485-FD8E-484C-BBD6-E124043035AA}"/>
                  </a:ext>
                </a:extLst>
              </p:cNvPr>
              <p:cNvSpPr/>
              <p:nvPr/>
            </p:nvSpPr>
            <p:spPr>
              <a:xfrm flipV="1">
                <a:off x="6373080" y="2260440"/>
                <a:ext cx="60840" cy="120240"/>
              </a:xfrm>
              <a:prstGeom prst="line">
                <a:avLst/>
              </a:prstGeom>
              <a:ln>
                <a:solidFill>
                  <a:srgbClr val="979797"/>
                </a:solidFill>
              </a:ln>
            </p:spPr>
            <p:style>
              <a:lnRef idx="0">
                <a:scrgbClr r="0" g="0" b="0"/>
              </a:lnRef>
              <a:fillRef idx="0">
                <a:scrgbClr r="0" g="0" b="0"/>
              </a:fillRef>
              <a:effectRef idx="0">
                <a:scrgbClr r="0" g="0" b="0"/>
              </a:effectRef>
              <a:fontRef idx="minor"/>
            </p:style>
          </p:sp>
          <p:sp>
            <p:nvSpPr>
              <p:cNvPr id="985" name="Line 1974">
                <a:extLst>
                  <a:ext uri="{FF2B5EF4-FFF2-40B4-BE49-F238E27FC236}">
                    <a16:creationId xmlns:a16="http://schemas.microsoft.com/office/drawing/2014/main" id="{1A993304-7072-4C5C-9689-AD6AF90D8591}"/>
                  </a:ext>
                </a:extLst>
              </p:cNvPr>
              <p:cNvSpPr/>
              <p:nvPr/>
            </p:nvSpPr>
            <p:spPr>
              <a:xfrm>
                <a:off x="6433920" y="2260440"/>
                <a:ext cx="61200" cy="95040"/>
              </a:xfrm>
              <a:prstGeom prst="line">
                <a:avLst/>
              </a:prstGeom>
              <a:ln>
                <a:solidFill>
                  <a:srgbClr val="989898"/>
                </a:solidFill>
              </a:ln>
            </p:spPr>
            <p:style>
              <a:lnRef idx="0">
                <a:scrgbClr r="0" g="0" b="0"/>
              </a:lnRef>
              <a:fillRef idx="0">
                <a:scrgbClr r="0" g="0" b="0"/>
              </a:fillRef>
              <a:effectRef idx="0">
                <a:scrgbClr r="0" g="0" b="0"/>
              </a:effectRef>
              <a:fontRef idx="minor"/>
            </p:style>
          </p:sp>
          <p:sp>
            <p:nvSpPr>
              <p:cNvPr id="986" name="Line 1975">
                <a:extLst>
                  <a:ext uri="{FF2B5EF4-FFF2-40B4-BE49-F238E27FC236}">
                    <a16:creationId xmlns:a16="http://schemas.microsoft.com/office/drawing/2014/main" id="{6E931D05-5680-4639-9E5C-E15E5409BD8C}"/>
                  </a:ext>
                </a:extLst>
              </p:cNvPr>
              <p:cNvSpPr/>
              <p:nvPr/>
            </p:nvSpPr>
            <p:spPr>
              <a:xfrm flipV="1">
                <a:off x="6312960" y="2151360"/>
                <a:ext cx="60120" cy="120240"/>
              </a:xfrm>
              <a:prstGeom prst="line">
                <a:avLst/>
              </a:prstGeom>
              <a:ln>
                <a:solidFill>
                  <a:srgbClr val="A0A0A0"/>
                </a:solidFill>
              </a:ln>
            </p:spPr>
            <p:style>
              <a:lnRef idx="0">
                <a:scrgbClr r="0" g="0" b="0"/>
              </a:lnRef>
              <a:fillRef idx="0">
                <a:scrgbClr r="0" g="0" b="0"/>
              </a:fillRef>
              <a:effectRef idx="0">
                <a:scrgbClr r="0" g="0" b="0"/>
              </a:effectRef>
              <a:fontRef idx="minor"/>
            </p:style>
          </p:sp>
          <p:sp>
            <p:nvSpPr>
              <p:cNvPr id="987" name="Line 1976">
                <a:extLst>
                  <a:ext uri="{FF2B5EF4-FFF2-40B4-BE49-F238E27FC236}">
                    <a16:creationId xmlns:a16="http://schemas.microsoft.com/office/drawing/2014/main" id="{48279032-C500-4167-A353-75BDA66E2D96}"/>
                  </a:ext>
                </a:extLst>
              </p:cNvPr>
              <p:cNvSpPr/>
              <p:nvPr/>
            </p:nvSpPr>
            <p:spPr>
              <a:xfrm>
                <a:off x="6373080" y="2151360"/>
                <a:ext cx="60840" cy="109080"/>
              </a:xfrm>
              <a:prstGeom prst="line">
                <a:avLst/>
              </a:prstGeom>
              <a:ln>
                <a:solidFill>
                  <a:srgbClr val="A1A1A1"/>
                </a:solidFill>
              </a:ln>
            </p:spPr>
            <p:style>
              <a:lnRef idx="0">
                <a:scrgbClr r="0" g="0" b="0"/>
              </a:lnRef>
              <a:fillRef idx="0">
                <a:scrgbClr r="0" g="0" b="0"/>
              </a:fillRef>
              <a:effectRef idx="0">
                <a:scrgbClr r="0" g="0" b="0"/>
              </a:effectRef>
              <a:fontRef idx="minor"/>
            </p:style>
          </p:sp>
          <p:sp>
            <p:nvSpPr>
              <p:cNvPr id="988" name="Line 1977">
                <a:extLst>
                  <a:ext uri="{FF2B5EF4-FFF2-40B4-BE49-F238E27FC236}">
                    <a16:creationId xmlns:a16="http://schemas.microsoft.com/office/drawing/2014/main" id="{4AC2E324-0AF8-4C7D-A8AA-33BE6541AA3E}"/>
                  </a:ext>
                </a:extLst>
              </p:cNvPr>
              <p:cNvSpPr/>
              <p:nvPr/>
            </p:nvSpPr>
            <p:spPr>
              <a:xfrm flipV="1">
                <a:off x="6253920" y="2030400"/>
                <a:ext cx="59040" cy="120960"/>
              </a:xfrm>
              <a:prstGeom prst="line">
                <a:avLst/>
              </a:prstGeom>
              <a:ln>
                <a:solidFill>
                  <a:srgbClr val="AAAAAA"/>
                </a:solidFill>
              </a:ln>
            </p:spPr>
            <p:style>
              <a:lnRef idx="0">
                <a:scrgbClr r="0" g="0" b="0"/>
              </a:lnRef>
              <a:fillRef idx="0">
                <a:scrgbClr r="0" g="0" b="0"/>
              </a:fillRef>
              <a:effectRef idx="0">
                <a:scrgbClr r="0" g="0" b="0"/>
              </a:effectRef>
              <a:fontRef idx="minor"/>
            </p:style>
          </p:sp>
          <p:sp>
            <p:nvSpPr>
              <p:cNvPr id="989" name="Line 1978">
                <a:extLst>
                  <a:ext uri="{FF2B5EF4-FFF2-40B4-BE49-F238E27FC236}">
                    <a16:creationId xmlns:a16="http://schemas.microsoft.com/office/drawing/2014/main" id="{0DBE17F2-2DA9-4FFB-B3D5-3BD3343EACBF}"/>
                  </a:ext>
                </a:extLst>
              </p:cNvPr>
              <p:cNvSpPr/>
              <p:nvPr/>
            </p:nvSpPr>
            <p:spPr>
              <a:xfrm>
                <a:off x="6312960" y="2030400"/>
                <a:ext cx="60120" cy="120960"/>
              </a:xfrm>
              <a:prstGeom prst="line">
                <a:avLst/>
              </a:prstGeom>
              <a:ln>
                <a:solidFill>
                  <a:srgbClr val="AAAAAA"/>
                </a:solidFill>
              </a:ln>
            </p:spPr>
            <p:style>
              <a:lnRef idx="0">
                <a:scrgbClr r="0" g="0" b="0"/>
              </a:lnRef>
              <a:fillRef idx="0">
                <a:scrgbClr r="0" g="0" b="0"/>
              </a:fillRef>
              <a:effectRef idx="0">
                <a:scrgbClr r="0" g="0" b="0"/>
              </a:effectRef>
              <a:fontRef idx="minor"/>
            </p:style>
          </p:sp>
          <p:sp>
            <p:nvSpPr>
              <p:cNvPr id="990" name="Line 1979">
                <a:extLst>
                  <a:ext uri="{FF2B5EF4-FFF2-40B4-BE49-F238E27FC236}">
                    <a16:creationId xmlns:a16="http://schemas.microsoft.com/office/drawing/2014/main" id="{97419814-D3FF-4472-969B-140BD60D3C9F}"/>
                  </a:ext>
                </a:extLst>
              </p:cNvPr>
              <p:cNvSpPr/>
              <p:nvPr/>
            </p:nvSpPr>
            <p:spPr>
              <a:xfrm flipV="1">
                <a:off x="6192720" y="1896120"/>
                <a:ext cx="61200" cy="120960"/>
              </a:xfrm>
              <a:prstGeom prst="line">
                <a:avLst/>
              </a:prstGeom>
              <a:ln>
                <a:solidFill>
                  <a:srgbClr val="B6B6B6"/>
                </a:solidFill>
              </a:ln>
            </p:spPr>
            <p:style>
              <a:lnRef idx="0">
                <a:scrgbClr r="0" g="0" b="0"/>
              </a:lnRef>
              <a:fillRef idx="0">
                <a:scrgbClr r="0" g="0" b="0"/>
              </a:fillRef>
              <a:effectRef idx="0">
                <a:scrgbClr r="0" g="0" b="0"/>
              </a:effectRef>
              <a:fontRef idx="minor"/>
            </p:style>
          </p:sp>
          <p:sp>
            <p:nvSpPr>
              <p:cNvPr id="991" name="Line 1980">
                <a:extLst>
                  <a:ext uri="{FF2B5EF4-FFF2-40B4-BE49-F238E27FC236}">
                    <a16:creationId xmlns:a16="http://schemas.microsoft.com/office/drawing/2014/main" id="{22682315-C15E-466F-97F0-A2B71652DEF6}"/>
                  </a:ext>
                </a:extLst>
              </p:cNvPr>
              <p:cNvSpPr/>
              <p:nvPr/>
            </p:nvSpPr>
            <p:spPr>
              <a:xfrm>
                <a:off x="6253920" y="1896120"/>
                <a:ext cx="59040" cy="134280"/>
              </a:xfrm>
              <a:prstGeom prst="line">
                <a:avLst/>
              </a:prstGeom>
              <a:ln>
                <a:solidFill>
                  <a:srgbClr val="B5B5B5"/>
                </a:solidFill>
              </a:ln>
            </p:spPr>
            <p:style>
              <a:lnRef idx="0">
                <a:scrgbClr r="0" g="0" b="0"/>
              </a:lnRef>
              <a:fillRef idx="0">
                <a:scrgbClr r="0" g="0" b="0"/>
              </a:fillRef>
              <a:effectRef idx="0">
                <a:scrgbClr r="0" g="0" b="0"/>
              </a:effectRef>
              <a:fontRef idx="minor"/>
            </p:style>
          </p:sp>
          <p:sp>
            <p:nvSpPr>
              <p:cNvPr id="992" name="Line 1981">
                <a:extLst>
                  <a:ext uri="{FF2B5EF4-FFF2-40B4-BE49-F238E27FC236}">
                    <a16:creationId xmlns:a16="http://schemas.microsoft.com/office/drawing/2014/main" id="{CB23DF0E-27E0-4CF5-8FDF-AF5BC6A99B72}"/>
                  </a:ext>
                </a:extLst>
              </p:cNvPr>
              <p:cNvSpPr/>
              <p:nvPr/>
            </p:nvSpPr>
            <p:spPr>
              <a:xfrm flipV="1">
                <a:off x="6131880" y="1751040"/>
                <a:ext cx="60840" cy="120960"/>
              </a:xfrm>
              <a:prstGeom prst="line">
                <a:avLst/>
              </a:prstGeom>
              <a:ln>
                <a:solidFill>
                  <a:srgbClr val="C2C2C2"/>
                </a:solidFill>
              </a:ln>
            </p:spPr>
            <p:style>
              <a:lnRef idx="0">
                <a:scrgbClr r="0" g="0" b="0"/>
              </a:lnRef>
              <a:fillRef idx="0">
                <a:scrgbClr r="0" g="0" b="0"/>
              </a:fillRef>
              <a:effectRef idx="0">
                <a:scrgbClr r="0" g="0" b="0"/>
              </a:effectRef>
              <a:fontRef idx="minor"/>
            </p:style>
          </p:sp>
          <p:sp>
            <p:nvSpPr>
              <p:cNvPr id="993" name="Line 1982">
                <a:extLst>
                  <a:ext uri="{FF2B5EF4-FFF2-40B4-BE49-F238E27FC236}">
                    <a16:creationId xmlns:a16="http://schemas.microsoft.com/office/drawing/2014/main" id="{C1294412-71E2-42BC-8E13-9FDDD32BF022}"/>
                  </a:ext>
                </a:extLst>
              </p:cNvPr>
              <p:cNvSpPr/>
              <p:nvPr/>
            </p:nvSpPr>
            <p:spPr>
              <a:xfrm>
                <a:off x="6192720" y="1751040"/>
                <a:ext cx="61200" cy="145080"/>
              </a:xfrm>
              <a:prstGeom prst="line">
                <a:avLst/>
              </a:prstGeom>
              <a:ln>
                <a:solidFill>
                  <a:srgbClr val="C1C1C1"/>
                </a:solidFill>
              </a:ln>
            </p:spPr>
            <p:style>
              <a:lnRef idx="0">
                <a:scrgbClr r="0" g="0" b="0"/>
              </a:lnRef>
              <a:fillRef idx="0">
                <a:scrgbClr r="0" g="0" b="0"/>
              </a:fillRef>
              <a:effectRef idx="0">
                <a:scrgbClr r="0" g="0" b="0"/>
              </a:effectRef>
              <a:fontRef idx="minor"/>
            </p:style>
          </p:sp>
          <p:sp>
            <p:nvSpPr>
              <p:cNvPr id="994" name="Line 1983">
                <a:extLst>
                  <a:ext uri="{FF2B5EF4-FFF2-40B4-BE49-F238E27FC236}">
                    <a16:creationId xmlns:a16="http://schemas.microsoft.com/office/drawing/2014/main" id="{46CBF2D0-7976-4AAE-9CE7-1BF05E2E41AC}"/>
                  </a:ext>
                </a:extLst>
              </p:cNvPr>
              <p:cNvSpPr/>
              <p:nvPr/>
            </p:nvSpPr>
            <p:spPr>
              <a:xfrm flipV="1">
                <a:off x="6071760" y="1593000"/>
                <a:ext cx="60120" cy="120960"/>
              </a:xfrm>
              <a:prstGeom prst="line">
                <a:avLst/>
              </a:prstGeom>
              <a:ln>
                <a:solidFill>
                  <a:srgbClr val="D0D0D0"/>
                </a:solidFill>
              </a:ln>
            </p:spPr>
            <p:style>
              <a:lnRef idx="0">
                <a:scrgbClr r="0" g="0" b="0"/>
              </a:lnRef>
              <a:fillRef idx="0">
                <a:scrgbClr r="0" g="0" b="0"/>
              </a:fillRef>
              <a:effectRef idx="0">
                <a:scrgbClr r="0" g="0" b="0"/>
              </a:effectRef>
              <a:fontRef idx="minor"/>
            </p:style>
          </p:sp>
          <p:sp>
            <p:nvSpPr>
              <p:cNvPr id="995" name="Line 1984">
                <a:extLst>
                  <a:ext uri="{FF2B5EF4-FFF2-40B4-BE49-F238E27FC236}">
                    <a16:creationId xmlns:a16="http://schemas.microsoft.com/office/drawing/2014/main" id="{7C3192D0-53F6-4913-9E01-6966B7AF8724}"/>
                  </a:ext>
                </a:extLst>
              </p:cNvPr>
              <p:cNvSpPr/>
              <p:nvPr/>
            </p:nvSpPr>
            <p:spPr>
              <a:xfrm>
                <a:off x="6131880" y="1593000"/>
                <a:ext cx="60840" cy="158040"/>
              </a:xfrm>
              <a:prstGeom prst="line">
                <a:avLst/>
              </a:prstGeom>
              <a:ln>
                <a:solidFill>
                  <a:srgbClr val="CECECE"/>
                </a:solidFill>
              </a:ln>
            </p:spPr>
            <p:style>
              <a:lnRef idx="0">
                <a:scrgbClr r="0" g="0" b="0"/>
              </a:lnRef>
              <a:fillRef idx="0">
                <a:scrgbClr r="0" g="0" b="0"/>
              </a:fillRef>
              <a:effectRef idx="0">
                <a:scrgbClr r="0" g="0" b="0"/>
              </a:effectRef>
              <a:fontRef idx="minor"/>
            </p:style>
          </p:sp>
          <p:sp>
            <p:nvSpPr>
              <p:cNvPr id="996" name="Line 1985">
                <a:extLst>
                  <a:ext uri="{FF2B5EF4-FFF2-40B4-BE49-F238E27FC236}">
                    <a16:creationId xmlns:a16="http://schemas.microsoft.com/office/drawing/2014/main" id="{0973823D-37B9-4B55-90C2-87E5312691E4}"/>
                  </a:ext>
                </a:extLst>
              </p:cNvPr>
              <p:cNvSpPr/>
              <p:nvPr/>
            </p:nvSpPr>
            <p:spPr>
              <a:xfrm flipV="1">
                <a:off x="7521840" y="1932120"/>
                <a:ext cx="60120" cy="133200"/>
              </a:xfrm>
              <a:prstGeom prst="line">
                <a:avLst/>
              </a:prstGeom>
              <a:ln>
                <a:solidFill>
                  <a:srgbClr val="CDCDCD"/>
                </a:solidFill>
              </a:ln>
            </p:spPr>
            <p:style>
              <a:lnRef idx="0">
                <a:scrgbClr r="0" g="0" b="0"/>
              </a:lnRef>
              <a:fillRef idx="0">
                <a:scrgbClr r="0" g="0" b="0"/>
              </a:fillRef>
              <a:effectRef idx="0">
                <a:scrgbClr r="0" g="0" b="0"/>
              </a:effectRef>
              <a:fontRef idx="minor"/>
            </p:style>
          </p:sp>
          <p:sp>
            <p:nvSpPr>
              <p:cNvPr id="997" name="Line 1986">
                <a:extLst>
                  <a:ext uri="{FF2B5EF4-FFF2-40B4-BE49-F238E27FC236}">
                    <a16:creationId xmlns:a16="http://schemas.microsoft.com/office/drawing/2014/main" id="{ED7B2672-563D-4B61-953C-72378A677EF4}"/>
                  </a:ext>
                </a:extLst>
              </p:cNvPr>
              <p:cNvSpPr/>
              <p:nvPr/>
            </p:nvSpPr>
            <p:spPr>
              <a:xfrm flipH="1">
                <a:off x="7581960" y="1802160"/>
                <a:ext cx="60840" cy="133920"/>
              </a:xfrm>
              <a:prstGeom prst="line">
                <a:avLst/>
              </a:prstGeom>
              <a:ln>
                <a:solidFill>
                  <a:srgbClr val="DBDBDB"/>
                </a:solidFill>
              </a:ln>
            </p:spPr>
            <p:style>
              <a:lnRef idx="0">
                <a:scrgbClr r="0" g="0" b="0"/>
              </a:lnRef>
              <a:fillRef idx="0">
                <a:scrgbClr r="0" g="0" b="0"/>
              </a:fillRef>
              <a:effectRef idx="0">
                <a:scrgbClr r="0" g="0" b="0"/>
              </a:effectRef>
              <a:fontRef idx="minor"/>
            </p:style>
          </p:sp>
          <p:sp>
            <p:nvSpPr>
              <p:cNvPr id="998" name="Line 1987">
                <a:extLst>
                  <a:ext uri="{FF2B5EF4-FFF2-40B4-BE49-F238E27FC236}">
                    <a16:creationId xmlns:a16="http://schemas.microsoft.com/office/drawing/2014/main" id="{14D44D9A-4A1E-46D2-B9D8-E4E13B47ECA4}"/>
                  </a:ext>
                </a:extLst>
              </p:cNvPr>
              <p:cNvSpPr/>
              <p:nvPr/>
            </p:nvSpPr>
            <p:spPr>
              <a:xfrm flipV="1">
                <a:off x="7581960" y="1802160"/>
                <a:ext cx="60840" cy="129960"/>
              </a:xfrm>
              <a:prstGeom prst="line">
                <a:avLst/>
              </a:prstGeom>
              <a:ln>
                <a:solidFill>
                  <a:srgbClr val="DADADA"/>
                </a:solidFill>
              </a:ln>
            </p:spPr>
            <p:style>
              <a:lnRef idx="0">
                <a:scrgbClr r="0" g="0" b="0"/>
              </a:lnRef>
              <a:fillRef idx="0">
                <a:scrgbClr r="0" g="0" b="0"/>
              </a:fillRef>
              <a:effectRef idx="0">
                <a:scrgbClr r="0" g="0" b="0"/>
              </a:effectRef>
              <a:fontRef idx="minor"/>
            </p:style>
          </p:sp>
          <p:sp>
            <p:nvSpPr>
              <p:cNvPr id="999" name="Line 1988">
                <a:extLst>
                  <a:ext uri="{FF2B5EF4-FFF2-40B4-BE49-F238E27FC236}">
                    <a16:creationId xmlns:a16="http://schemas.microsoft.com/office/drawing/2014/main" id="{EE3770B7-4FC3-4B3F-8ED0-A16BA2B401C3}"/>
                  </a:ext>
                </a:extLst>
              </p:cNvPr>
              <p:cNvSpPr/>
              <p:nvPr/>
            </p:nvSpPr>
            <p:spPr>
              <a:xfrm flipV="1">
                <a:off x="7460640" y="2049120"/>
                <a:ext cx="61200" cy="133200"/>
              </a:xfrm>
              <a:prstGeom prst="line">
                <a:avLst/>
              </a:prstGeom>
              <a:ln>
                <a:solidFill>
                  <a:srgbClr val="C0C0C0"/>
                </a:solidFill>
              </a:ln>
            </p:spPr>
            <p:style>
              <a:lnRef idx="0">
                <a:scrgbClr r="0" g="0" b="0"/>
              </a:lnRef>
              <a:fillRef idx="0">
                <a:scrgbClr r="0" g="0" b="0"/>
              </a:fillRef>
              <a:effectRef idx="0">
                <a:scrgbClr r="0" g="0" b="0"/>
              </a:effectRef>
              <a:fontRef idx="minor"/>
            </p:style>
          </p:sp>
          <p:sp>
            <p:nvSpPr>
              <p:cNvPr id="1000" name="Line 1989">
                <a:extLst>
                  <a:ext uri="{FF2B5EF4-FFF2-40B4-BE49-F238E27FC236}">
                    <a16:creationId xmlns:a16="http://schemas.microsoft.com/office/drawing/2014/main" id="{A98AAFEB-C8B8-4604-91C1-31CCCEA0E64B}"/>
                  </a:ext>
                </a:extLst>
              </p:cNvPr>
              <p:cNvSpPr/>
              <p:nvPr/>
            </p:nvSpPr>
            <p:spPr>
              <a:xfrm flipV="1">
                <a:off x="7521840" y="1932120"/>
                <a:ext cx="60120" cy="117000"/>
              </a:xfrm>
              <a:prstGeom prst="line">
                <a:avLst/>
              </a:prstGeom>
              <a:ln>
                <a:solidFill>
                  <a:srgbClr val="CCCCCC"/>
                </a:solidFill>
              </a:ln>
            </p:spPr>
            <p:style>
              <a:lnRef idx="0">
                <a:scrgbClr r="0" g="0" b="0"/>
              </a:lnRef>
              <a:fillRef idx="0">
                <a:scrgbClr r="0" g="0" b="0"/>
              </a:fillRef>
              <a:effectRef idx="0">
                <a:scrgbClr r="0" g="0" b="0"/>
              </a:effectRef>
              <a:fontRef idx="minor"/>
            </p:style>
          </p:sp>
          <p:sp>
            <p:nvSpPr>
              <p:cNvPr id="1001" name="Line 1990">
                <a:extLst>
                  <a:ext uri="{FF2B5EF4-FFF2-40B4-BE49-F238E27FC236}">
                    <a16:creationId xmlns:a16="http://schemas.microsoft.com/office/drawing/2014/main" id="{2E58C9BC-AE4A-4998-8AF1-0DA59FC207B9}"/>
                  </a:ext>
                </a:extLst>
              </p:cNvPr>
              <p:cNvSpPr/>
              <p:nvPr/>
            </p:nvSpPr>
            <p:spPr>
              <a:xfrm flipV="1">
                <a:off x="7399800" y="2154240"/>
                <a:ext cx="60840" cy="134280"/>
              </a:xfrm>
              <a:prstGeom prst="line">
                <a:avLst/>
              </a:prstGeom>
              <a:ln>
                <a:solidFill>
                  <a:srgbClr val="B5B5B5"/>
                </a:solidFill>
              </a:ln>
            </p:spPr>
            <p:style>
              <a:lnRef idx="0">
                <a:scrgbClr r="0" g="0" b="0"/>
              </a:lnRef>
              <a:fillRef idx="0">
                <a:scrgbClr r="0" g="0" b="0"/>
              </a:fillRef>
              <a:effectRef idx="0">
                <a:scrgbClr r="0" g="0" b="0"/>
              </a:effectRef>
              <a:fontRef idx="minor"/>
            </p:style>
          </p:sp>
          <p:sp>
            <p:nvSpPr>
              <p:cNvPr id="1002" name="Line 1991">
                <a:extLst>
                  <a:ext uri="{FF2B5EF4-FFF2-40B4-BE49-F238E27FC236}">
                    <a16:creationId xmlns:a16="http://schemas.microsoft.com/office/drawing/2014/main" id="{D9253963-B290-4B50-AFF3-40632EFA2392}"/>
                  </a:ext>
                </a:extLst>
              </p:cNvPr>
              <p:cNvSpPr/>
              <p:nvPr/>
            </p:nvSpPr>
            <p:spPr>
              <a:xfrm flipV="1">
                <a:off x="7460640" y="2049120"/>
                <a:ext cx="61200" cy="105120"/>
              </a:xfrm>
              <a:prstGeom prst="line">
                <a:avLst/>
              </a:prstGeom>
              <a:ln>
                <a:solidFill>
                  <a:srgbClr val="C0C0C0"/>
                </a:solidFill>
              </a:ln>
            </p:spPr>
            <p:style>
              <a:lnRef idx="0">
                <a:scrgbClr r="0" g="0" b="0"/>
              </a:lnRef>
              <a:fillRef idx="0">
                <a:scrgbClr r="0" g="0" b="0"/>
              </a:fillRef>
              <a:effectRef idx="0">
                <a:scrgbClr r="0" g="0" b="0"/>
              </a:effectRef>
              <a:fontRef idx="minor"/>
            </p:style>
          </p:sp>
          <p:sp>
            <p:nvSpPr>
              <p:cNvPr id="1003" name="Line 1992">
                <a:extLst>
                  <a:ext uri="{FF2B5EF4-FFF2-40B4-BE49-F238E27FC236}">
                    <a16:creationId xmlns:a16="http://schemas.microsoft.com/office/drawing/2014/main" id="{06C31291-33A2-4BF4-9856-E771A01E633F}"/>
                  </a:ext>
                </a:extLst>
              </p:cNvPr>
              <p:cNvSpPr/>
              <p:nvPr/>
            </p:nvSpPr>
            <p:spPr>
              <a:xfrm flipV="1">
                <a:off x="7341480" y="2246400"/>
                <a:ext cx="58320" cy="134280"/>
              </a:xfrm>
              <a:prstGeom prst="line">
                <a:avLst/>
              </a:prstGeom>
              <a:ln>
                <a:solidFill>
                  <a:srgbClr val="ABABAB"/>
                </a:solidFill>
              </a:ln>
            </p:spPr>
            <p:style>
              <a:lnRef idx="0">
                <a:scrgbClr r="0" g="0" b="0"/>
              </a:lnRef>
              <a:fillRef idx="0">
                <a:scrgbClr r="0" g="0" b="0"/>
              </a:fillRef>
              <a:effectRef idx="0">
                <a:scrgbClr r="0" g="0" b="0"/>
              </a:effectRef>
              <a:fontRef idx="minor"/>
            </p:style>
          </p:sp>
          <p:sp>
            <p:nvSpPr>
              <p:cNvPr id="1004" name="Line 1993">
                <a:extLst>
                  <a:ext uri="{FF2B5EF4-FFF2-40B4-BE49-F238E27FC236}">
                    <a16:creationId xmlns:a16="http://schemas.microsoft.com/office/drawing/2014/main" id="{CDAF41B2-EF1E-41DB-BBDA-B5B1968DAED7}"/>
                  </a:ext>
                </a:extLst>
              </p:cNvPr>
              <p:cNvSpPr/>
              <p:nvPr/>
            </p:nvSpPr>
            <p:spPr>
              <a:xfrm flipV="1">
                <a:off x="7399800" y="2154240"/>
                <a:ext cx="60840" cy="92160"/>
              </a:xfrm>
              <a:prstGeom prst="line">
                <a:avLst/>
              </a:prstGeom>
              <a:ln>
                <a:solidFill>
                  <a:srgbClr val="B6B6B6"/>
                </a:solidFill>
              </a:ln>
            </p:spPr>
            <p:style>
              <a:lnRef idx="0">
                <a:scrgbClr r="0" g="0" b="0"/>
              </a:lnRef>
              <a:fillRef idx="0">
                <a:scrgbClr r="0" g="0" b="0"/>
              </a:fillRef>
              <a:effectRef idx="0">
                <a:scrgbClr r="0" g="0" b="0"/>
              </a:effectRef>
              <a:fontRef idx="minor"/>
            </p:style>
          </p:sp>
          <p:sp>
            <p:nvSpPr>
              <p:cNvPr id="1005" name="Line 1994">
                <a:extLst>
                  <a:ext uri="{FF2B5EF4-FFF2-40B4-BE49-F238E27FC236}">
                    <a16:creationId xmlns:a16="http://schemas.microsoft.com/office/drawing/2014/main" id="{4E9F55AE-E662-4F9F-BA15-74931FBB7BC7}"/>
                  </a:ext>
                </a:extLst>
              </p:cNvPr>
              <p:cNvSpPr/>
              <p:nvPr/>
            </p:nvSpPr>
            <p:spPr>
              <a:xfrm flipV="1">
                <a:off x="7280640" y="2326680"/>
                <a:ext cx="60840" cy="132840"/>
              </a:xfrm>
              <a:prstGeom prst="line">
                <a:avLst/>
              </a:prstGeom>
              <a:ln>
                <a:solidFill>
                  <a:srgbClr val="A2A2A2"/>
                </a:solidFill>
              </a:ln>
            </p:spPr>
            <p:style>
              <a:lnRef idx="0">
                <a:scrgbClr r="0" g="0" b="0"/>
              </a:lnRef>
              <a:fillRef idx="0">
                <a:scrgbClr r="0" g="0" b="0"/>
              </a:fillRef>
              <a:effectRef idx="0">
                <a:scrgbClr r="0" g="0" b="0"/>
              </a:effectRef>
              <a:fontRef idx="minor"/>
            </p:style>
          </p:sp>
          <p:sp>
            <p:nvSpPr>
              <p:cNvPr id="1006" name="Line 1995">
                <a:extLst>
                  <a:ext uri="{FF2B5EF4-FFF2-40B4-BE49-F238E27FC236}">
                    <a16:creationId xmlns:a16="http://schemas.microsoft.com/office/drawing/2014/main" id="{D0EFADA6-2E49-478E-933A-FF47E81B56C8}"/>
                  </a:ext>
                </a:extLst>
              </p:cNvPr>
              <p:cNvSpPr/>
              <p:nvPr/>
            </p:nvSpPr>
            <p:spPr>
              <a:xfrm flipV="1">
                <a:off x="7341480" y="2246400"/>
                <a:ext cx="58320" cy="80280"/>
              </a:xfrm>
              <a:prstGeom prst="line">
                <a:avLst/>
              </a:prstGeom>
              <a:ln>
                <a:solidFill>
                  <a:srgbClr val="ACACAC"/>
                </a:solidFill>
              </a:ln>
            </p:spPr>
            <p:style>
              <a:lnRef idx="0">
                <a:scrgbClr r="0" g="0" b="0"/>
              </a:lnRef>
              <a:fillRef idx="0">
                <a:scrgbClr r="0" g="0" b="0"/>
              </a:fillRef>
              <a:effectRef idx="0">
                <a:scrgbClr r="0" g="0" b="0"/>
              </a:effectRef>
              <a:fontRef idx="minor"/>
            </p:style>
          </p:sp>
          <p:sp>
            <p:nvSpPr>
              <p:cNvPr id="1007" name="Line 1996">
                <a:extLst>
                  <a:ext uri="{FF2B5EF4-FFF2-40B4-BE49-F238E27FC236}">
                    <a16:creationId xmlns:a16="http://schemas.microsoft.com/office/drawing/2014/main" id="{D83B862C-0124-4002-A83A-AB1B23F5E0FF}"/>
                  </a:ext>
                </a:extLst>
              </p:cNvPr>
              <p:cNvSpPr/>
              <p:nvPr/>
            </p:nvSpPr>
            <p:spPr>
              <a:xfrm flipV="1">
                <a:off x="7219440" y="2392560"/>
                <a:ext cx="61200" cy="134280"/>
              </a:xfrm>
              <a:prstGeom prst="line">
                <a:avLst/>
              </a:prstGeom>
              <a:ln>
                <a:solidFill>
                  <a:srgbClr val="9A9A9A"/>
                </a:solidFill>
              </a:ln>
            </p:spPr>
            <p:style>
              <a:lnRef idx="0">
                <a:scrgbClr r="0" g="0" b="0"/>
              </a:lnRef>
              <a:fillRef idx="0">
                <a:scrgbClr r="0" g="0" b="0"/>
              </a:fillRef>
              <a:effectRef idx="0">
                <a:scrgbClr r="0" g="0" b="0"/>
              </a:effectRef>
              <a:fontRef idx="minor"/>
            </p:style>
          </p:sp>
          <p:sp>
            <p:nvSpPr>
              <p:cNvPr id="1008" name="Line 1997">
                <a:extLst>
                  <a:ext uri="{FF2B5EF4-FFF2-40B4-BE49-F238E27FC236}">
                    <a16:creationId xmlns:a16="http://schemas.microsoft.com/office/drawing/2014/main" id="{ECE07B21-DA58-494B-9E58-990005007C2C}"/>
                  </a:ext>
                </a:extLst>
              </p:cNvPr>
              <p:cNvSpPr/>
              <p:nvPr/>
            </p:nvSpPr>
            <p:spPr>
              <a:xfrm flipV="1">
                <a:off x="7280640" y="2326680"/>
                <a:ext cx="60840" cy="65880"/>
              </a:xfrm>
              <a:prstGeom prst="line">
                <a:avLst/>
              </a:prstGeom>
              <a:ln>
                <a:solidFill>
                  <a:srgbClr val="A4A4A4"/>
                </a:solidFill>
              </a:ln>
            </p:spPr>
            <p:style>
              <a:lnRef idx="0">
                <a:scrgbClr r="0" g="0" b="0"/>
              </a:lnRef>
              <a:fillRef idx="0">
                <a:scrgbClr r="0" g="0" b="0"/>
              </a:fillRef>
              <a:effectRef idx="0">
                <a:scrgbClr r="0" g="0" b="0"/>
              </a:effectRef>
              <a:fontRef idx="minor"/>
            </p:style>
          </p:sp>
          <p:sp>
            <p:nvSpPr>
              <p:cNvPr id="1009" name="Line 1998">
                <a:extLst>
                  <a:ext uri="{FF2B5EF4-FFF2-40B4-BE49-F238E27FC236}">
                    <a16:creationId xmlns:a16="http://schemas.microsoft.com/office/drawing/2014/main" id="{20852B61-756B-44A3-A0B0-9115FC8EA5AD}"/>
                  </a:ext>
                </a:extLst>
              </p:cNvPr>
              <p:cNvSpPr/>
              <p:nvPr/>
            </p:nvSpPr>
            <p:spPr>
              <a:xfrm flipV="1">
                <a:off x="7159320" y="2447640"/>
                <a:ext cx="60120" cy="134280"/>
              </a:xfrm>
              <a:prstGeom prst="line">
                <a:avLst/>
              </a:prstGeom>
              <a:ln>
                <a:solidFill>
                  <a:srgbClr val="939393"/>
                </a:solidFill>
              </a:ln>
            </p:spPr>
            <p:style>
              <a:lnRef idx="0">
                <a:scrgbClr r="0" g="0" b="0"/>
              </a:lnRef>
              <a:fillRef idx="0">
                <a:scrgbClr r="0" g="0" b="0"/>
              </a:fillRef>
              <a:effectRef idx="0">
                <a:scrgbClr r="0" g="0" b="0"/>
              </a:effectRef>
              <a:fontRef idx="minor"/>
            </p:style>
          </p:sp>
          <p:sp>
            <p:nvSpPr>
              <p:cNvPr id="1010" name="Line 1999">
                <a:extLst>
                  <a:ext uri="{FF2B5EF4-FFF2-40B4-BE49-F238E27FC236}">
                    <a16:creationId xmlns:a16="http://schemas.microsoft.com/office/drawing/2014/main" id="{84155D4F-12A4-4B44-BBA2-4A5BCFF11483}"/>
                  </a:ext>
                </a:extLst>
              </p:cNvPr>
              <p:cNvSpPr/>
              <p:nvPr/>
            </p:nvSpPr>
            <p:spPr>
              <a:xfrm flipV="1">
                <a:off x="7219440" y="2392560"/>
                <a:ext cx="61200" cy="55080"/>
              </a:xfrm>
              <a:prstGeom prst="line">
                <a:avLst/>
              </a:prstGeom>
              <a:ln>
                <a:solidFill>
                  <a:srgbClr val="9C9C9C"/>
                </a:solidFill>
              </a:ln>
            </p:spPr>
            <p:style>
              <a:lnRef idx="0">
                <a:scrgbClr r="0" g="0" b="0"/>
              </a:lnRef>
              <a:fillRef idx="0">
                <a:scrgbClr r="0" g="0" b="0"/>
              </a:fillRef>
              <a:effectRef idx="0">
                <a:scrgbClr r="0" g="0" b="0"/>
              </a:effectRef>
              <a:fontRef idx="minor"/>
            </p:style>
          </p:sp>
          <p:sp>
            <p:nvSpPr>
              <p:cNvPr id="1011" name="Line 2000">
                <a:extLst>
                  <a:ext uri="{FF2B5EF4-FFF2-40B4-BE49-F238E27FC236}">
                    <a16:creationId xmlns:a16="http://schemas.microsoft.com/office/drawing/2014/main" id="{A3E6E8E9-091C-4582-A6B7-805A4E9F18B2}"/>
                  </a:ext>
                </a:extLst>
              </p:cNvPr>
              <p:cNvSpPr/>
              <p:nvPr/>
            </p:nvSpPr>
            <p:spPr>
              <a:xfrm flipV="1">
                <a:off x="7098480" y="2489760"/>
                <a:ext cx="60840" cy="133920"/>
              </a:xfrm>
              <a:prstGeom prst="line">
                <a:avLst/>
              </a:prstGeom>
              <a:ln>
                <a:solidFill>
                  <a:srgbClr val="8E8E8E"/>
                </a:solidFill>
              </a:ln>
            </p:spPr>
            <p:style>
              <a:lnRef idx="0">
                <a:scrgbClr r="0" g="0" b="0"/>
              </a:lnRef>
              <a:fillRef idx="0">
                <a:scrgbClr r="0" g="0" b="0"/>
              </a:fillRef>
              <a:effectRef idx="0">
                <a:scrgbClr r="0" g="0" b="0"/>
              </a:effectRef>
              <a:fontRef idx="minor"/>
            </p:style>
          </p:sp>
          <p:sp>
            <p:nvSpPr>
              <p:cNvPr id="1012" name="Line 2001">
                <a:extLst>
                  <a:ext uri="{FF2B5EF4-FFF2-40B4-BE49-F238E27FC236}">
                    <a16:creationId xmlns:a16="http://schemas.microsoft.com/office/drawing/2014/main" id="{FA60305C-FA6E-4CBC-AEBC-55CADED10448}"/>
                  </a:ext>
                </a:extLst>
              </p:cNvPr>
              <p:cNvSpPr/>
              <p:nvPr/>
            </p:nvSpPr>
            <p:spPr>
              <a:xfrm flipV="1">
                <a:off x="7159320" y="2447640"/>
                <a:ext cx="60120" cy="42120"/>
              </a:xfrm>
              <a:prstGeom prst="line">
                <a:avLst/>
              </a:prstGeom>
              <a:ln>
                <a:solidFill>
                  <a:srgbClr val="969696"/>
                </a:solidFill>
              </a:ln>
            </p:spPr>
            <p:style>
              <a:lnRef idx="0">
                <a:scrgbClr r="0" g="0" b="0"/>
              </a:lnRef>
              <a:fillRef idx="0">
                <a:scrgbClr r="0" g="0" b="0"/>
              </a:fillRef>
              <a:effectRef idx="0">
                <a:scrgbClr r="0" g="0" b="0"/>
              </a:effectRef>
              <a:fontRef idx="minor"/>
            </p:style>
          </p:sp>
          <p:sp>
            <p:nvSpPr>
              <p:cNvPr id="1013" name="Line 2002">
                <a:extLst>
                  <a:ext uri="{FF2B5EF4-FFF2-40B4-BE49-F238E27FC236}">
                    <a16:creationId xmlns:a16="http://schemas.microsoft.com/office/drawing/2014/main" id="{4E434CC8-498E-4F7F-A81D-A16F596F5DE7}"/>
                  </a:ext>
                </a:extLst>
              </p:cNvPr>
              <p:cNvSpPr/>
              <p:nvPr/>
            </p:nvSpPr>
            <p:spPr>
              <a:xfrm flipV="1">
                <a:off x="7037280" y="2519640"/>
                <a:ext cx="61200" cy="134280"/>
              </a:xfrm>
              <a:prstGeom prst="line">
                <a:avLst/>
              </a:prstGeom>
              <a:ln>
                <a:solidFill>
                  <a:srgbClr val="8A8A8A"/>
                </a:solidFill>
              </a:ln>
            </p:spPr>
            <p:style>
              <a:lnRef idx="0">
                <a:scrgbClr r="0" g="0" b="0"/>
              </a:lnRef>
              <a:fillRef idx="0">
                <a:scrgbClr r="0" g="0" b="0"/>
              </a:fillRef>
              <a:effectRef idx="0">
                <a:scrgbClr r="0" g="0" b="0"/>
              </a:effectRef>
              <a:fontRef idx="minor"/>
            </p:style>
          </p:sp>
          <p:sp>
            <p:nvSpPr>
              <p:cNvPr id="1014" name="Line 2003">
                <a:extLst>
                  <a:ext uri="{FF2B5EF4-FFF2-40B4-BE49-F238E27FC236}">
                    <a16:creationId xmlns:a16="http://schemas.microsoft.com/office/drawing/2014/main" id="{C3C4396D-1C7D-4339-8C20-9F9A4AB556AA}"/>
                  </a:ext>
                </a:extLst>
              </p:cNvPr>
              <p:cNvSpPr/>
              <p:nvPr/>
            </p:nvSpPr>
            <p:spPr>
              <a:xfrm flipV="1">
                <a:off x="7098480" y="2489760"/>
                <a:ext cx="60840" cy="29880"/>
              </a:xfrm>
              <a:prstGeom prst="line">
                <a:avLst/>
              </a:prstGeom>
              <a:ln>
                <a:solidFill>
                  <a:srgbClr val="929292"/>
                </a:solidFill>
              </a:ln>
            </p:spPr>
            <p:style>
              <a:lnRef idx="0">
                <a:scrgbClr r="0" g="0" b="0"/>
              </a:lnRef>
              <a:fillRef idx="0">
                <a:scrgbClr r="0" g="0" b="0"/>
              </a:fillRef>
              <a:effectRef idx="0">
                <a:scrgbClr r="0" g="0" b="0"/>
              </a:effectRef>
              <a:fontRef idx="minor"/>
            </p:style>
          </p:sp>
          <p:sp>
            <p:nvSpPr>
              <p:cNvPr id="1015" name="Line 2004">
                <a:extLst>
                  <a:ext uri="{FF2B5EF4-FFF2-40B4-BE49-F238E27FC236}">
                    <a16:creationId xmlns:a16="http://schemas.microsoft.com/office/drawing/2014/main" id="{AB847FF7-8B3E-4BBD-A0CA-D24230DC8CB8}"/>
                  </a:ext>
                </a:extLst>
              </p:cNvPr>
              <p:cNvSpPr/>
              <p:nvPr/>
            </p:nvSpPr>
            <p:spPr>
              <a:xfrm flipV="1">
                <a:off x="6978240" y="2536920"/>
                <a:ext cx="59040" cy="132840"/>
              </a:xfrm>
              <a:prstGeom prst="line">
                <a:avLst/>
              </a:prstGeom>
              <a:ln>
                <a:solidFill>
                  <a:srgbClr val="878787"/>
                </a:solidFill>
              </a:ln>
            </p:spPr>
            <p:style>
              <a:lnRef idx="0">
                <a:scrgbClr r="0" g="0" b="0"/>
              </a:lnRef>
              <a:fillRef idx="0">
                <a:scrgbClr r="0" g="0" b="0"/>
              </a:fillRef>
              <a:effectRef idx="0">
                <a:scrgbClr r="0" g="0" b="0"/>
              </a:effectRef>
              <a:fontRef idx="minor"/>
            </p:style>
          </p:sp>
          <p:sp>
            <p:nvSpPr>
              <p:cNvPr id="1016" name="Line 2005">
                <a:extLst>
                  <a:ext uri="{FF2B5EF4-FFF2-40B4-BE49-F238E27FC236}">
                    <a16:creationId xmlns:a16="http://schemas.microsoft.com/office/drawing/2014/main" id="{B5284880-0629-40D3-93EA-C431734EABA5}"/>
                  </a:ext>
                </a:extLst>
              </p:cNvPr>
              <p:cNvSpPr/>
              <p:nvPr/>
            </p:nvSpPr>
            <p:spPr>
              <a:xfrm flipV="1">
                <a:off x="7037280" y="2519640"/>
                <a:ext cx="61200" cy="17280"/>
              </a:xfrm>
              <a:prstGeom prst="line">
                <a:avLst/>
              </a:prstGeom>
              <a:ln>
                <a:solidFill>
                  <a:srgbClr val="8E8E8E"/>
                </a:solidFill>
              </a:ln>
            </p:spPr>
            <p:style>
              <a:lnRef idx="0">
                <a:scrgbClr r="0" g="0" b="0"/>
              </a:lnRef>
              <a:fillRef idx="0">
                <a:scrgbClr r="0" g="0" b="0"/>
              </a:fillRef>
              <a:effectRef idx="0">
                <a:scrgbClr r="0" g="0" b="0"/>
              </a:effectRef>
              <a:fontRef idx="minor"/>
            </p:style>
          </p:sp>
          <p:sp>
            <p:nvSpPr>
              <p:cNvPr id="1017" name="Line 2006">
                <a:extLst>
                  <a:ext uri="{FF2B5EF4-FFF2-40B4-BE49-F238E27FC236}">
                    <a16:creationId xmlns:a16="http://schemas.microsoft.com/office/drawing/2014/main" id="{456FA817-9247-462D-9B24-60399BFC7D9B}"/>
                  </a:ext>
                </a:extLst>
              </p:cNvPr>
              <p:cNvSpPr/>
              <p:nvPr/>
            </p:nvSpPr>
            <p:spPr>
              <a:xfrm flipV="1">
                <a:off x="6918480" y="2540880"/>
                <a:ext cx="59760" cy="133920"/>
              </a:xfrm>
              <a:prstGeom prst="line">
                <a:avLst/>
              </a:prstGeom>
              <a:ln>
                <a:solidFill>
                  <a:srgbClr val="858585"/>
                </a:solidFill>
              </a:ln>
            </p:spPr>
            <p:style>
              <a:lnRef idx="0">
                <a:scrgbClr r="0" g="0" b="0"/>
              </a:lnRef>
              <a:fillRef idx="0">
                <a:scrgbClr r="0" g="0" b="0"/>
              </a:fillRef>
              <a:effectRef idx="0">
                <a:scrgbClr r="0" g="0" b="0"/>
              </a:effectRef>
              <a:fontRef idx="minor"/>
            </p:style>
          </p:sp>
          <p:sp>
            <p:nvSpPr>
              <p:cNvPr id="1018" name="Line 2007">
                <a:extLst>
                  <a:ext uri="{FF2B5EF4-FFF2-40B4-BE49-F238E27FC236}">
                    <a16:creationId xmlns:a16="http://schemas.microsoft.com/office/drawing/2014/main" id="{7AA3D565-873C-45B4-9F85-DB3C9AD11A52}"/>
                  </a:ext>
                </a:extLst>
              </p:cNvPr>
              <p:cNvSpPr/>
              <p:nvPr/>
            </p:nvSpPr>
            <p:spPr>
              <a:xfrm flipV="1">
                <a:off x="6978240" y="2536920"/>
                <a:ext cx="59040" cy="3960"/>
              </a:xfrm>
              <a:prstGeom prst="line">
                <a:avLst/>
              </a:prstGeom>
              <a:ln>
                <a:solidFill>
                  <a:srgbClr val="8C8C8C"/>
                </a:solidFill>
              </a:ln>
            </p:spPr>
            <p:style>
              <a:lnRef idx="0">
                <a:scrgbClr r="0" g="0" b="0"/>
              </a:lnRef>
              <a:fillRef idx="0">
                <a:scrgbClr r="0" g="0" b="0"/>
              </a:fillRef>
              <a:effectRef idx="0">
                <a:scrgbClr r="0" g="0" b="0"/>
              </a:effectRef>
              <a:fontRef idx="minor"/>
            </p:style>
          </p:sp>
          <p:sp>
            <p:nvSpPr>
              <p:cNvPr id="1019" name="Line 2008">
                <a:extLst>
                  <a:ext uri="{FF2B5EF4-FFF2-40B4-BE49-F238E27FC236}">
                    <a16:creationId xmlns:a16="http://schemas.microsoft.com/office/drawing/2014/main" id="{21B9CCEF-FB8B-4CE0-AB6E-B701BE47C4F4}"/>
                  </a:ext>
                </a:extLst>
              </p:cNvPr>
              <p:cNvSpPr/>
              <p:nvPr/>
            </p:nvSpPr>
            <p:spPr>
              <a:xfrm flipV="1">
                <a:off x="6857280" y="2533680"/>
                <a:ext cx="61200" cy="134280"/>
              </a:xfrm>
              <a:prstGeom prst="line">
                <a:avLst/>
              </a:prstGeom>
              <a:ln>
                <a:solidFill>
                  <a:srgbClr val="848484"/>
                </a:solidFill>
              </a:ln>
            </p:spPr>
            <p:style>
              <a:lnRef idx="0">
                <a:scrgbClr r="0" g="0" b="0"/>
              </a:lnRef>
              <a:fillRef idx="0">
                <a:scrgbClr r="0" g="0" b="0"/>
              </a:fillRef>
              <a:effectRef idx="0">
                <a:scrgbClr r="0" g="0" b="0"/>
              </a:effectRef>
              <a:fontRef idx="minor"/>
            </p:style>
          </p:sp>
          <p:sp>
            <p:nvSpPr>
              <p:cNvPr id="1020" name="Line 2009">
                <a:extLst>
                  <a:ext uri="{FF2B5EF4-FFF2-40B4-BE49-F238E27FC236}">
                    <a16:creationId xmlns:a16="http://schemas.microsoft.com/office/drawing/2014/main" id="{3BB89915-9ACF-4C26-A01D-33FB6B6D320D}"/>
                  </a:ext>
                </a:extLst>
              </p:cNvPr>
              <p:cNvSpPr/>
              <p:nvPr/>
            </p:nvSpPr>
            <p:spPr>
              <a:xfrm>
                <a:off x="6918480" y="2533680"/>
                <a:ext cx="59760" cy="7200"/>
              </a:xfrm>
              <a:prstGeom prst="line">
                <a:avLst/>
              </a:prstGeom>
              <a:ln>
                <a:solidFill>
                  <a:srgbClr val="8A8A8A"/>
                </a:solidFill>
              </a:ln>
            </p:spPr>
            <p:style>
              <a:lnRef idx="0">
                <a:scrgbClr r="0" g="0" b="0"/>
              </a:lnRef>
              <a:fillRef idx="0">
                <a:scrgbClr r="0" g="0" b="0"/>
              </a:fillRef>
              <a:effectRef idx="0">
                <a:scrgbClr r="0" g="0" b="0"/>
              </a:effectRef>
              <a:fontRef idx="minor"/>
            </p:style>
          </p:sp>
          <p:sp>
            <p:nvSpPr>
              <p:cNvPr id="1021" name="Line 2010">
                <a:extLst>
                  <a:ext uri="{FF2B5EF4-FFF2-40B4-BE49-F238E27FC236}">
                    <a16:creationId xmlns:a16="http://schemas.microsoft.com/office/drawing/2014/main" id="{04387B25-F92D-424B-AF3F-3E11B838E904}"/>
                  </a:ext>
                </a:extLst>
              </p:cNvPr>
              <p:cNvSpPr/>
              <p:nvPr/>
            </p:nvSpPr>
            <p:spPr>
              <a:xfrm flipV="1">
                <a:off x="6796080" y="2512800"/>
                <a:ext cx="61200" cy="133920"/>
              </a:xfrm>
              <a:prstGeom prst="line">
                <a:avLst/>
              </a:prstGeom>
              <a:ln>
                <a:solidFill>
                  <a:srgbClr val="858585"/>
                </a:solidFill>
              </a:ln>
            </p:spPr>
            <p:style>
              <a:lnRef idx="0">
                <a:scrgbClr r="0" g="0" b="0"/>
              </a:lnRef>
              <a:fillRef idx="0">
                <a:scrgbClr r="0" g="0" b="0"/>
              </a:fillRef>
              <a:effectRef idx="0">
                <a:scrgbClr r="0" g="0" b="0"/>
              </a:effectRef>
              <a:fontRef idx="minor"/>
            </p:style>
          </p:sp>
          <p:sp>
            <p:nvSpPr>
              <p:cNvPr id="1022" name="Line 2011">
                <a:extLst>
                  <a:ext uri="{FF2B5EF4-FFF2-40B4-BE49-F238E27FC236}">
                    <a16:creationId xmlns:a16="http://schemas.microsoft.com/office/drawing/2014/main" id="{E55A6BB1-386C-4195-8D5B-EA43C8ECC846}"/>
                  </a:ext>
                </a:extLst>
              </p:cNvPr>
              <p:cNvSpPr/>
              <p:nvPr/>
            </p:nvSpPr>
            <p:spPr>
              <a:xfrm>
                <a:off x="6857280" y="2512800"/>
                <a:ext cx="61200" cy="20880"/>
              </a:xfrm>
              <a:prstGeom prst="line">
                <a:avLst/>
              </a:prstGeom>
              <a:ln>
                <a:solidFill>
                  <a:srgbClr val="8A8A8A"/>
                </a:solidFill>
              </a:ln>
            </p:spPr>
            <p:style>
              <a:lnRef idx="0">
                <a:scrgbClr r="0" g="0" b="0"/>
              </a:lnRef>
              <a:fillRef idx="0">
                <a:scrgbClr r="0" g="0" b="0"/>
              </a:fillRef>
              <a:effectRef idx="0">
                <a:scrgbClr r="0" g="0" b="0"/>
              </a:effectRef>
              <a:fontRef idx="minor"/>
            </p:style>
          </p:sp>
          <p:sp>
            <p:nvSpPr>
              <p:cNvPr id="1023" name="Line 2012">
                <a:extLst>
                  <a:ext uri="{FF2B5EF4-FFF2-40B4-BE49-F238E27FC236}">
                    <a16:creationId xmlns:a16="http://schemas.microsoft.com/office/drawing/2014/main" id="{26B25B6B-A7E5-4106-B034-FE71A6BEF0BF}"/>
                  </a:ext>
                </a:extLst>
              </p:cNvPr>
              <p:cNvSpPr/>
              <p:nvPr/>
            </p:nvSpPr>
            <p:spPr>
              <a:xfrm flipV="1">
                <a:off x="6736320" y="2479680"/>
                <a:ext cx="59760" cy="134280"/>
              </a:xfrm>
              <a:prstGeom prst="line">
                <a:avLst/>
              </a:prstGeom>
              <a:ln>
                <a:solidFill>
                  <a:srgbClr val="878787"/>
                </a:solidFill>
              </a:ln>
            </p:spPr>
            <p:style>
              <a:lnRef idx="0">
                <a:scrgbClr r="0" g="0" b="0"/>
              </a:lnRef>
              <a:fillRef idx="0">
                <a:scrgbClr r="0" g="0" b="0"/>
              </a:fillRef>
              <a:effectRef idx="0">
                <a:scrgbClr r="0" g="0" b="0"/>
              </a:effectRef>
              <a:fontRef idx="minor"/>
            </p:style>
          </p:sp>
          <p:sp>
            <p:nvSpPr>
              <p:cNvPr id="1024" name="Line 2013">
                <a:extLst>
                  <a:ext uri="{FF2B5EF4-FFF2-40B4-BE49-F238E27FC236}">
                    <a16:creationId xmlns:a16="http://schemas.microsoft.com/office/drawing/2014/main" id="{77DDCB30-F74E-40B2-9E55-BF086F5E687D}"/>
                  </a:ext>
                </a:extLst>
              </p:cNvPr>
              <p:cNvSpPr/>
              <p:nvPr/>
            </p:nvSpPr>
            <p:spPr>
              <a:xfrm>
                <a:off x="6796080" y="2479680"/>
                <a:ext cx="61200" cy="33120"/>
              </a:xfrm>
              <a:prstGeom prst="line">
                <a:avLst/>
              </a:prstGeom>
              <a:ln>
                <a:solidFill>
                  <a:srgbClr val="8C8C8C"/>
                </a:solidFill>
              </a:ln>
            </p:spPr>
            <p:style>
              <a:lnRef idx="0">
                <a:scrgbClr r="0" g="0" b="0"/>
              </a:lnRef>
              <a:fillRef idx="0">
                <a:scrgbClr r="0" g="0" b="0"/>
              </a:fillRef>
              <a:effectRef idx="0">
                <a:scrgbClr r="0" g="0" b="0"/>
              </a:effectRef>
              <a:fontRef idx="minor"/>
            </p:style>
          </p:sp>
          <p:sp>
            <p:nvSpPr>
              <p:cNvPr id="1025" name="Line 2014">
                <a:extLst>
                  <a:ext uri="{FF2B5EF4-FFF2-40B4-BE49-F238E27FC236}">
                    <a16:creationId xmlns:a16="http://schemas.microsoft.com/office/drawing/2014/main" id="{5AB31D4E-2258-44C0-B450-86FDC0DB65A7}"/>
                  </a:ext>
                </a:extLst>
              </p:cNvPr>
              <p:cNvSpPr/>
              <p:nvPr/>
            </p:nvSpPr>
            <p:spPr>
              <a:xfrm flipV="1">
                <a:off x="6675120" y="2433600"/>
                <a:ext cx="61200" cy="134280"/>
              </a:xfrm>
              <a:prstGeom prst="line">
                <a:avLst/>
              </a:prstGeom>
              <a:ln>
                <a:solidFill>
                  <a:srgbClr val="8A8A8A"/>
                </a:solidFill>
              </a:ln>
            </p:spPr>
            <p:style>
              <a:lnRef idx="0">
                <a:scrgbClr r="0" g="0" b="0"/>
              </a:lnRef>
              <a:fillRef idx="0">
                <a:scrgbClr r="0" g="0" b="0"/>
              </a:fillRef>
              <a:effectRef idx="0">
                <a:scrgbClr r="0" g="0" b="0"/>
              </a:effectRef>
              <a:fontRef idx="minor"/>
            </p:style>
          </p:sp>
          <p:sp>
            <p:nvSpPr>
              <p:cNvPr id="1026" name="Line 2015">
                <a:extLst>
                  <a:ext uri="{FF2B5EF4-FFF2-40B4-BE49-F238E27FC236}">
                    <a16:creationId xmlns:a16="http://schemas.microsoft.com/office/drawing/2014/main" id="{E6A64FE3-6882-44FB-B8FC-1B6BE5FD0D97}"/>
                  </a:ext>
                </a:extLst>
              </p:cNvPr>
              <p:cNvSpPr/>
              <p:nvPr/>
            </p:nvSpPr>
            <p:spPr>
              <a:xfrm>
                <a:off x="6736320" y="2433600"/>
                <a:ext cx="59760" cy="46080"/>
              </a:xfrm>
              <a:prstGeom prst="line">
                <a:avLst/>
              </a:prstGeom>
              <a:ln>
                <a:solidFill>
                  <a:srgbClr val="8E8E8E"/>
                </a:solidFill>
              </a:ln>
            </p:spPr>
            <p:style>
              <a:lnRef idx="0">
                <a:scrgbClr r="0" g="0" b="0"/>
              </a:lnRef>
              <a:fillRef idx="0">
                <a:scrgbClr r="0" g="0" b="0"/>
              </a:fillRef>
              <a:effectRef idx="0">
                <a:scrgbClr r="0" g="0" b="0"/>
              </a:effectRef>
              <a:fontRef idx="minor"/>
            </p:style>
          </p:sp>
          <p:sp>
            <p:nvSpPr>
              <p:cNvPr id="1027" name="Line 2016">
                <a:extLst>
                  <a:ext uri="{FF2B5EF4-FFF2-40B4-BE49-F238E27FC236}">
                    <a16:creationId xmlns:a16="http://schemas.microsoft.com/office/drawing/2014/main" id="{1BBD854C-260F-458D-A9BA-12E3B42999A6}"/>
                  </a:ext>
                </a:extLst>
              </p:cNvPr>
              <p:cNvSpPr/>
              <p:nvPr/>
            </p:nvSpPr>
            <p:spPr>
              <a:xfrm flipV="1">
                <a:off x="6616080" y="2376720"/>
                <a:ext cx="59040" cy="132120"/>
              </a:xfrm>
              <a:prstGeom prst="line">
                <a:avLst/>
              </a:prstGeom>
              <a:ln>
                <a:solidFill>
                  <a:srgbClr val="8E8E8E"/>
                </a:solidFill>
              </a:ln>
            </p:spPr>
            <p:style>
              <a:lnRef idx="0">
                <a:scrgbClr r="0" g="0" b="0"/>
              </a:lnRef>
              <a:fillRef idx="0">
                <a:scrgbClr r="0" g="0" b="0"/>
              </a:fillRef>
              <a:effectRef idx="0">
                <a:scrgbClr r="0" g="0" b="0"/>
              </a:effectRef>
              <a:fontRef idx="minor"/>
            </p:style>
          </p:sp>
          <p:sp>
            <p:nvSpPr>
              <p:cNvPr id="1028" name="Line 2017">
                <a:extLst>
                  <a:ext uri="{FF2B5EF4-FFF2-40B4-BE49-F238E27FC236}">
                    <a16:creationId xmlns:a16="http://schemas.microsoft.com/office/drawing/2014/main" id="{4C9E4958-9C37-4011-95F0-4385EB66ED4F}"/>
                  </a:ext>
                </a:extLst>
              </p:cNvPr>
              <p:cNvSpPr/>
              <p:nvPr/>
            </p:nvSpPr>
            <p:spPr>
              <a:xfrm>
                <a:off x="6675120" y="2376720"/>
                <a:ext cx="61200" cy="56880"/>
              </a:xfrm>
              <a:prstGeom prst="line">
                <a:avLst/>
              </a:prstGeom>
              <a:ln>
                <a:solidFill>
                  <a:srgbClr val="929292"/>
                </a:solidFill>
              </a:ln>
            </p:spPr>
            <p:style>
              <a:lnRef idx="0">
                <a:scrgbClr r="0" g="0" b="0"/>
              </a:lnRef>
              <a:fillRef idx="0">
                <a:scrgbClr r="0" g="0" b="0"/>
              </a:fillRef>
              <a:effectRef idx="0">
                <a:scrgbClr r="0" g="0" b="0"/>
              </a:effectRef>
              <a:fontRef idx="minor"/>
            </p:style>
          </p:sp>
          <p:sp>
            <p:nvSpPr>
              <p:cNvPr id="1029" name="Line 2018">
                <a:extLst>
                  <a:ext uri="{FF2B5EF4-FFF2-40B4-BE49-F238E27FC236}">
                    <a16:creationId xmlns:a16="http://schemas.microsoft.com/office/drawing/2014/main" id="{8C8588AC-A3C7-4977-9F19-964AAD6066A0}"/>
                  </a:ext>
                </a:extLst>
              </p:cNvPr>
              <p:cNvSpPr/>
              <p:nvPr/>
            </p:nvSpPr>
            <p:spPr>
              <a:xfrm flipV="1">
                <a:off x="6555240" y="2304720"/>
                <a:ext cx="59040" cy="133920"/>
              </a:xfrm>
              <a:prstGeom prst="line">
                <a:avLst/>
              </a:prstGeom>
              <a:ln>
                <a:solidFill>
                  <a:srgbClr val="939393"/>
                </a:solidFill>
              </a:ln>
            </p:spPr>
            <p:style>
              <a:lnRef idx="0">
                <a:scrgbClr r="0" g="0" b="0"/>
              </a:lnRef>
              <a:fillRef idx="0">
                <a:scrgbClr r="0" g="0" b="0"/>
              </a:fillRef>
              <a:effectRef idx="0">
                <a:scrgbClr r="0" g="0" b="0"/>
              </a:effectRef>
              <a:fontRef idx="minor"/>
            </p:style>
          </p:sp>
          <p:sp>
            <p:nvSpPr>
              <p:cNvPr id="1030" name="Line 2019">
                <a:extLst>
                  <a:ext uri="{FF2B5EF4-FFF2-40B4-BE49-F238E27FC236}">
                    <a16:creationId xmlns:a16="http://schemas.microsoft.com/office/drawing/2014/main" id="{B3A71509-9993-4518-8825-A0F005EBD00A}"/>
                  </a:ext>
                </a:extLst>
              </p:cNvPr>
              <p:cNvSpPr/>
              <p:nvPr/>
            </p:nvSpPr>
            <p:spPr>
              <a:xfrm>
                <a:off x="6614280" y="2304720"/>
                <a:ext cx="60840" cy="72000"/>
              </a:xfrm>
              <a:prstGeom prst="line">
                <a:avLst/>
              </a:prstGeom>
              <a:ln>
                <a:solidFill>
                  <a:srgbClr val="969696"/>
                </a:solidFill>
              </a:ln>
            </p:spPr>
            <p:style>
              <a:lnRef idx="0">
                <a:scrgbClr r="0" g="0" b="0"/>
              </a:lnRef>
              <a:fillRef idx="0">
                <a:scrgbClr r="0" g="0" b="0"/>
              </a:fillRef>
              <a:effectRef idx="0">
                <a:scrgbClr r="0" g="0" b="0"/>
              </a:effectRef>
              <a:fontRef idx="minor"/>
            </p:style>
          </p:sp>
          <p:sp>
            <p:nvSpPr>
              <p:cNvPr id="1031" name="Line 2020">
                <a:extLst>
                  <a:ext uri="{FF2B5EF4-FFF2-40B4-BE49-F238E27FC236}">
                    <a16:creationId xmlns:a16="http://schemas.microsoft.com/office/drawing/2014/main" id="{30CD14E5-6BFF-4001-9677-653C76D4B6D1}"/>
                  </a:ext>
                </a:extLst>
              </p:cNvPr>
              <p:cNvSpPr/>
              <p:nvPr/>
            </p:nvSpPr>
            <p:spPr>
              <a:xfrm flipV="1">
                <a:off x="6495120" y="2221560"/>
                <a:ext cx="60120" cy="133920"/>
              </a:xfrm>
              <a:prstGeom prst="line">
                <a:avLst/>
              </a:prstGeom>
              <a:ln>
                <a:solidFill>
                  <a:srgbClr val="9A9A9A"/>
                </a:solidFill>
              </a:ln>
            </p:spPr>
            <p:style>
              <a:lnRef idx="0">
                <a:scrgbClr r="0" g="0" b="0"/>
              </a:lnRef>
              <a:fillRef idx="0">
                <a:scrgbClr r="0" g="0" b="0"/>
              </a:fillRef>
              <a:effectRef idx="0">
                <a:scrgbClr r="0" g="0" b="0"/>
              </a:effectRef>
              <a:fontRef idx="minor"/>
            </p:style>
          </p:sp>
          <p:sp>
            <p:nvSpPr>
              <p:cNvPr id="1032" name="Line 2021">
                <a:extLst>
                  <a:ext uri="{FF2B5EF4-FFF2-40B4-BE49-F238E27FC236}">
                    <a16:creationId xmlns:a16="http://schemas.microsoft.com/office/drawing/2014/main" id="{29B5201C-E8D0-4F10-92D9-45A3AB906D2A}"/>
                  </a:ext>
                </a:extLst>
              </p:cNvPr>
              <p:cNvSpPr/>
              <p:nvPr/>
            </p:nvSpPr>
            <p:spPr>
              <a:xfrm>
                <a:off x="6555240" y="2221560"/>
                <a:ext cx="59040" cy="83160"/>
              </a:xfrm>
              <a:prstGeom prst="line">
                <a:avLst/>
              </a:prstGeom>
              <a:ln>
                <a:solidFill>
                  <a:srgbClr val="9C9C9C"/>
                </a:solidFill>
              </a:ln>
            </p:spPr>
            <p:style>
              <a:lnRef idx="0">
                <a:scrgbClr r="0" g="0" b="0"/>
              </a:lnRef>
              <a:fillRef idx="0">
                <a:scrgbClr r="0" g="0" b="0"/>
              </a:fillRef>
              <a:effectRef idx="0">
                <a:scrgbClr r="0" g="0" b="0"/>
              </a:effectRef>
              <a:fontRef idx="minor"/>
            </p:style>
          </p:sp>
          <p:sp>
            <p:nvSpPr>
              <p:cNvPr id="1033" name="Line 2022">
                <a:extLst>
                  <a:ext uri="{FF2B5EF4-FFF2-40B4-BE49-F238E27FC236}">
                    <a16:creationId xmlns:a16="http://schemas.microsoft.com/office/drawing/2014/main" id="{AF693675-5FA1-47E3-90A9-B7EFB77AB38F}"/>
                  </a:ext>
                </a:extLst>
              </p:cNvPr>
              <p:cNvSpPr/>
              <p:nvPr/>
            </p:nvSpPr>
            <p:spPr>
              <a:xfrm flipV="1">
                <a:off x="6433920" y="2126520"/>
                <a:ext cx="61200" cy="133920"/>
              </a:xfrm>
              <a:prstGeom prst="line">
                <a:avLst/>
              </a:prstGeom>
              <a:ln>
                <a:solidFill>
                  <a:srgbClr val="A2A2A2"/>
                </a:solidFill>
              </a:ln>
            </p:spPr>
            <p:style>
              <a:lnRef idx="0">
                <a:scrgbClr r="0" g="0" b="0"/>
              </a:lnRef>
              <a:fillRef idx="0">
                <a:scrgbClr r="0" g="0" b="0"/>
              </a:fillRef>
              <a:effectRef idx="0">
                <a:scrgbClr r="0" g="0" b="0"/>
              </a:effectRef>
              <a:fontRef idx="minor"/>
            </p:style>
          </p:sp>
          <p:sp>
            <p:nvSpPr>
              <p:cNvPr id="1034" name="Line 2023">
                <a:extLst>
                  <a:ext uri="{FF2B5EF4-FFF2-40B4-BE49-F238E27FC236}">
                    <a16:creationId xmlns:a16="http://schemas.microsoft.com/office/drawing/2014/main" id="{29DA4C79-79F5-43D5-A020-3CEF69408174}"/>
                  </a:ext>
                </a:extLst>
              </p:cNvPr>
              <p:cNvSpPr/>
              <p:nvPr/>
            </p:nvSpPr>
            <p:spPr>
              <a:xfrm>
                <a:off x="6495120" y="2126520"/>
                <a:ext cx="60120" cy="95040"/>
              </a:xfrm>
              <a:prstGeom prst="line">
                <a:avLst/>
              </a:prstGeom>
              <a:ln>
                <a:solidFill>
                  <a:srgbClr val="A4A4A4"/>
                </a:solidFill>
              </a:ln>
            </p:spPr>
            <p:style>
              <a:lnRef idx="0">
                <a:scrgbClr r="0" g="0" b="0"/>
              </a:lnRef>
              <a:fillRef idx="0">
                <a:scrgbClr r="0" g="0" b="0"/>
              </a:fillRef>
              <a:effectRef idx="0">
                <a:scrgbClr r="0" g="0" b="0"/>
              </a:effectRef>
              <a:fontRef idx="minor"/>
            </p:style>
          </p:sp>
          <p:sp>
            <p:nvSpPr>
              <p:cNvPr id="1035" name="Line 2024">
                <a:extLst>
                  <a:ext uri="{FF2B5EF4-FFF2-40B4-BE49-F238E27FC236}">
                    <a16:creationId xmlns:a16="http://schemas.microsoft.com/office/drawing/2014/main" id="{83A7B347-0D67-4746-92DB-089C1B8E4CF2}"/>
                  </a:ext>
                </a:extLst>
              </p:cNvPr>
              <p:cNvSpPr/>
              <p:nvPr/>
            </p:nvSpPr>
            <p:spPr>
              <a:xfrm flipV="1">
                <a:off x="6373080" y="2017080"/>
                <a:ext cx="60840" cy="134280"/>
              </a:xfrm>
              <a:prstGeom prst="line">
                <a:avLst/>
              </a:prstGeom>
              <a:ln>
                <a:solidFill>
                  <a:srgbClr val="ABABAB"/>
                </a:solidFill>
              </a:ln>
            </p:spPr>
            <p:style>
              <a:lnRef idx="0">
                <a:scrgbClr r="0" g="0" b="0"/>
              </a:lnRef>
              <a:fillRef idx="0">
                <a:scrgbClr r="0" g="0" b="0"/>
              </a:fillRef>
              <a:effectRef idx="0">
                <a:scrgbClr r="0" g="0" b="0"/>
              </a:effectRef>
              <a:fontRef idx="minor"/>
            </p:style>
          </p:sp>
          <p:sp>
            <p:nvSpPr>
              <p:cNvPr id="1036" name="Line 2025">
                <a:extLst>
                  <a:ext uri="{FF2B5EF4-FFF2-40B4-BE49-F238E27FC236}">
                    <a16:creationId xmlns:a16="http://schemas.microsoft.com/office/drawing/2014/main" id="{FCB45E2F-52F2-4F3B-815E-625ADF7DF43F}"/>
                  </a:ext>
                </a:extLst>
              </p:cNvPr>
              <p:cNvSpPr/>
              <p:nvPr/>
            </p:nvSpPr>
            <p:spPr>
              <a:xfrm>
                <a:off x="6433920" y="2017080"/>
                <a:ext cx="61200" cy="109440"/>
              </a:xfrm>
              <a:prstGeom prst="line">
                <a:avLst/>
              </a:prstGeom>
              <a:ln>
                <a:solidFill>
                  <a:srgbClr val="ACACAC"/>
                </a:solidFill>
              </a:ln>
            </p:spPr>
            <p:style>
              <a:lnRef idx="0">
                <a:scrgbClr r="0" g="0" b="0"/>
              </a:lnRef>
              <a:fillRef idx="0">
                <a:scrgbClr r="0" g="0" b="0"/>
              </a:fillRef>
              <a:effectRef idx="0">
                <a:scrgbClr r="0" g="0" b="0"/>
              </a:effectRef>
              <a:fontRef idx="minor"/>
            </p:style>
          </p:sp>
          <p:sp>
            <p:nvSpPr>
              <p:cNvPr id="1037" name="Line 2026">
                <a:extLst>
                  <a:ext uri="{FF2B5EF4-FFF2-40B4-BE49-F238E27FC236}">
                    <a16:creationId xmlns:a16="http://schemas.microsoft.com/office/drawing/2014/main" id="{A2C01711-37A7-4B37-870D-4235EEAC7164}"/>
                  </a:ext>
                </a:extLst>
              </p:cNvPr>
              <p:cNvSpPr/>
              <p:nvPr/>
            </p:nvSpPr>
            <p:spPr>
              <a:xfrm flipV="1">
                <a:off x="6312960" y="1896120"/>
                <a:ext cx="60120" cy="134280"/>
              </a:xfrm>
              <a:prstGeom prst="line">
                <a:avLst/>
              </a:prstGeom>
              <a:ln>
                <a:solidFill>
                  <a:srgbClr val="B5B5B5"/>
                </a:solidFill>
              </a:ln>
            </p:spPr>
            <p:style>
              <a:lnRef idx="0">
                <a:scrgbClr r="0" g="0" b="0"/>
              </a:lnRef>
              <a:fillRef idx="0">
                <a:scrgbClr r="0" g="0" b="0"/>
              </a:fillRef>
              <a:effectRef idx="0">
                <a:scrgbClr r="0" g="0" b="0"/>
              </a:effectRef>
              <a:fontRef idx="minor"/>
            </p:style>
          </p:sp>
          <p:sp>
            <p:nvSpPr>
              <p:cNvPr id="1038" name="Line 2027">
                <a:extLst>
                  <a:ext uri="{FF2B5EF4-FFF2-40B4-BE49-F238E27FC236}">
                    <a16:creationId xmlns:a16="http://schemas.microsoft.com/office/drawing/2014/main" id="{4D496BE5-6F15-4AB5-A51F-777BE20EA338}"/>
                  </a:ext>
                </a:extLst>
              </p:cNvPr>
              <p:cNvSpPr/>
              <p:nvPr/>
            </p:nvSpPr>
            <p:spPr>
              <a:xfrm>
                <a:off x="6373080" y="1896120"/>
                <a:ext cx="60840" cy="120960"/>
              </a:xfrm>
              <a:prstGeom prst="line">
                <a:avLst/>
              </a:prstGeom>
              <a:ln>
                <a:solidFill>
                  <a:srgbClr val="B6B6B6"/>
                </a:solidFill>
              </a:ln>
            </p:spPr>
            <p:style>
              <a:lnRef idx="0">
                <a:scrgbClr r="0" g="0" b="0"/>
              </a:lnRef>
              <a:fillRef idx="0">
                <a:scrgbClr r="0" g="0" b="0"/>
              </a:fillRef>
              <a:effectRef idx="0">
                <a:scrgbClr r="0" g="0" b="0"/>
              </a:effectRef>
              <a:fontRef idx="minor"/>
            </p:style>
          </p:sp>
          <p:sp>
            <p:nvSpPr>
              <p:cNvPr id="1039" name="Line 2028">
                <a:extLst>
                  <a:ext uri="{FF2B5EF4-FFF2-40B4-BE49-F238E27FC236}">
                    <a16:creationId xmlns:a16="http://schemas.microsoft.com/office/drawing/2014/main" id="{59DD8CD1-DF0F-4C2B-91F9-58C98D67715B}"/>
                  </a:ext>
                </a:extLst>
              </p:cNvPr>
              <p:cNvSpPr/>
              <p:nvPr/>
            </p:nvSpPr>
            <p:spPr>
              <a:xfrm flipV="1">
                <a:off x="6253920" y="1762920"/>
                <a:ext cx="59040" cy="133200"/>
              </a:xfrm>
              <a:prstGeom prst="line">
                <a:avLst/>
              </a:prstGeom>
              <a:ln>
                <a:solidFill>
                  <a:srgbClr val="C0C0C0"/>
                </a:solidFill>
              </a:ln>
            </p:spPr>
            <p:style>
              <a:lnRef idx="0">
                <a:scrgbClr r="0" g="0" b="0"/>
              </a:lnRef>
              <a:fillRef idx="0">
                <a:scrgbClr r="0" g="0" b="0"/>
              </a:fillRef>
              <a:effectRef idx="0">
                <a:scrgbClr r="0" g="0" b="0"/>
              </a:effectRef>
              <a:fontRef idx="minor"/>
            </p:style>
          </p:sp>
          <p:sp>
            <p:nvSpPr>
              <p:cNvPr id="1040" name="Line 2029">
                <a:extLst>
                  <a:ext uri="{FF2B5EF4-FFF2-40B4-BE49-F238E27FC236}">
                    <a16:creationId xmlns:a16="http://schemas.microsoft.com/office/drawing/2014/main" id="{8FB543F3-D7C2-41F1-8919-323537E7C87A}"/>
                  </a:ext>
                </a:extLst>
              </p:cNvPr>
              <p:cNvSpPr/>
              <p:nvPr/>
            </p:nvSpPr>
            <p:spPr>
              <a:xfrm>
                <a:off x="6312960" y="1762920"/>
                <a:ext cx="60120" cy="133200"/>
              </a:xfrm>
              <a:prstGeom prst="line">
                <a:avLst/>
              </a:prstGeom>
              <a:ln>
                <a:solidFill>
                  <a:srgbClr val="C0C0C0"/>
                </a:solidFill>
              </a:ln>
            </p:spPr>
            <p:style>
              <a:lnRef idx="0">
                <a:scrgbClr r="0" g="0" b="0"/>
              </a:lnRef>
              <a:fillRef idx="0">
                <a:scrgbClr r="0" g="0" b="0"/>
              </a:fillRef>
              <a:effectRef idx="0">
                <a:scrgbClr r="0" g="0" b="0"/>
              </a:effectRef>
              <a:fontRef idx="minor"/>
            </p:style>
          </p:sp>
          <p:sp>
            <p:nvSpPr>
              <p:cNvPr id="1041" name="Line 2030">
                <a:extLst>
                  <a:ext uri="{FF2B5EF4-FFF2-40B4-BE49-F238E27FC236}">
                    <a16:creationId xmlns:a16="http://schemas.microsoft.com/office/drawing/2014/main" id="{94C2F899-1E8A-4CAC-A524-339FED243016}"/>
                  </a:ext>
                </a:extLst>
              </p:cNvPr>
              <p:cNvSpPr/>
              <p:nvPr/>
            </p:nvSpPr>
            <p:spPr>
              <a:xfrm flipV="1">
                <a:off x="6192720" y="1616760"/>
                <a:ext cx="59040" cy="134280"/>
              </a:xfrm>
              <a:prstGeom prst="line">
                <a:avLst/>
              </a:prstGeom>
              <a:ln>
                <a:solidFill>
                  <a:srgbClr val="CDCDCD"/>
                </a:solidFill>
              </a:ln>
            </p:spPr>
            <p:style>
              <a:lnRef idx="0">
                <a:scrgbClr r="0" g="0" b="0"/>
              </a:lnRef>
              <a:fillRef idx="0">
                <a:scrgbClr r="0" g="0" b="0"/>
              </a:fillRef>
              <a:effectRef idx="0">
                <a:scrgbClr r="0" g="0" b="0"/>
              </a:effectRef>
              <a:fontRef idx="minor"/>
            </p:style>
          </p:sp>
          <p:sp>
            <p:nvSpPr>
              <p:cNvPr id="1042" name="Line 2031">
                <a:extLst>
                  <a:ext uri="{FF2B5EF4-FFF2-40B4-BE49-F238E27FC236}">
                    <a16:creationId xmlns:a16="http://schemas.microsoft.com/office/drawing/2014/main" id="{9BEBFFA9-8D58-4882-B67C-0942CDF8D5F6}"/>
                  </a:ext>
                </a:extLst>
              </p:cNvPr>
              <p:cNvSpPr/>
              <p:nvPr/>
            </p:nvSpPr>
            <p:spPr>
              <a:xfrm>
                <a:off x="6251760" y="1616760"/>
                <a:ext cx="61200" cy="146160"/>
              </a:xfrm>
              <a:prstGeom prst="line">
                <a:avLst/>
              </a:prstGeom>
              <a:ln>
                <a:solidFill>
                  <a:srgbClr val="CCCCCC"/>
                </a:solidFill>
              </a:ln>
            </p:spPr>
            <p:style>
              <a:lnRef idx="0">
                <a:scrgbClr r="0" g="0" b="0"/>
              </a:lnRef>
              <a:fillRef idx="0">
                <a:scrgbClr r="0" g="0" b="0"/>
              </a:fillRef>
              <a:effectRef idx="0">
                <a:scrgbClr r="0" g="0" b="0"/>
              </a:effectRef>
              <a:fontRef idx="minor"/>
            </p:style>
          </p:sp>
          <p:sp>
            <p:nvSpPr>
              <p:cNvPr id="1043" name="Line 2032">
                <a:extLst>
                  <a:ext uri="{FF2B5EF4-FFF2-40B4-BE49-F238E27FC236}">
                    <a16:creationId xmlns:a16="http://schemas.microsoft.com/office/drawing/2014/main" id="{E156C5CB-16A8-4E37-8A5D-F33EBB434781}"/>
                  </a:ext>
                </a:extLst>
              </p:cNvPr>
              <p:cNvSpPr/>
              <p:nvPr/>
            </p:nvSpPr>
            <p:spPr>
              <a:xfrm flipV="1">
                <a:off x="6131880" y="1458720"/>
                <a:ext cx="60840" cy="134280"/>
              </a:xfrm>
              <a:prstGeom prst="line">
                <a:avLst/>
              </a:prstGeom>
              <a:ln>
                <a:solidFill>
                  <a:srgbClr val="DBDBDB"/>
                </a:solidFill>
              </a:ln>
            </p:spPr>
            <p:style>
              <a:lnRef idx="0">
                <a:scrgbClr r="0" g="0" b="0"/>
              </a:lnRef>
              <a:fillRef idx="0">
                <a:scrgbClr r="0" g="0" b="0"/>
              </a:fillRef>
              <a:effectRef idx="0">
                <a:scrgbClr r="0" g="0" b="0"/>
              </a:effectRef>
              <a:fontRef idx="minor"/>
            </p:style>
          </p:sp>
          <p:sp>
            <p:nvSpPr>
              <p:cNvPr id="1044" name="Line 2033">
                <a:extLst>
                  <a:ext uri="{FF2B5EF4-FFF2-40B4-BE49-F238E27FC236}">
                    <a16:creationId xmlns:a16="http://schemas.microsoft.com/office/drawing/2014/main" id="{94825652-3AA5-4186-AD29-5699B0EAB65D}"/>
                  </a:ext>
                </a:extLst>
              </p:cNvPr>
              <p:cNvSpPr/>
              <p:nvPr/>
            </p:nvSpPr>
            <p:spPr>
              <a:xfrm>
                <a:off x="6192720" y="1458720"/>
                <a:ext cx="59040" cy="158040"/>
              </a:xfrm>
              <a:prstGeom prst="line">
                <a:avLst/>
              </a:prstGeom>
              <a:ln>
                <a:solidFill>
                  <a:srgbClr val="DADADA"/>
                </a:solidFill>
              </a:ln>
            </p:spPr>
            <p:style>
              <a:lnRef idx="0">
                <a:scrgbClr r="0" g="0" b="0"/>
              </a:lnRef>
              <a:fillRef idx="0">
                <a:scrgbClr r="0" g="0" b="0"/>
              </a:fillRef>
              <a:effectRef idx="0">
                <a:scrgbClr r="0" g="0" b="0"/>
              </a:effectRef>
              <a:fontRef idx="minor"/>
            </p:style>
          </p:sp>
          <p:sp>
            <p:nvSpPr>
              <p:cNvPr id="1045" name="Line 2034">
                <a:extLst>
                  <a:ext uri="{FF2B5EF4-FFF2-40B4-BE49-F238E27FC236}">
                    <a16:creationId xmlns:a16="http://schemas.microsoft.com/office/drawing/2014/main" id="{2D0FC632-4907-4B09-8649-A546A7534C32}"/>
                  </a:ext>
                </a:extLst>
              </p:cNvPr>
              <p:cNvSpPr/>
              <p:nvPr/>
            </p:nvSpPr>
            <p:spPr>
              <a:xfrm flipV="1">
                <a:off x="7581960" y="1784880"/>
                <a:ext cx="60840" cy="147240"/>
              </a:xfrm>
              <a:prstGeom prst="line">
                <a:avLst/>
              </a:prstGeom>
              <a:ln>
                <a:solidFill>
                  <a:srgbClr val="D9D9D9"/>
                </a:solidFill>
              </a:ln>
            </p:spPr>
            <p:style>
              <a:lnRef idx="0">
                <a:scrgbClr r="0" g="0" b="0"/>
              </a:lnRef>
              <a:fillRef idx="0">
                <a:scrgbClr r="0" g="0" b="0"/>
              </a:fillRef>
              <a:effectRef idx="0">
                <a:scrgbClr r="0" g="0" b="0"/>
              </a:effectRef>
              <a:fontRef idx="minor"/>
            </p:style>
          </p:sp>
          <p:sp>
            <p:nvSpPr>
              <p:cNvPr id="1046" name="Line 2035">
                <a:extLst>
                  <a:ext uri="{FF2B5EF4-FFF2-40B4-BE49-F238E27FC236}">
                    <a16:creationId xmlns:a16="http://schemas.microsoft.com/office/drawing/2014/main" id="{1EEF797D-E877-4824-B82C-25D44DAA41FA}"/>
                  </a:ext>
                </a:extLst>
              </p:cNvPr>
              <p:cNvSpPr/>
              <p:nvPr/>
            </p:nvSpPr>
            <p:spPr>
              <a:xfrm flipH="1">
                <a:off x="7642800" y="1656000"/>
                <a:ext cx="59040" cy="146160"/>
              </a:xfrm>
              <a:prstGeom prst="line">
                <a:avLst/>
              </a:prstGeom>
              <a:ln>
                <a:solidFill>
                  <a:srgbClr val="E7E7E7"/>
                </a:solidFill>
              </a:ln>
            </p:spPr>
            <p:style>
              <a:lnRef idx="0">
                <a:scrgbClr r="0" g="0" b="0"/>
              </a:lnRef>
              <a:fillRef idx="0">
                <a:scrgbClr r="0" g="0" b="0"/>
              </a:fillRef>
              <a:effectRef idx="0">
                <a:scrgbClr r="0" g="0" b="0"/>
              </a:effectRef>
              <a:fontRef idx="minor"/>
            </p:style>
          </p:sp>
          <p:sp>
            <p:nvSpPr>
              <p:cNvPr id="1047" name="Line 2036">
                <a:extLst>
                  <a:ext uri="{FF2B5EF4-FFF2-40B4-BE49-F238E27FC236}">
                    <a16:creationId xmlns:a16="http://schemas.microsoft.com/office/drawing/2014/main" id="{F8938447-E8E9-4B61-9A70-273CCA90F01B}"/>
                  </a:ext>
                </a:extLst>
              </p:cNvPr>
              <p:cNvSpPr/>
              <p:nvPr/>
            </p:nvSpPr>
            <p:spPr>
              <a:xfrm flipV="1">
                <a:off x="7642800" y="1656000"/>
                <a:ext cx="59040" cy="128880"/>
              </a:xfrm>
              <a:prstGeom prst="line">
                <a:avLst/>
              </a:prstGeom>
              <a:ln>
                <a:solidFill>
                  <a:srgbClr val="E6E6E6"/>
                </a:solidFill>
              </a:ln>
            </p:spPr>
            <p:style>
              <a:lnRef idx="0">
                <a:scrgbClr r="0" g="0" b="0"/>
              </a:lnRef>
              <a:fillRef idx="0">
                <a:scrgbClr r="0" g="0" b="0"/>
              </a:fillRef>
              <a:effectRef idx="0">
                <a:scrgbClr r="0" g="0" b="0"/>
              </a:effectRef>
              <a:fontRef idx="minor"/>
            </p:style>
          </p:sp>
          <p:sp>
            <p:nvSpPr>
              <p:cNvPr id="1048" name="Line 2037">
                <a:extLst>
                  <a:ext uri="{FF2B5EF4-FFF2-40B4-BE49-F238E27FC236}">
                    <a16:creationId xmlns:a16="http://schemas.microsoft.com/office/drawing/2014/main" id="{10F3A300-429E-4446-8690-53BBDE396115}"/>
                  </a:ext>
                </a:extLst>
              </p:cNvPr>
              <p:cNvSpPr/>
              <p:nvPr/>
            </p:nvSpPr>
            <p:spPr>
              <a:xfrm flipV="1">
                <a:off x="7521840" y="1903320"/>
                <a:ext cx="60120" cy="145800"/>
              </a:xfrm>
              <a:prstGeom prst="line">
                <a:avLst/>
              </a:prstGeom>
              <a:ln>
                <a:solidFill>
                  <a:srgbClr val="CCCCCC"/>
                </a:solidFill>
              </a:ln>
            </p:spPr>
            <p:style>
              <a:lnRef idx="0">
                <a:scrgbClr r="0" g="0" b="0"/>
              </a:lnRef>
              <a:fillRef idx="0">
                <a:scrgbClr r="0" g="0" b="0"/>
              </a:fillRef>
              <a:effectRef idx="0">
                <a:scrgbClr r="0" g="0" b="0"/>
              </a:effectRef>
              <a:fontRef idx="minor"/>
            </p:style>
          </p:sp>
          <p:sp>
            <p:nvSpPr>
              <p:cNvPr id="1049" name="Line 2038">
                <a:extLst>
                  <a:ext uri="{FF2B5EF4-FFF2-40B4-BE49-F238E27FC236}">
                    <a16:creationId xmlns:a16="http://schemas.microsoft.com/office/drawing/2014/main" id="{9D7E8C39-FD57-4EF9-83DF-760D46C514E9}"/>
                  </a:ext>
                </a:extLst>
              </p:cNvPr>
              <p:cNvSpPr/>
              <p:nvPr/>
            </p:nvSpPr>
            <p:spPr>
              <a:xfrm flipV="1">
                <a:off x="7581960" y="1784880"/>
                <a:ext cx="60840" cy="118440"/>
              </a:xfrm>
              <a:prstGeom prst="line">
                <a:avLst/>
              </a:prstGeom>
              <a:ln>
                <a:solidFill>
                  <a:srgbClr val="D9D9D9"/>
                </a:solidFill>
              </a:ln>
            </p:spPr>
            <p:style>
              <a:lnRef idx="0">
                <a:scrgbClr r="0" g="0" b="0"/>
              </a:lnRef>
              <a:fillRef idx="0">
                <a:scrgbClr r="0" g="0" b="0"/>
              </a:fillRef>
              <a:effectRef idx="0">
                <a:scrgbClr r="0" g="0" b="0"/>
              </a:effectRef>
              <a:fontRef idx="minor"/>
            </p:style>
          </p:sp>
          <p:sp>
            <p:nvSpPr>
              <p:cNvPr id="1050" name="Line 2039">
                <a:extLst>
                  <a:ext uri="{FF2B5EF4-FFF2-40B4-BE49-F238E27FC236}">
                    <a16:creationId xmlns:a16="http://schemas.microsoft.com/office/drawing/2014/main" id="{A9CEF485-5982-46ED-84FA-0CA767618C28}"/>
                  </a:ext>
                </a:extLst>
              </p:cNvPr>
              <p:cNvSpPr/>
              <p:nvPr/>
            </p:nvSpPr>
            <p:spPr>
              <a:xfrm flipV="1">
                <a:off x="7460640" y="2008080"/>
                <a:ext cx="61200" cy="146160"/>
              </a:xfrm>
              <a:prstGeom prst="line">
                <a:avLst/>
              </a:prstGeom>
              <a:ln>
                <a:solidFill>
                  <a:srgbClr val="C1C1C1"/>
                </a:solidFill>
              </a:ln>
            </p:spPr>
            <p:style>
              <a:lnRef idx="0">
                <a:scrgbClr r="0" g="0" b="0"/>
              </a:lnRef>
              <a:fillRef idx="0">
                <a:scrgbClr r="0" g="0" b="0"/>
              </a:fillRef>
              <a:effectRef idx="0">
                <a:scrgbClr r="0" g="0" b="0"/>
              </a:effectRef>
              <a:fontRef idx="minor"/>
            </p:style>
          </p:sp>
          <p:sp>
            <p:nvSpPr>
              <p:cNvPr id="1051" name="Line 2040">
                <a:extLst>
                  <a:ext uri="{FF2B5EF4-FFF2-40B4-BE49-F238E27FC236}">
                    <a16:creationId xmlns:a16="http://schemas.microsoft.com/office/drawing/2014/main" id="{31E3F24D-CA62-4BD8-9946-9E40679739E7}"/>
                  </a:ext>
                </a:extLst>
              </p:cNvPr>
              <p:cNvSpPr/>
              <p:nvPr/>
            </p:nvSpPr>
            <p:spPr>
              <a:xfrm flipV="1">
                <a:off x="7521840" y="1903320"/>
                <a:ext cx="60120" cy="104760"/>
              </a:xfrm>
              <a:prstGeom prst="line">
                <a:avLst/>
              </a:prstGeom>
              <a:ln>
                <a:solidFill>
                  <a:srgbClr val="CDCDCD"/>
                </a:solidFill>
              </a:ln>
            </p:spPr>
            <p:style>
              <a:lnRef idx="0">
                <a:scrgbClr r="0" g="0" b="0"/>
              </a:lnRef>
              <a:fillRef idx="0">
                <a:scrgbClr r="0" g="0" b="0"/>
              </a:fillRef>
              <a:effectRef idx="0">
                <a:scrgbClr r="0" g="0" b="0"/>
              </a:effectRef>
              <a:fontRef idx="minor"/>
            </p:style>
          </p:sp>
          <p:sp>
            <p:nvSpPr>
              <p:cNvPr id="1052" name="Line 2041">
                <a:extLst>
                  <a:ext uri="{FF2B5EF4-FFF2-40B4-BE49-F238E27FC236}">
                    <a16:creationId xmlns:a16="http://schemas.microsoft.com/office/drawing/2014/main" id="{8C89780D-5DBF-46F6-9261-EF0009CD7CFA}"/>
                  </a:ext>
                </a:extLst>
              </p:cNvPr>
              <p:cNvSpPr/>
              <p:nvPr/>
            </p:nvSpPr>
            <p:spPr>
              <a:xfrm flipV="1">
                <a:off x="7399800" y="2100240"/>
                <a:ext cx="60840" cy="146160"/>
              </a:xfrm>
              <a:prstGeom prst="line">
                <a:avLst/>
              </a:prstGeom>
              <a:ln>
                <a:solidFill>
                  <a:srgbClr val="B7B7B7"/>
                </a:solidFill>
              </a:ln>
            </p:spPr>
            <p:style>
              <a:lnRef idx="0">
                <a:scrgbClr r="0" g="0" b="0"/>
              </a:lnRef>
              <a:fillRef idx="0">
                <a:scrgbClr r="0" g="0" b="0"/>
              </a:fillRef>
              <a:effectRef idx="0">
                <a:scrgbClr r="0" g="0" b="0"/>
              </a:effectRef>
              <a:fontRef idx="minor"/>
            </p:style>
          </p:sp>
          <p:sp>
            <p:nvSpPr>
              <p:cNvPr id="1053" name="Line 2042">
                <a:extLst>
                  <a:ext uri="{FF2B5EF4-FFF2-40B4-BE49-F238E27FC236}">
                    <a16:creationId xmlns:a16="http://schemas.microsoft.com/office/drawing/2014/main" id="{1D725902-1656-42AE-9DF1-85FFBAF8ECA4}"/>
                  </a:ext>
                </a:extLst>
              </p:cNvPr>
              <p:cNvSpPr/>
              <p:nvPr/>
            </p:nvSpPr>
            <p:spPr>
              <a:xfrm flipV="1">
                <a:off x="7460640" y="2008080"/>
                <a:ext cx="61200" cy="92160"/>
              </a:xfrm>
              <a:prstGeom prst="line">
                <a:avLst/>
              </a:prstGeom>
              <a:ln>
                <a:solidFill>
                  <a:srgbClr val="C2C2C2"/>
                </a:solidFill>
              </a:ln>
            </p:spPr>
            <p:style>
              <a:lnRef idx="0">
                <a:scrgbClr r="0" g="0" b="0"/>
              </a:lnRef>
              <a:fillRef idx="0">
                <a:scrgbClr r="0" g="0" b="0"/>
              </a:fillRef>
              <a:effectRef idx="0">
                <a:scrgbClr r="0" g="0" b="0"/>
              </a:effectRef>
              <a:fontRef idx="minor"/>
            </p:style>
          </p:sp>
          <p:sp>
            <p:nvSpPr>
              <p:cNvPr id="1054" name="Line 2043">
                <a:extLst>
                  <a:ext uri="{FF2B5EF4-FFF2-40B4-BE49-F238E27FC236}">
                    <a16:creationId xmlns:a16="http://schemas.microsoft.com/office/drawing/2014/main" id="{97DABFFF-1CE6-478F-B734-B05A07AC2C3B}"/>
                  </a:ext>
                </a:extLst>
              </p:cNvPr>
              <p:cNvSpPr/>
              <p:nvPr/>
            </p:nvSpPr>
            <p:spPr>
              <a:xfrm flipV="1">
                <a:off x="7341480" y="2179440"/>
                <a:ext cx="58320" cy="147240"/>
              </a:xfrm>
              <a:prstGeom prst="line">
                <a:avLst/>
              </a:prstGeom>
              <a:ln>
                <a:solidFill>
                  <a:srgbClr val="AEAEAE"/>
                </a:solidFill>
              </a:ln>
            </p:spPr>
            <p:style>
              <a:lnRef idx="0">
                <a:scrgbClr r="0" g="0" b="0"/>
              </a:lnRef>
              <a:fillRef idx="0">
                <a:scrgbClr r="0" g="0" b="0"/>
              </a:fillRef>
              <a:effectRef idx="0">
                <a:scrgbClr r="0" g="0" b="0"/>
              </a:effectRef>
              <a:fontRef idx="minor"/>
            </p:style>
          </p:sp>
          <p:sp>
            <p:nvSpPr>
              <p:cNvPr id="1055" name="Line 2044">
                <a:extLst>
                  <a:ext uri="{FF2B5EF4-FFF2-40B4-BE49-F238E27FC236}">
                    <a16:creationId xmlns:a16="http://schemas.microsoft.com/office/drawing/2014/main" id="{CBDF6894-A0A8-4852-A72F-8247F4DA6B92}"/>
                  </a:ext>
                </a:extLst>
              </p:cNvPr>
              <p:cNvSpPr/>
              <p:nvPr/>
            </p:nvSpPr>
            <p:spPr>
              <a:xfrm flipV="1">
                <a:off x="7399800" y="2100240"/>
                <a:ext cx="60840" cy="79200"/>
              </a:xfrm>
              <a:prstGeom prst="line">
                <a:avLst/>
              </a:prstGeom>
              <a:ln>
                <a:solidFill>
                  <a:srgbClr val="B9B9B9"/>
                </a:solidFill>
              </a:ln>
            </p:spPr>
            <p:style>
              <a:lnRef idx="0">
                <a:scrgbClr r="0" g="0" b="0"/>
              </a:lnRef>
              <a:fillRef idx="0">
                <a:scrgbClr r="0" g="0" b="0"/>
              </a:fillRef>
              <a:effectRef idx="0">
                <a:scrgbClr r="0" g="0" b="0"/>
              </a:effectRef>
              <a:fontRef idx="minor"/>
            </p:style>
          </p:sp>
          <p:sp>
            <p:nvSpPr>
              <p:cNvPr id="1056" name="Line 2045">
                <a:extLst>
                  <a:ext uri="{FF2B5EF4-FFF2-40B4-BE49-F238E27FC236}">
                    <a16:creationId xmlns:a16="http://schemas.microsoft.com/office/drawing/2014/main" id="{698C904D-6822-4928-B018-88ADA884BA17}"/>
                  </a:ext>
                </a:extLst>
              </p:cNvPr>
              <p:cNvSpPr/>
              <p:nvPr/>
            </p:nvSpPr>
            <p:spPr>
              <a:xfrm flipV="1">
                <a:off x="7280640" y="2247480"/>
                <a:ext cx="59040" cy="145080"/>
              </a:xfrm>
              <a:prstGeom prst="line">
                <a:avLst/>
              </a:prstGeom>
              <a:ln>
                <a:solidFill>
                  <a:srgbClr val="A6A6A6"/>
                </a:solidFill>
              </a:ln>
            </p:spPr>
            <p:style>
              <a:lnRef idx="0">
                <a:scrgbClr r="0" g="0" b="0"/>
              </a:lnRef>
              <a:fillRef idx="0">
                <a:scrgbClr r="0" g="0" b="0"/>
              </a:fillRef>
              <a:effectRef idx="0">
                <a:scrgbClr r="0" g="0" b="0"/>
              </a:effectRef>
              <a:fontRef idx="minor"/>
            </p:style>
          </p:sp>
          <p:sp>
            <p:nvSpPr>
              <p:cNvPr id="1057" name="Line 2046">
                <a:extLst>
                  <a:ext uri="{FF2B5EF4-FFF2-40B4-BE49-F238E27FC236}">
                    <a16:creationId xmlns:a16="http://schemas.microsoft.com/office/drawing/2014/main" id="{8EE7778A-C3E8-43F9-B7C5-6EEEB5DB24FF}"/>
                  </a:ext>
                </a:extLst>
              </p:cNvPr>
              <p:cNvSpPr/>
              <p:nvPr/>
            </p:nvSpPr>
            <p:spPr>
              <a:xfrm flipV="1">
                <a:off x="7339680" y="2179440"/>
                <a:ext cx="60120" cy="68040"/>
              </a:xfrm>
              <a:prstGeom prst="line">
                <a:avLst/>
              </a:prstGeom>
              <a:ln>
                <a:solidFill>
                  <a:srgbClr val="B0B0B0"/>
                </a:solidFill>
              </a:ln>
            </p:spPr>
            <p:style>
              <a:lnRef idx="0">
                <a:scrgbClr r="0" g="0" b="0"/>
              </a:lnRef>
              <a:fillRef idx="0">
                <a:scrgbClr r="0" g="0" b="0"/>
              </a:fillRef>
              <a:effectRef idx="0">
                <a:scrgbClr r="0" g="0" b="0"/>
              </a:effectRef>
              <a:fontRef idx="minor"/>
            </p:style>
          </p:sp>
          <p:sp>
            <p:nvSpPr>
              <p:cNvPr id="1058" name="Line 2047">
                <a:extLst>
                  <a:ext uri="{FF2B5EF4-FFF2-40B4-BE49-F238E27FC236}">
                    <a16:creationId xmlns:a16="http://schemas.microsoft.com/office/drawing/2014/main" id="{95D966DB-5FB8-4F12-AF12-E5D70D03199E}"/>
                  </a:ext>
                </a:extLst>
              </p:cNvPr>
              <p:cNvSpPr/>
              <p:nvPr/>
            </p:nvSpPr>
            <p:spPr>
              <a:xfrm flipV="1">
                <a:off x="7219440" y="2302560"/>
                <a:ext cx="61200" cy="145080"/>
              </a:xfrm>
              <a:prstGeom prst="line">
                <a:avLst/>
              </a:prstGeom>
              <a:ln>
                <a:solidFill>
                  <a:srgbClr val="9F9F9F"/>
                </a:solidFill>
              </a:ln>
            </p:spPr>
            <p:style>
              <a:lnRef idx="0">
                <a:scrgbClr r="0" g="0" b="0"/>
              </a:lnRef>
              <a:fillRef idx="0">
                <a:scrgbClr r="0" g="0" b="0"/>
              </a:fillRef>
              <a:effectRef idx="0">
                <a:scrgbClr r="0" g="0" b="0"/>
              </a:effectRef>
              <a:fontRef idx="minor"/>
            </p:style>
          </p:sp>
          <p:sp>
            <p:nvSpPr>
              <p:cNvPr id="1059" name="Line 2048">
                <a:extLst>
                  <a:ext uri="{FF2B5EF4-FFF2-40B4-BE49-F238E27FC236}">
                    <a16:creationId xmlns:a16="http://schemas.microsoft.com/office/drawing/2014/main" id="{66F44DD6-538F-40C5-B2B4-F24A5F6FE886}"/>
                  </a:ext>
                </a:extLst>
              </p:cNvPr>
              <p:cNvSpPr/>
              <p:nvPr/>
            </p:nvSpPr>
            <p:spPr>
              <a:xfrm flipV="1">
                <a:off x="7280640" y="2247480"/>
                <a:ext cx="59040" cy="55080"/>
              </a:xfrm>
              <a:prstGeom prst="line">
                <a:avLst/>
              </a:prstGeom>
              <a:ln>
                <a:solidFill>
                  <a:srgbClr val="A9A9A9"/>
                </a:solidFill>
              </a:ln>
            </p:spPr>
            <p:style>
              <a:lnRef idx="0">
                <a:scrgbClr r="0" g="0" b="0"/>
              </a:lnRef>
              <a:fillRef idx="0">
                <a:scrgbClr r="0" g="0" b="0"/>
              </a:fillRef>
              <a:effectRef idx="0">
                <a:scrgbClr r="0" g="0" b="0"/>
              </a:effectRef>
              <a:fontRef idx="minor"/>
            </p:style>
          </p:sp>
          <p:sp>
            <p:nvSpPr>
              <p:cNvPr id="1060" name="Line 2049">
                <a:extLst>
                  <a:ext uri="{FF2B5EF4-FFF2-40B4-BE49-F238E27FC236}">
                    <a16:creationId xmlns:a16="http://schemas.microsoft.com/office/drawing/2014/main" id="{F9F91DFB-CCE1-4CA6-B42E-77BA109C8FAC}"/>
                  </a:ext>
                </a:extLst>
              </p:cNvPr>
              <p:cNvSpPr/>
              <p:nvPr/>
            </p:nvSpPr>
            <p:spPr>
              <a:xfrm flipV="1">
                <a:off x="7159320" y="2344680"/>
                <a:ext cx="60120" cy="145080"/>
              </a:xfrm>
              <a:prstGeom prst="line">
                <a:avLst/>
              </a:prstGeom>
              <a:ln>
                <a:solidFill>
                  <a:srgbClr val="9A9A9A"/>
                </a:solidFill>
              </a:ln>
            </p:spPr>
            <p:style>
              <a:lnRef idx="0">
                <a:scrgbClr r="0" g="0" b="0"/>
              </a:lnRef>
              <a:fillRef idx="0">
                <a:scrgbClr r="0" g="0" b="0"/>
              </a:fillRef>
              <a:effectRef idx="0">
                <a:scrgbClr r="0" g="0" b="0"/>
              </a:effectRef>
              <a:fontRef idx="minor"/>
            </p:style>
          </p:sp>
          <p:sp>
            <p:nvSpPr>
              <p:cNvPr id="1061" name="Line 2050">
                <a:extLst>
                  <a:ext uri="{FF2B5EF4-FFF2-40B4-BE49-F238E27FC236}">
                    <a16:creationId xmlns:a16="http://schemas.microsoft.com/office/drawing/2014/main" id="{4789B24F-FF2D-4363-8EF7-9E928B382F2E}"/>
                  </a:ext>
                </a:extLst>
              </p:cNvPr>
              <p:cNvSpPr/>
              <p:nvPr/>
            </p:nvSpPr>
            <p:spPr>
              <a:xfrm flipV="1">
                <a:off x="7219440" y="2302560"/>
                <a:ext cx="61200" cy="42120"/>
              </a:xfrm>
              <a:prstGeom prst="line">
                <a:avLst/>
              </a:prstGeom>
              <a:ln>
                <a:solidFill>
                  <a:srgbClr val="A3A3A3"/>
                </a:solidFill>
              </a:ln>
            </p:spPr>
            <p:style>
              <a:lnRef idx="0">
                <a:scrgbClr r="0" g="0" b="0"/>
              </a:lnRef>
              <a:fillRef idx="0">
                <a:scrgbClr r="0" g="0" b="0"/>
              </a:fillRef>
              <a:effectRef idx="0">
                <a:scrgbClr r="0" g="0" b="0"/>
              </a:effectRef>
              <a:fontRef idx="minor"/>
            </p:style>
          </p:sp>
          <p:sp>
            <p:nvSpPr>
              <p:cNvPr id="1062" name="Line 2051">
                <a:extLst>
                  <a:ext uri="{FF2B5EF4-FFF2-40B4-BE49-F238E27FC236}">
                    <a16:creationId xmlns:a16="http://schemas.microsoft.com/office/drawing/2014/main" id="{B0C50B3C-DA0A-4F45-A2A8-60B0B1A10729}"/>
                  </a:ext>
                </a:extLst>
              </p:cNvPr>
              <p:cNvSpPr/>
              <p:nvPr/>
            </p:nvSpPr>
            <p:spPr>
              <a:xfrm flipV="1">
                <a:off x="7098480" y="2373480"/>
                <a:ext cx="60840" cy="146160"/>
              </a:xfrm>
              <a:prstGeom prst="line">
                <a:avLst/>
              </a:prstGeom>
              <a:ln>
                <a:solidFill>
                  <a:srgbClr val="969696"/>
                </a:solidFill>
              </a:ln>
            </p:spPr>
            <p:style>
              <a:lnRef idx="0">
                <a:scrgbClr r="0" g="0" b="0"/>
              </a:lnRef>
              <a:fillRef idx="0">
                <a:scrgbClr r="0" g="0" b="0"/>
              </a:fillRef>
              <a:effectRef idx="0">
                <a:scrgbClr r="0" g="0" b="0"/>
              </a:effectRef>
              <a:fontRef idx="minor"/>
            </p:style>
          </p:sp>
          <p:sp>
            <p:nvSpPr>
              <p:cNvPr id="1063" name="Line 2052">
                <a:extLst>
                  <a:ext uri="{FF2B5EF4-FFF2-40B4-BE49-F238E27FC236}">
                    <a16:creationId xmlns:a16="http://schemas.microsoft.com/office/drawing/2014/main" id="{5EE69310-55DC-406F-A752-B6B946B2749F}"/>
                  </a:ext>
                </a:extLst>
              </p:cNvPr>
              <p:cNvSpPr/>
              <p:nvPr/>
            </p:nvSpPr>
            <p:spPr>
              <a:xfrm flipV="1">
                <a:off x="7159320" y="2344680"/>
                <a:ext cx="60120" cy="28800"/>
              </a:xfrm>
              <a:prstGeom prst="line">
                <a:avLst/>
              </a:prstGeom>
              <a:ln>
                <a:solidFill>
                  <a:srgbClr val="9E9E9E"/>
                </a:solidFill>
              </a:ln>
            </p:spPr>
            <p:style>
              <a:lnRef idx="0">
                <a:scrgbClr r="0" g="0" b="0"/>
              </a:lnRef>
              <a:fillRef idx="0">
                <a:scrgbClr r="0" g="0" b="0"/>
              </a:fillRef>
              <a:effectRef idx="0">
                <a:scrgbClr r="0" g="0" b="0"/>
              </a:effectRef>
              <a:fontRef idx="minor"/>
            </p:style>
          </p:sp>
          <p:sp>
            <p:nvSpPr>
              <p:cNvPr id="1064" name="Line 2053">
                <a:extLst>
                  <a:ext uri="{FF2B5EF4-FFF2-40B4-BE49-F238E27FC236}">
                    <a16:creationId xmlns:a16="http://schemas.microsoft.com/office/drawing/2014/main" id="{9A7EA06D-0E1D-4FB2-8A89-DC3EE3C2090A}"/>
                  </a:ext>
                </a:extLst>
              </p:cNvPr>
              <p:cNvSpPr/>
              <p:nvPr/>
            </p:nvSpPr>
            <p:spPr>
              <a:xfrm flipV="1">
                <a:off x="7037280" y="2390760"/>
                <a:ext cx="61200" cy="146160"/>
              </a:xfrm>
              <a:prstGeom prst="line">
                <a:avLst/>
              </a:prstGeom>
              <a:ln>
                <a:solidFill>
                  <a:srgbClr val="939393"/>
                </a:solidFill>
              </a:ln>
            </p:spPr>
            <p:style>
              <a:lnRef idx="0">
                <a:scrgbClr r="0" g="0" b="0"/>
              </a:lnRef>
              <a:fillRef idx="0">
                <a:scrgbClr r="0" g="0" b="0"/>
              </a:fillRef>
              <a:effectRef idx="0">
                <a:scrgbClr r="0" g="0" b="0"/>
              </a:effectRef>
              <a:fontRef idx="minor"/>
            </p:style>
          </p:sp>
          <p:sp>
            <p:nvSpPr>
              <p:cNvPr id="1065" name="Line 2054">
                <a:extLst>
                  <a:ext uri="{FF2B5EF4-FFF2-40B4-BE49-F238E27FC236}">
                    <a16:creationId xmlns:a16="http://schemas.microsoft.com/office/drawing/2014/main" id="{4D94B998-F882-4813-A75E-B789C1C8EECD}"/>
                  </a:ext>
                </a:extLst>
              </p:cNvPr>
              <p:cNvSpPr/>
              <p:nvPr/>
            </p:nvSpPr>
            <p:spPr>
              <a:xfrm flipV="1">
                <a:off x="7098480" y="2373480"/>
                <a:ext cx="60840" cy="17280"/>
              </a:xfrm>
              <a:prstGeom prst="line">
                <a:avLst/>
              </a:prstGeom>
              <a:ln>
                <a:solidFill>
                  <a:srgbClr val="9B9B9B"/>
                </a:solidFill>
              </a:ln>
            </p:spPr>
            <p:style>
              <a:lnRef idx="0">
                <a:scrgbClr r="0" g="0" b="0"/>
              </a:lnRef>
              <a:fillRef idx="0">
                <a:scrgbClr r="0" g="0" b="0"/>
              </a:fillRef>
              <a:effectRef idx="0">
                <a:scrgbClr r="0" g="0" b="0"/>
              </a:effectRef>
              <a:fontRef idx="minor"/>
            </p:style>
          </p:sp>
          <p:sp>
            <p:nvSpPr>
              <p:cNvPr id="1066" name="Line 2055">
                <a:extLst>
                  <a:ext uri="{FF2B5EF4-FFF2-40B4-BE49-F238E27FC236}">
                    <a16:creationId xmlns:a16="http://schemas.microsoft.com/office/drawing/2014/main" id="{65A309DC-A124-413B-AF8A-508C111D88BF}"/>
                  </a:ext>
                </a:extLst>
              </p:cNvPr>
              <p:cNvSpPr/>
              <p:nvPr/>
            </p:nvSpPr>
            <p:spPr>
              <a:xfrm flipV="1">
                <a:off x="6978240" y="2395800"/>
                <a:ext cx="59040" cy="145080"/>
              </a:xfrm>
              <a:prstGeom prst="line">
                <a:avLst/>
              </a:prstGeom>
              <a:ln>
                <a:solidFill>
                  <a:srgbClr val="919191"/>
                </a:solidFill>
              </a:ln>
            </p:spPr>
            <p:style>
              <a:lnRef idx="0">
                <a:scrgbClr r="0" g="0" b="0"/>
              </a:lnRef>
              <a:fillRef idx="0">
                <a:scrgbClr r="0" g="0" b="0"/>
              </a:fillRef>
              <a:effectRef idx="0">
                <a:scrgbClr r="0" g="0" b="0"/>
              </a:effectRef>
              <a:fontRef idx="minor"/>
            </p:style>
          </p:sp>
          <p:sp>
            <p:nvSpPr>
              <p:cNvPr id="1067" name="Line 2056">
                <a:extLst>
                  <a:ext uri="{FF2B5EF4-FFF2-40B4-BE49-F238E27FC236}">
                    <a16:creationId xmlns:a16="http://schemas.microsoft.com/office/drawing/2014/main" id="{AC99C8A3-95CC-46D4-955E-7A7E2BCA7DF3}"/>
                  </a:ext>
                </a:extLst>
              </p:cNvPr>
              <p:cNvSpPr/>
              <p:nvPr/>
            </p:nvSpPr>
            <p:spPr>
              <a:xfrm flipV="1">
                <a:off x="7037280" y="2390760"/>
                <a:ext cx="61200" cy="5040"/>
              </a:xfrm>
              <a:prstGeom prst="line">
                <a:avLst/>
              </a:prstGeom>
              <a:ln>
                <a:solidFill>
                  <a:srgbClr val="989898"/>
                </a:solidFill>
              </a:ln>
            </p:spPr>
            <p:style>
              <a:lnRef idx="0">
                <a:scrgbClr r="0" g="0" b="0"/>
              </a:lnRef>
              <a:fillRef idx="0">
                <a:scrgbClr r="0" g="0" b="0"/>
              </a:fillRef>
              <a:effectRef idx="0">
                <a:scrgbClr r="0" g="0" b="0"/>
              </a:effectRef>
              <a:fontRef idx="minor"/>
            </p:style>
          </p:sp>
          <p:sp>
            <p:nvSpPr>
              <p:cNvPr id="1068" name="Line 2057">
                <a:extLst>
                  <a:ext uri="{FF2B5EF4-FFF2-40B4-BE49-F238E27FC236}">
                    <a16:creationId xmlns:a16="http://schemas.microsoft.com/office/drawing/2014/main" id="{B98626ED-AA4A-494E-A44F-01566972DA53}"/>
                  </a:ext>
                </a:extLst>
              </p:cNvPr>
              <p:cNvSpPr/>
              <p:nvPr/>
            </p:nvSpPr>
            <p:spPr>
              <a:xfrm flipV="1">
                <a:off x="6918480" y="2387520"/>
                <a:ext cx="57960" cy="146160"/>
              </a:xfrm>
              <a:prstGeom prst="line">
                <a:avLst/>
              </a:prstGeom>
              <a:ln>
                <a:solidFill>
                  <a:srgbClr val="909090"/>
                </a:solidFill>
              </a:ln>
            </p:spPr>
            <p:style>
              <a:lnRef idx="0">
                <a:scrgbClr r="0" g="0" b="0"/>
              </a:lnRef>
              <a:fillRef idx="0">
                <a:scrgbClr r="0" g="0" b="0"/>
              </a:fillRef>
              <a:effectRef idx="0">
                <a:scrgbClr r="0" g="0" b="0"/>
              </a:effectRef>
              <a:fontRef idx="minor"/>
            </p:style>
          </p:sp>
          <p:sp>
            <p:nvSpPr>
              <p:cNvPr id="1069" name="Line 2058">
                <a:extLst>
                  <a:ext uri="{FF2B5EF4-FFF2-40B4-BE49-F238E27FC236}">
                    <a16:creationId xmlns:a16="http://schemas.microsoft.com/office/drawing/2014/main" id="{ADEE1BE2-D597-4ECC-A94E-320A863AE5B9}"/>
                  </a:ext>
                </a:extLst>
              </p:cNvPr>
              <p:cNvSpPr/>
              <p:nvPr/>
            </p:nvSpPr>
            <p:spPr>
              <a:xfrm>
                <a:off x="6976440" y="2387520"/>
                <a:ext cx="60840" cy="8280"/>
              </a:xfrm>
              <a:prstGeom prst="line">
                <a:avLst/>
              </a:prstGeom>
              <a:ln>
                <a:solidFill>
                  <a:srgbClr val="979797"/>
                </a:solidFill>
              </a:ln>
            </p:spPr>
            <p:style>
              <a:lnRef idx="0">
                <a:scrgbClr r="0" g="0" b="0"/>
              </a:lnRef>
              <a:fillRef idx="0">
                <a:scrgbClr r="0" g="0" b="0"/>
              </a:fillRef>
              <a:effectRef idx="0">
                <a:scrgbClr r="0" g="0" b="0"/>
              </a:effectRef>
              <a:fontRef idx="minor"/>
            </p:style>
          </p:sp>
          <p:sp>
            <p:nvSpPr>
              <p:cNvPr id="1070" name="Line 2059">
                <a:extLst>
                  <a:ext uri="{FF2B5EF4-FFF2-40B4-BE49-F238E27FC236}">
                    <a16:creationId xmlns:a16="http://schemas.microsoft.com/office/drawing/2014/main" id="{AC60A7D0-14F7-4335-B0B3-ACB9BC323EF8}"/>
                  </a:ext>
                </a:extLst>
              </p:cNvPr>
              <p:cNvSpPr/>
              <p:nvPr/>
            </p:nvSpPr>
            <p:spPr>
              <a:xfrm flipV="1">
                <a:off x="6857280" y="2367720"/>
                <a:ext cx="61200" cy="145080"/>
              </a:xfrm>
              <a:prstGeom prst="line">
                <a:avLst/>
              </a:prstGeom>
              <a:ln>
                <a:solidFill>
                  <a:srgbClr val="919191"/>
                </a:solidFill>
              </a:ln>
            </p:spPr>
            <p:style>
              <a:lnRef idx="0">
                <a:scrgbClr r="0" g="0" b="0"/>
              </a:lnRef>
              <a:fillRef idx="0">
                <a:scrgbClr r="0" g="0" b="0"/>
              </a:fillRef>
              <a:effectRef idx="0">
                <a:scrgbClr r="0" g="0" b="0"/>
              </a:effectRef>
              <a:fontRef idx="minor"/>
            </p:style>
          </p:sp>
          <p:sp>
            <p:nvSpPr>
              <p:cNvPr id="1071" name="Line 2060">
                <a:extLst>
                  <a:ext uri="{FF2B5EF4-FFF2-40B4-BE49-F238E27FC236}">
                    <a16:creationId xmlns:a16="http://schemas.microsoft.com/office/drawing/2014/main" id="{7BBDF6D1-2332-475D-A080-225C4784679F}"/>
                  </a:ext>
                </a:extLst>
              </p:cNvPr>
              <p:cNvSpPr/>
              <p:nvPr/>
            </p:nvSpPr>
            <p:spPr>
              <a:xfrm>
                <a:off x="6918480" y="2367720"/>
                <a:ext cx="57960" cy="19800"/>
              </a:xfrm>
              <a:prstGeom prst="line">
                <a:avLst/>
              </a:prstGeom>
              <a:ln>
                <a:solidFill>
                  <a:srgbClr val="979797"/>
                </a:solidFill>
              </a:ln>
            </p:spPr>
            <p:style>
              <a:lnRef idx="0">
                <a:scrgbClr r="0" g="0" b="0"/>
              </a:lnRef>
              <a:fillRef idx="0">
                <a:scrgbClr r="0" g="0" b="0"/>
              </a:fillRef>
              <a:effectRef idx="0">
                <a:scrgbClr r="0" g="0" b="0"/>
              </a:effectRef>
              <a:fontRef idx="minor"/>
            </p:style>
          </p:sp>
          <p:sp>
            <p:nvSpPr>
              <p:cNvPr id="1072" name="Line 2061">
                <a:extLst>
                  <a:ext uri="{FF2B5EF4-FFF2-40B4-BE49-F238E27FC236}">
                    <a16:creationId xmlns:a16="http://schemas.microsoft.com/office/drawing/2014/main" id="{999BD9EC-4DEA-4F0D-B601-F19EC63E6AC4}"/>
                  </a:ext>
                </a:extLst>
              </p:cNvPr>
              <p:cNvSpPr/>
              <p:nvPr/>
            </p:nvSpPr>
            <p:spPr>
              <a:xfrm flipV="1">
                <a:off x="6796080" y="2334600"/>
                <a:ext cx="61200" cy="145080"/>
              </a:xfrm>
              <a:prstGeom prst="line">
                <a:avLst/>
              </a:prstGeom>
              <a:ln>
                <a:solidFill>
                  <a:srgbClr val="939393"/>
                </a:solidFill>
              </a:ln>
            </p:spPr>
            <p:style>
              <a:lnRef idx="0">
                <a:scrgbClr r="0" g="0" b="0"/>
              </a:lnRef>
              <a:fillRef idx="0">
                <a:scrgbClr r="0" g="0" b="0"/>
              </a:fillRef>
              <a:effectRef idx="0">
                <a:scrgbClr r="0" g="0" b="0"/>
              </a:effectRef>
              <a:fontRef idx="minor"/>
            </p:style>
          </p:sp>
          <p:sp>
            <p:nvSpPr>
              <p:cNvPr id="1073" name="Line 2062">
                <a:extLst>
                  <a:ext uri="{FF2B5EF4-FFF2-40B4-BE49-F238E27FC236}">
                    <a16:creationId xmlns:a16="http://schemas.microsoft.com/office/drawing/2014/main" id="{9409EDBE-BE51-45AD-828E-00EE738FFC1B}"/>
                  </a:ext>
                </a:extLst>
              </p:cNvPr>
              <p:cNvSpPr/>
              <p:nvPr/>
            </p:nvSpPr>
            <p:spPr>
              <a:xfrm>
                <a:off x="6857280" y="2334600"/>
                <a:ext cx="61200" cy="33120"/>
              </a:xfrm>
              <a:prstGeom prst="line">
                <a:avLst/>
              </a:prstGeom>
              <a:ln>
                <a:solidFill>
                  <a:srgbClr val="989898"/>
                </a:solidFill>
              </a:ln>
            </p:spPr>
            <p:style>
              <a:lnRef idx="0">
                <a:scrgbClr r="0" g="0" b="0"/>
              </a:lnRef>
              <a:fillRef idx="0">
                <a:scrgbClr r="0" g="0" b="0"/>
              </a:fillRef>
              <a:effectRef idx="0">
                <a:scrgbClr r="0" g="0" b="0"/>
              </a:effectRef>
              <a:fontRef idx="minor"/>
            </p:style>
          </p:sp>
          <p:sp>
            <p:nvSpPr>
              <p:cNvPr id="1074" name="Line 2063">
                <a:extLst>
                  <a:ext uri="{FF2B5EF4-FFF2-40B4-BE49-F238E27FC236}">
                    <a16:creationId xmlns:a16="http://schemas.microsoft.com/office/drawing/2014/main" id="{424DCD87-6347-4AF8-91F3-1EA352157380}"/>
                  </a:ext>
                </a:extLst>
              </p:cNvPr>
              <p:cNvSpPr/>
              <p:nvPr/>
            </p:nvSpPr>
            <p:spPr>
              <a:xfrm flipV="1">
                <a:off x="6736320" y="2288520"/>
                <a:ext cx="59760" cy="145080"/>
              </a:xfrm>
              <a:prstGeom prst="line">
                <a:avLst/>
              </a:prstGeom>
              <a:ln>
                <a:solidFill>
                  <a:srgbClr val="969696"/>
                </a:solidFill>
              </a:ln>
            </p:spPr>
            <p:style>
              <a:lnRef idx="0">
                <a:scrgbClr r="0" g="0" b="0"/>
              </a:lnRef>
              <a:fillRef idx="0">
                <a:scrgbClr r="0" g="0" b="0"/>
              </a:fillRef>
              <a:effectRef idx="0">
                <a:scrgbClr r="0" g="0" b="0"/>
              </a:effectRef>
              <a:fontRef idx="minor"/>
            </p:style>
          </p:sp>
          <p:sp>
            <p:nvSpPr>
              <p:cNvPr id="1075" name="Line 2064">
                <a:extLst>
                  <a:ext uri="{FF2B5EF4-FFF2-40B4-BE49-F238E27FC236}">
                    <a16:creationId xmlns:a16="http://schemas.microsoft.com/office/drawing/2014/main" id="{865DB31E-8CF8-4C0D-9049-7F5C31BFFD92}"/>
                  </a:ext>
                </a:extLst>
              </p:cNvPr>
              <p:cNvSpPr/>
              <p:nvPr/>
            </p:nvSpPr>
            <p:spPr>
              <a:xfrm>
                <a:off x="6796080" y="2288520"/>
                <a:ext cx="61200" cy="46080"/>
              </a:xfrm>
              <a:prstGeom prst="line">
                <a:avLst/>
              </a:prstGeom>
              <a:ln>
                <a:solidFill>
                  <a:srgbClr val="9B9B9B"/>
                </a:solidFill>
              </a:ln>
            </p:spPr>
            <p:style>
              <a:lnRef idx="0">
                <a:scrgbClr r="0" g="0" b="0"/>
              </a:lnRef>
              <a:fillRef idx="0">
                <a:scrgbClr r="0" g="0" b="0"/>
              </a:fillRef>
              <a:effectRef idx="0">
                <a:scrgbClr r="0" g="0" b="0"/>
              </a:effectRef>
              <a:fontRef idx="minor"/>
            </p:style>
          </p:sp>
          <p:sp>
            <p:nvSpPr>
              <p:cNvPr id="1076" name="Line 2065">
                <a:extLst>
                  <a:ext uri="{FF2B5EF4-FFF2-40B4-BE49-F238E27FC236}">
                    <a16:creationId xmlns:a16="http://schemas.microsoft.com/office/drawing/2014/main" id="{F7169263-0417-4DAF-87D1-D4AA3036331E}"/>
                  </a:ext>
                </a:extLst>
              </p:cNvPr>
              <p:cNvSpPr/>
              <p:nvPr/>
            </p:nvSpPr>
            <p:spPr>
              <a:xfrm flipV="1">
                <a:off x="6675120" y="2229480"/>
                <a:ext cx="61200" cy="147240"/>
              </a:xfrm>
              <a:prstGeom prst="line">
                <a:avLst/>
              </a:prstGeom>
              <a:ln>
                <a:solidFill>
                  <a:srgbClr val="9A9A9A"/>
                </a:solidFill>
              </a:ln>
            </p:spPr>
            <p:style>
              <a:lnRef idx="0">
                <a:scrgbClr r="0" g="0" b="0"/>
              </a:lnRef>
              <a:fillRef idx="0">
                <a:scrgbClr r="0" g="0" b="0"/>
              </a:fillRef>
              <a:effectRef idx="0">
                <a:scrgbClr r="0" g="0" b="0"/>
              </a:effectRef>
              <a:fontRef idx="minor"/>
            </p:style>
          </p:sp>
          <p:sp>
            <p:nvSpPr>
              <p:cNvPr id="1077" name="Line 2066">
                <a:extLst>
                  <a:ext uri="{FF2B5EF4-FFF2-40B4-BE49-F238E27FC236}">
                    <a16:creationId xmlns:a16="http://schemas.microsoft.com/office/drawing/2014/main" id="{12041D37-24F5-479D-A572-3CC79225279D}"/>
                  </a:ext>
                </a:extLst>
              </p:cNvPr>
              <p:cNvSpPr/>
              <p:nvPr/>
            </p:nvSpPr>
            <p:spPr>
              <a:xfrm>
                <a:off x="6736320" y="2229480"/>
                <a:ext cx="59760" cy="59040"/>
              </a:xfrm>
              <a:prstGeom prst="line">
                <a:avLst/>
              </a:prstGeom>
              <a:ln>
                <a:solidFill>
                  <a:srgbClr val="9E9E9E"/>
                </a:solidFill>
              </a:ln>
            </p:spPr>
            <p:style>
              <a:lnRef idx="0">
                <a:scrgbClr r="0" g="0" b="0"/>
              </a:lnRef>
              <a:fillRef idx="0">
                <a:scrgbClr r="0" g="0" b="0"/>
              </a:fillRef>
              <a:effectRef idx="0">
                <a:scrgbClr r="0" g="0" b="0"/>
              </a:effectRef>
              <a:fontRef idx="minor"/>
            </p:style>
          </p:sp>
          <p:sp>
            <p:nvSpPr>
              <p:cNvPr id="1078" name="Line 2067">
                <a:extLst>
                  <a:ext uri="{FF2B5EF4-FFF2-40B4-BE49-F238E27FC236}">
                    <a16:creationId xmlns:a16="http://schemas.microsoft.com/office/drawing/2014/main" id="{2940CA31-AF1B-469E-8B9B-7A5F805F9F74}"/>
                  </a:ext>
                </a:extLst>
              </p:cNvPr>
              <p:cNvSpPr/>
              <p:nvPr/>
            </p:nvSpPr>
            <p:spPr>
              <a:xfrm flipV="1">
                <a:off x="6614280" y="2159280"/>
                <a:ext cx="60840" cy="145440"/>
              </a:xfrm>
              <a:prstGeom prst="line">
                <a:avLst/>
              </a:prstGeom>
              <a:ln>
                <a:solidFill>
                  <a:srgbClr val="9F9F9F"/>
                </a:solidFill>
              </a:ln>
            </p:spPr>
            <p:style>
              <a:lnRef idx="0">
                <a:scrgbClr r="0" g="0" b="0"/>
              </a:lnRef>
              <a:fillRef idx="0">
                <a:scrgbClr r="0" g="0" b="0"/>
              </a:fillRef>
              <a:effectRef idx="0">
                <a:scrgbClr r="0" g="0" b="0"/>
              </a:effectRef>
              <a:fontRef idx="minor"/>
            </p:style>
          </p:sp>
          <p:sp>
            <p:nvSpPr>
              <p:cNvPr id="1079" name="Line 2068">
                <a:extLst>
                  <a:ext uri="{FF2B5EF4-FFF2-40B4-BE49-F238E27FC236}">
                    <a16:creationId xmlns:a16="http://schemas.microsoft.com/office/drawing/2014/main" id="{DFFB8871-B9DF-48CA-B465-D9AAEF9FD43B}"/>
                  </a:ext>
                </a:extLst>
              </p:cNvPr>
              <p:cNvSpPr/>
              <p:nvPr/>
            </p:nvSpPr>
            <p:spPr>
              <a:xfrm>
                <a:off x="6675120" y="2159280"/>
                <a:ext cx="61200" cy="70200"/>
              </a:xfrm>
              <a:prstGeom prst="line">
                <a:avLst/>
              </a:prstGeom>
              <a:ln>
                <a:solidFill>
                  <a:srgbClr val="A3A3A3"/>
                </a:solidFill>
              </a:ln>
            </p:spPr>
            <p:style>
              <a:lnRef idx="0">
                <a:scrgbClr r="0" g="0" b="0"/>
              </a:lnRef>
              <a:fillRef idx="0">
                <a:scrgbClr r="0" g="0" b="0"/>
              </a:fillRef>
              <a:effectRef idx="0">
                <a:scrgbClr r="0" g="0" b="0"/>
              </a:effectRef>
              <a:fontRef idx="minor"/>
            </p:style>
          </p:sp>
          <p:sp>
            <p:nvSpPr>
              <p:cNvPr id="1080" name="Line 2069">
                <a:extLst>
                  <a:ext uri="{FF2B5EF4-FFF2-40B4-BE49-F238E27FC236}">
                    <a16:creationId xmlns:a16="http://schemas.microsoft.com/office/drawing/2014/main" id="{7FA1F914-EF99-4844-95F7-2A5004A10568}"/>
                  </a:ext>
                </a:extLst>
              </p:cNvPr>
              <p:cNvSpPr/>
              <p:nvPr/>
            </p:nvSpPr>
            <p:spPr>
              <a:xfrm flipV="1">
                <a:off x="6555240" y="2076480"/>
                <a:ext cx="59040" cy="145080"/>
              </a:xfrm>
              <a:prstGeom prst="line">
                <a:avLst/>
              </a:prstGeom>
              <a:ln>
                <a:solidFill>
                  <a:srgbClr val="A6A6A6"/>
                </a:solidFill>
              </a:ln>
            </p:spPr>
            <p:style>
              <a:lnRef idx="0">
                <a:scrgbClr r="0" g="0" b="0"/>
              </a:lnRef>
              <a:fillRef idx="0">
                <a:scrgbClr r="0" g="0" b="0"/>
              </a:fillRef>
              <a:effectRef idx="0">
                <a:scrgbClr r="0" g="0" b="0"/>
              </a:effectRef>
              <a:fontRef idx="minor"/>
            </p:style>
          </p:sp>
          <p:sp>
            <p:nvSpPr>
              <p:cNvPr id="1081" name="Line 2070">
                <a:extLst>
                  <a:ext uri="{FF2B5EF4-FFF2-40B4-BE49-F238E27FC236}">
                    <a16:creationId xmlns:a16="http://schemas.microsoft.com/office/drawing/2014/main" id="{D9F61939-5284-470B-9AD7-1DF11D738792}"/>
                  </a:ext>
                </a:extLst>
              </p:cNvPr>
              <p:cNvSpPr/>
              <p:nvPr/>
            </p:nvSpPr>
            <p:spPr>
              <a:xfrm>
                <a:off x="6614280" y="2076480"/>
                <a:ext cx="60840" cy="82800"/>
              </a:xfrm>
              <a:prstGeom prst="line">
                <a:avLst/>
              </a:prstGeom>
              <a:ln>
                <a:solidFill>
                  <a:srgbClr val="A9A9A9"/>
                </a:solidFill>
              </a:ln>
            </p:spPr>
            <p:style>
              <a:lnRef idx="0">
                <a:scrgbClr r="0" g="0" b="0"/>
              </a:lnRef>
              <a:fillRef idx="0">
                <a:scrgbClr r="0" g="0" b="0"/>
              </a:fillRef>
              <a:effectRef idx="0">
                <a:scrgbClr r="0" g="0" b="0"/>
              </a:effectRef>
              <a:fontRef idx="minor"/>
            </p:style>
          </p:sp>
          <p:sp>
            <p:nvSpPr>
              <p:cNvPr id="1082" name="Line 2071">
                <a:extLst>
                  <a:ext uri="{FF2B5EF4-FFF2-40B4-BE49-F238E27FC236}">
                    <a16:creationId xmlns:a16="http://schemas.microsoft.com/office/drawing/2014/main" id="{B7F9EDCB-6FD5-46E5-B423-949033D9C047}"/>
                  </a:ext>
                </a:extLst>
              </p:cNvPr>
              <p:cNvSpPr/>
              <p:nvPr/>
            </p:nvSpPr>
            <p:spPr>
              <a:xfrm flipV="1">
                <a:off x="6495120" y="1980360"/>
                <a:ext cx="60120" cy="146160"/>
              </a:xfrm>
              <a:prstGeom prst="line">
                <a:avLst/>
              </a:prstGeom>
              <a:ln>
                <a:solidFill>
                  <a:srgbClr val="AEAEAE"/>
                </a:solidFill>
              </a:ln>
            </p:spPr>
            <p:style>
              <a:lnRef idx="0">
                <a:scrgbClr r="0" g="0" b="0"/>
              </a:lnRef>
              <a:fillRef idx="0">
                <a:scrgbClr r="0" g="0" b="0"/>
              </a:fillRef>
              <a:effectRef idx="0">
                <a:scrgbClr r="0" g="0" b="0"/>
              </a:effectRef>
              <a:fontRef idx="minor"/>
            </p:style>
          </p:sp>
          <p:sp>
            <p:nvSpPr>
              <p:cNvPr id="1083" name="Line 2072">
                <a:extLst>
                  <a:ext uri="{FF2B5EF4-FFF2-40B4-BE49-F238E27FC236}">
                    <a16:creationId xmlns:a16="http://schemas.microsoft.com/office/drawing/2014/main" id="{8058E813-AFBE-4527-86C2-7CBDF9FA9B8D}"/>
                  </a:ext>
                </a:extLst>
              </p:cNvPr>
              <p:cNvSpPr/>
              <p:nvPr/>
            </p:nvSpPr>
            <p:spPr>
              <a:xfrm>
                <a:off x="6555240" y="1980360"/>
                <a:ext cx="59040" cy="96120"/>
              </a:xfrm>
              <a:prstGeom prst="line">
                <a:avLst/>
              </a:prstGeom>
              <a:ln>
                <a:solidFill>
                  <a:srgbClr val="B0B0B0"/>
                </a:solidFill>
              </a:ln>
            </p:spPr>
            <p:style>
              <a:lnRef idx="0">
                <a:scrgbClr r="0" g="0" b="0"/>
              </a:lnRef>
              <a:fillRef idx="0">
                <a:scrgbClr r="0" g="0" b="0"/>
              </a:fillRef>
              <a:effectRef idx="0">
                <a:scrgbClr r="0" g="0" b="0"/>
              </a:effectRef>
              <a:fontRef idx="minor"/>
            </p:style>
          </p:sp>
          <p:sp>
            <p:nvSpPr>
              <p:cNvPr id="1084" name="Line 2073">
                <a:extLst>
                  <a:ext uri="{FF2B5EF4-FFF2-40B4-BE49-F238E27FC236}">
                    <a16:creationId xmlns:a16="http://schemas.microsoft.com/office/drawing/2014/main" id="{2B141D85-F5D1-4D1E-879C-D86AEF1AEB7B}"/>
                  </a:ext>
                </a:extLst>
              </p:cNvPr>
              <p:cNvSpPr/>
              <p:nvPr/>
            </p:nvSpPr>
            <p:spPr>
              <a:xfrm flipV="1">
                <a:off x="6433920" y="1872000"/>
                <a:ext cx="61200" cy="145080"/>
              </a:xfrm>
              <a:prstGeom prst="line">
                <a:avLst/>
              </a:prstGeom>
              <a:ln>
                <a:solidFill>
                  <a:srgbClr val="B7B7B7"/>
                </a:solidFill>
              </a:ln>
            </p:spPr>
            <p:style>
              <a:lnRef idx="0">
                <a:scrgbClr r="0" g="0" b="0"/>
              </a:lnRef>
              <a:fillRef idx="0">
                <a:scrgbClr r="0" g="0" b="0"/>
              </a:fillRef>
              <a:effectRef idx="0">
                <a:scrgbClr r="0" g="0" b="0"/>
              </a:effectRef>
              <a:fontRef idx="minor"/>
            </p:style>
          </p:sp>
          <p:sp>
            <p:nvSpPr>
              <p:cNvPr id="1085" name="Line 2074">
                <a:extLst>
                  <a:ext uri="{FF2B5EF4-FFF2-40B4-BE49-F238E27FC236}">
                    <a16:creationId xmlns:a16="http://schemas.microsoft.com/office/drawing/2014/main" id="{A26B93AB-CB5A-4B02-90F7-3A129B81C38D}"/>
                  </a:ext>
                </a:extLst>
              </p:cNvPr>
              <p:cNvSpPr/>
              <p:nvPr/>
            </p:nvSpPr>
            <p:spPr>
              <a:xfrm>
                <a:off x="6495120" y="1872000"/>
                <a:ext cx="60120" cy="108360"/>
              </a:xfrm>
              <a:prstGeom prst="line">
                <a:avLst/>
              </a:prstGeom>
              <a:ln>
                <a:solidFill>
                  <a:srgbClr val="B9B9B9"/>
                </a:solidFill>
              </a:ln>
            </p:spPr>
            <p:style>
              <a:lnRef idx="0">
                <a:scrgbClr r="0" g="0" b="0"/>
              </a:lnRef>
              <a:fillRef idx="0">
                <a:scrgbClr r="0" g="0" b="0"/>
              </a:fillRef>
              <a:effectRef idx="0">
                <a:scrgbClr r="0" g="0" b="0"/>
              </a:effectRef>
              <a:fontRef idx="minor"/>
            </p:style>
          </p:sp>
          <p:sp>
            <p:nvSpPr>
              <p:cNvPr id="1086" name="Line 2075">
                <a:extLst>
                  <a:ext uri="{FF2B5EF4-FFF2-40B4-BE49-F238E27FC236}">
                    <a16:creationId xmlns:a16="http://schemas.microsoft.com/office/drawing/2014/main" id="{6EC13A7F-2C73-46D0-840E-9F969C20055A}"/>
                  </a:ext>
                </a:extLst>
              </p:cNvPr>
              <p:cNvSpPr/>
              <p:nvPr/>
            </p:nvSpPr>
            <p:spPr>
              <a:xfrm flipV="1">
                <a:off x="6373080" y="1751040"/>
                <a:ext cx="60840" cy="145080"/>
              </a:xfrm>
              <a:prstGeom prst="line">
                <a:avLst/>
              </a:prstGeom>
              <a:ln>
                <a:solidFill>
                  <a:srgbClr val="C1C1C1"/>
                </a:solidFill>
              </a:ln>
            </p:spPr>
            <p:style>
              <a:lnRef idx="0">
                <a:scrgbClr r="0" g="0" b="0"/>
              </a:lnRef>
              <a:fillRef idx="0">
                <a:scrgbClr r="0" g="0" b="0"/>
              </a:fillRef>
              <a:effectRef idx="0">
                <a:scrgbClr r="0" g="0" b="0"/>
              </a:effectRef>
              <a:fontRef idx="minor"/>
            </p:style>
          </p:sp>
          <p:sp>
            <p:nvSpPr>
              <p:cNvPr id="1087" name="Line 2076">
                <a:extLst>
                  <a:ext uri="{FF2B5EF4-FFF2-40B4-BE49-F238E27FC236}">
                    <a16:creationId xmlns:a16="http://schemas.microsoft.com/office/drawing/2014/main" id="{85051C6E-F98E-4802-B602-4F6E32FEBC56}"/>
                  </a:ext>
                </a:extLst>
              </p:cNvPr>
              <p:cNvSpPr/>
              <p:nvPr/>
            </p:nvSpPr>
            <p:spPr>
              <a:xfrm>
                <a:off x="6433920" y="1751040"/>
                <a:ext cx="61200" cy="120960"/>
              </a:xfrm>
              <a:prstGeom prst="line">
                <a:avLst/>
              </a:prstGeom>
              <a:ln>
                <a:solidFill>
                  <a:srgbClr val="C2C2C2"/>
                </a:solidFill>
              </a:ln>
            </p:spPr>
            <p:style>
              <a:lnRef idx="0">
                <a:scrgbClr r="0" g="0" b="0"/>
              </a:lnRef>
              <a:fillRef idx="0">
                <a:scrgbClr r="0" g="0" b="0"/>
              </a:fillRef>
              <a:effectRef idx="0">
                <a:scrgbClr r="0" g="0" b="0"/>
              </a:effectRef>
              <a:fontRef idx="minor"/>
            </p:style>
          </p:sp>
          <p:sp>
            <p:nvSpPr>
              <p:cNvPr id="1088" name="Line 2077">
                <a:extLst>
                  <a:ext uri="{FF2B5EF4-FFF2-40B4-BE49-F238E27FC236}">
                    <a16:creationId xmlns:a16="http://schemas.microsoft.com/office/drawing/2014/main" id="{B569B2A8-0654-4477-9AF9-18E78AE0977E}"/>
                  </a:ext>
                </a:extLst>
              </p:cNvPr>
              <p:cNvSpPr/>
              <p:nvPr/>
            </p:nvSpPr>
            <p:spPr>
              <a:xfrm flipV="1">
                <a:off x="6312960" y="1616760"/>
                <a:ext cx="60120" cy="146160"/>
              </a:xfrm>
              <a:prstGeom prst="line">
                <a:avLst/>
              </a:prstGeom>
              <a:ln>
                <a:solidFill>
                  <a:srgbClr val="CCCCCC"/>
                </a:solidFill>
              </a:ln>
            </p:spPr>
            <p:style>
              <a:lnRef idx="0">
                <a:scrgbClr r="0" g="0" b="0"/>
              </a:lnRef>
              <a:fillRef idx="0">
                <a:scrgbClr r="0" g="0" b="0"/>
              </a:fillRef>
              <a:effectRef idx="0">
                <a:scrgbClr r="0" g="0" b="0"/>
              </a:effectRef>
              <a:fontRef idx="minor"/>
            </p:style>
          </p:sp>
          <p:sp>
            <p:nvSpPr>
              <p:cNvPr id="1089" name="Line 2078">
                <a:extLst>
                  <a:ext uri="{FF2B5EF4-FFF2-40B4-BE49-F238E27FC236}">
                    <a16:creationId xmlns:a16="http://schemas.microsoft.com/office/drawing/2014/main" id="{A873F304-CE0E-45E0-8B82-2432ECD5BECF}"/>
                  </a:ext>
                </a:extLst>
              </p:cNvPr>
              <p:cNvSpPr/>
              <p:nvPr/>
            </p:nvSpPr>
            <p:spPr>
              <a:xfrm>
                <a:off x="6373080" y="1616760"/>
                <a:ext cx="60840" cy="134280"/>
              </a:xfrm>
              <a:prstGeom prst="line">
                <a:avLst/>
              </a:prstGeom>
              <a:ln>
                <a:solidFill>
                  <a:srgbClr val="CDCDCD"/>
                </a:solidFill>
              </a:ln>
            </p:spPr>
            <p:style>
              <a:lnRef idx="0">
                <a:scrgbClr r="0" g="0" b="0"/>
              </a:lnRef>
              <a:fillRef idx="0">
                <a:scrgbClr r="0" g="0" b="0"/>
              </a:fillRef>
              <a:effectRef idx="0">
                <a:scrgbClr r="0" g="0" b="0"/>
              </a:effectRef>
              <a:fontRef idx="minor"/>
            </p:style>
          </p:sp>
          <p:sp>
            <p:nvSpPr>
              <p:cNvPr id="1090" name="Line 2079">
                <a:extLst>
                  <a:ext uri="{FF2B5EF4-FFF2-40B4-BE49-F238E27FC236}">
                    <a16:creationId xmlns:a16="http://schemas.microsoft.com/office/drawing/2014/main" id="{1FE8FDD1-1429-469D-A2FE-7449743ECE16}"/>
                  </a:ext>
                </a:extLst>
              </p:cNvPr>
              <p:cNvSpPr/>
              <p:nvPr/>
            </p:nvSpPr>
            <p:spPr>
              <a:xfrm flipV="1">
                <a:off x="6251760" y="1470600"/>
                <a:ext cx="61200" cy="146160"/>
              </a:xfrm>
              <a:prstGeom prst="line">
                <a:avLst/>
              </a:prstGeom>
              <a:ln>
                <a:solidFill>
                  <a:srgbClr val="D9D9D9"/>
                </a:solidFill>
              </a:ln>
            </p:spPr>
            <p:style>
              <a:lnRef idx="0">
                <a:scrgbClr r="0" g="0" b="0"/>
              </a:lnRef>
              <a:fillRef idx="0">
                <a:scrgbClr r="0" g="0" b="0"/>
              </a:fillRef>
              <a:effectRef idx="0">
                <a:scrgbClr r="0" g="0" b="0"/>
              </a:effectRef>
              <a:fontRef idx="minor"/>
            </p:style>
          </p:sp>
          <p:sp>
            <p:nvSpPr>
              <p:cNvPr id="1091" name="Line 2080">
                <a:extLst>
                  <a:ext uri="{FF2B5EF4-FFF2-40B4-BE49-F238E27FC236}">
                    <a16:creationId xmlns:a16="http://schemas.microsoft.com/office/drawing/2014/main" id="{F8781B47-5182-4E4C-94A3-CD5A6420CCAB}"/>
                  </a:ext>
                </a:extLst>
              </p:cNvPr>
              <p:cNvSpPr/>
              <p:nvPr/>
            </p:nvSpPr>
            <p:spPr>
              <a:xfrm>
                <a:off x="6312960" y="1470600"/>
                <a:ext cx="60120" cy="146160"/>
              </a:xfrm>
              <a:prstGeom prst="line">
                <a:avLst/>
              </a:prstGeom>
              <a:ln>
                <a:solidFill>
                  <a:srgbClr val="D9D9D9"/>
                </a:solidFill>
              </a:ln>
            </p:spPr>
            <p:style>
              <a:lnRef idx="0">
                <a:scrgbClr r="0" g="0" b="0"/>
              </a:lnRef>
              <a:fillRef idx="0">
                <a:scrgbClr r="0" g="0" b="0"/>
              </a:fillRef>
              <a:effectRef idx="0">
                <a:scrgbClr r="0" g="0" b="0"/>
              </a:effectRef>
              <a:fontRef idx="minor"/>
            </p:style>
          </p:sp>
          <p:sp>
            <p:nvSpPr>
              <p:cNvPr id="1092" name="Line 2081">
                <a:extLst>
                  <a:ext uri="{FF2B5EF4-FFF2-40B4-BE49-F238E27FC236}">
                    <a16:creationId xmlns:a16="http://schemas.microsoft.com/office/drawing/2014/main" id="{CE33FF73-9218-43C5-B4E8-CDEE578A1BCF}"/>
                  </a:ext>
                </a:extLst>
              </p:cNvPr>
              <p:cNvSpPr/>
              <p:nvPr/>
            </p:nvSpPr>
            <p:spPr>
              <a:xfrm flipV="1">
                <a:off x="6192720" y="1312560"/>
                <a:ext cx="59040" cy="146160"/>
              </a:xfrm>
              <a:prstGeom prst="line">
                <a:avLst/>
              </a:prstGeom>
              <a:ln>
                <a:solidFill>
                  <a:srgbClr val="E7E7E7"/>
                </a:solidFill>
              </a:ln>
            </p:spPr>
            <p:style>
              <a:lnRef idx="0">
                <a:scrgbClr r="0" g="0" b="0"/>
              </a:lnRef>
              <a:fillRef idx="0">
                <a:scrgbClr r="0" g="0" b="0"/>
              </a:fillRef>
              <a:effectRef idx="0">
                <a:scrgbClr r="0" g="0" b="0"/>
              </a:effectRef>
              <a:fontRef idx="minor"/>
            </p:style>
          </p:sp>
          <p:sp>
            <p:nvSpPr>
              <p:cNvPr id="1093" name="Line 2082">
                <a:extLst>
                  <a:ext uri="{FF2B5EF4-FFF2-40B4-BE49-F238E27FC236}">
                    <a16:creationId xmlns:a16="http://schemas.microsoft.com/office/drawing/2014/main" id="{573BD7CB-6692-432D-878B-AA0B894BC08C}"/>
                  </a:ext>
                </a:extLst>
              </p:cNvPr>
              <p:cNvSpPr/>
              <p:nvPr/>
            </p:nvSpPr>
            <p:spPr>
              <a:xfrm>
                <a:off x="6251760" y="1312560"/>
                <a:ext cx="61200" cy="158040"/>
              </a:xfrm>
              <a:prstGeom prst="line">
                <a:avLst/>
              </a:prstGeom>
              <a:ln>
                <a:solidFill>
                  <a:srgbClr val="E6E6E6"/>
                </a:solidFill>
              </a:ln>
            </p:spPr>
            <p:style>
              <a:lnRef idx="0">
                <a:scrgbClr r="0" g="0" b="0"/>
              </a:lnRef>
              <a:fillRef idx="0">
                <a:scrgbClr r="0" g="0" b="0"/>
              </a:fillRef>
              <a:effectRef idx="0">
                <a:scrgbClr r="0" g="0" b="0"/>
              </a:effectRef>
              <a:fontRef idx="minor"/>
            </p:style>
          </p:sp>
          <p:sp>
            <p:nvSpPr>
              <p:cNvPr id="1094" name="Line 2083">
                <a:extLst>
                  <a:ext uri="{FF2B5EF4-FFF2-40B4-BE49-F238E27FC236}">
                    <a16:creationId xmlns:a16="http://schemas.microsoft.com/office/drawing/2014/main" id="{9D7A9382-758E-4720-ACE9-887B710B8B80}"/>
                  </a:ext>
                </a:extLst>
              </p:cNvPr>
              <p:cNvSpPr/>
              <p:nvPr/>
            </p:nvSpPr>
            <p:spPr>
              <a:xfrm flipV="1">
                <a:off x="7642800" y="1626840"/>
                <a:ext cx="59040" cy="158040"/>
              </a:xfrm>
              <a:prstGeom prst="line">
                <a:avLst/>
              </a:prstGeom>
              <a:ln>
                <a:solidFill>
                  <a:srgbClr val="E6E6E6"/>
                </a:solidFill>
              </a:ln>
            </p:spPr>
            <p:style>
              <a:lnRef idx="0">
                <a:scrgbClr r="0" g="0" b="0"/>
              </a:lnRef>
              <a:fillRef idx="0">
                <a:scrgbClr r="0" g="0" b="0"/>
              </a:fillRef>
              <a:effectRef idx="0">
                <a:scrgbClr r="0" g="0" b="0"/>
              </a:effectRef>
              <a:fontRef idx="minor"/>
            </p:style>
          </p:sp>
          <p:sp>
            <p:nvSpPr>
              <p:cNvPr id="1095" name="Line 2084">
                <a:extLst>
                  <a:ext uri="{FF2B5EF4-FFF2-40B4-BE49-F238E27FC236}">
                    <a16:creationId xmlns:a16="http://schemas.microsoft.com/office/drawing/2014/main" id="{DDFBAAF1-A718-463D-B3A3-3DBD7E80C482}"/>
                  </a:ext>
                </a:extLst>
              </p:cNvPr>
              <p:cNvSpPr/>
              <p:nvPr/>
            </p:nvSpPr>
            <p:spPr>
              <a:xfrm flipH="1">
                <a:off x="7701840" y="1496880"/>
                <a:ext cx="61200" cy="159120"/>
              </a:xfrm>
              <a:prstGeom prst="line">
                <a:avLst/>
              </a:prstGeom>
              <a:ln>
                <a:solidFill>
                  <a:srgbClr val="F4F4F4"/>
                </a:solidFill>
              </a:ln>
            </p:spPr>
            <p:style>
              <a:lnRef idx="0">
                <a:scrgbClr r="0" g="0" b="0"/>
              </a:lnRef>
              <a:fillRef idx="0">
                <a:scrgbClr r="0" g="0" b="0"/>
              </a:fillRef>
              <a:effectRef idx="0">
                <a:scrgbClr r="0" g="0" b="0"/>
              </a:effectRef>
              <a:fontRef idx="minor"/>
            </p:style>
          </p:sp>
          <p:sp>
            <p:nvSpPr>
              <p:cNvPr id="1096" name="Line 2085">
                <a:extLst>
                  <a:ext uri="{FF2B5EF4-FFF2-40B4-BE49-F238E27FC236}">
                    <a16:creationId xmlns:a16="http://schemas.microsoft.com/office/drawing/2014/main" id="{63B42D6E-A072-4566-9C45-06BDEB64E117}"/>
                  </a:ext>
                </a:extLst>
              </p:cNvPr>
              <p:cNvSpPr/>
              <p:nvPr/>
            </p:nvSpPr>
            <p:spPr>
              <a:xfrm flipV="1">
                <a:off x="7701840" y="1496880"/>
                <a:ext cx="61200" cy="129960"/>
              </a:xfrm>
              <a:prstGeom prst="line">
                <a:avLst/>
              </a:prstGeom>
              <a:ln>
                <a:solidFill>
                  <a:srgbClr val="F4F4F4"/>
                </a:solidFill>
              </a:ln>
            </p:spPr>
            <p:style>
              <a:lnRef idx="0">
                <a:scrgbClr r="0" g="0" b="0"/>
              </a:lnRef>
              <a:fillRef idx="0">
                <a:scrgbClr r="0" g="0" b="0"/>
              </a:fillRef>
              <a:effectRef idx="0">
                <a:scrgbClr r="0" g="0" b="0"/>
              </a:effectRef>
              <a:fontRef idx="minor"/>
            </p:style>
          </p:sp>
          <p:sp>
            <p:nvSpPr>
              <p:cNvPr id="1097" name="Line 2086">
                <a:extLst>
                  <a:ext uri="{FF2B5EF4-FFF2-40B4-BE49-F238E27FC236}">
                    <a16:creationId xmlns:a16="http://schemas.microsoft.com/office/drawing/2014/main" id="{2079F544-876D-41BA-B5E4-A7018FDF3750}"/>
                  </a:ext>
                </a:extLst>
              </p:cNvPr>
              <p:cNvSpPr/>
              <p:nvPr/>
            </p:nvSpPr>
            <p:spPr>
              <a:xfrm flipV="1">
                <a:off x="7581960" y="1743840"/>
                <a:ext cx="60840" cy="159480"/>
              </a:xfrm>
              <a:prstGeom prst="line">
                <a:avLst/>
              </a:prstGeom>
              <a:ln>
                <a:solidFill>
                  <a:srgbClr val="DADADA"/>
                </a:solidFill>
              </a:ln>
            </p:spPr>
            <p:style>
              <a:lnRef idx="0">
                <a:scrgbClr r="0" g="0" b="0"/>
              </a:lnRef>
              <a:fillRef idx="0">
                <a:scrgbClr r="0" g="0" b="0"/>
              </a:fillRef>
              <a:effectRef idx="0">
                <a:scrgbClr r="0" g="0" b="0"/>
              </a:effectRef>
              <a:fontRef idx="minor"/>
            </p:style>
          </p:sp>
          <p:sp>
            <p:nvSpPr>
              <p:cNvPr id="1098" name="Line 2087">
                <a:extLst>
                  <a:ext uri="{FF2B5EF4-FFF2-40B4-BE49-F238E27FC236}">
                    <a16:creationId xmlns:a16="http://schemas.microsoft.com/office/drawing/2014/main" id="{FDC735CA-843E-4167-ADA6-9937AFBBE13E}"/>
                  </a:ext>
                </a:extLst>
              </p:cNvPr>
              <p:cNvSpPr/>
              <p:nvPr/>
            </p:nvSpPr>
            <p:spPr>
              <a:xfrm flipV="1">
                <a:off x="7642800" y="1626840"/>
                <a:ext cx="59040" cy="117000"/>
              </a:xfrm>
              <a:prstGeom prst="line">
                <a:avLst/>
              </a:prstGeom>
              <a:ln>
                <a:solidFill>
                  <a:srgbClr val="E7E7E7"/>
                </a:solidFill>
              </a:ln>
            </p:spPr>
            <p:style>
              <a:lnRef idx="0">
                <a:scrgbClr r="0" g="0" b="0"/>
              </a:lnRef>
              <a:fillRef idx="0">
                <a:scrgbClr r="0" g="0" b="0"/>
              </a:fillRef>
              <a:effectRef idx="0">
                <a:scrgbClr r="0" g="0" b="0"/>
              </a:effectRef>
              <a:fontRef idx="minor"/>
            </p:style>
          </p:sp>
          <p:sp>
            <p:nvSpPr>
              <p:cNvPr id="1099" name="Line 2088">
                <a:extLst>
                  <a:ext uri="{FF2B5EF4-FFF2-40B4-BE49-F238E27FC236}">
                    <a16:creationId xmlns:a16="http://schemas.microsoft.com/office/drawing/2014/main" id="{0B17ED49-BABF-4309-A6FF-12B1981B86B2}"/>
                  </a:ext>
                </a:extLst>
              </p:cNvPr>
              <p:cNvSpPr/>
              <p:nvPr/>
            </p:nvSpPr>
            <p:spPr>
              <a:xfrm flipV="1">
                <a:off x="7521840" y="1848960"/>
                <a:ext cx="60120" cy="159120"/>
              </a:xfrm>
              <a:prstGeom prst="line">
                <a:avLst/>
              </a:prstGeom>
              <a:ln>
                <a:solidFill>
                  <a:srgbClr val="CECECE"/>
                </a:solidFill>
              </a:ln>
            </p:spPr>
            <p:style>
              <a:lnRef idx="0">
                <a:scrgbClr r="0" g="0" b="0"/>
              </a:lnRef>
              <a:fillRef idx="0">
                <a:scrgbClr r="0" g="0" b="0"/>
              </a:fillRef>
              <a:effectRef idx="0">
                <a:scrgbClr r="0" g="0" b="0"/>
              </a:effectRef>
              <a:fontRef idx="minor"/>
            </p:style>
          </p:sp>
          <p:sp>
            <p:nvSpPr>
              <p:cNvPr id="1100" name="Line 2089">
                <a:extLst>
                  <a:ext uri="{FF2B5EF4-FFF2-40B4-BE49-F238E27FC236}">
                    <a16:creationId xmlns:a16="http://schemas.microsoft.com/office/drawing/2014/main" id="{A39F78D5-3BB9-4110-A57E-887FFF41FB22}"/>
                  </a:ext>
                </a:extLst>
              </p:cNvPr>
              <p:cNvSpPr/>
              <p:nvPr/>
            </p:nvSpPr>
            <p:spPr>
              <a:xfrm flipV="1">
                <a:off x="7581960" y="1743840"/>
                <a:ext cx="60840" cy="105120"/>
              </a:xfrm>
              <a:prstGeom prst="line">
                <a:avLst/>
              </a:prstGeom>
              <a:ln>
                <a:solidFill>
                  <a:srgbClr val="DBDBDB"/>
                </a:solidFill>
              </a:ln>
            </p:spPr>
            <p:style>
              <a:lnRef idx="0">
                <a:scrgbClr r="0" g="0" b="0"/>
              </a:lnRef>
              <a:fillRef idx="0">
                <a:scrgbClr r="0" g="0" b="0"/>
              </a:fillRef>
              <a:effectRef idx="0">
                <a:scrgbClr r="0" g="0" b="0"/>
              </a:effectRef>
              <a:fontRef idx="minor"/>
            </p:style>
          </p:sp>
          <p:sp>
            <p:nvSpPr>
              <p:cNvPr id="1101" name="Line 2090">
                <a:extLst>
                  <a:ext uri="{FF2B5EF4-FFF2-40B4-BE49-F238E27FC236}">
                    <a16:creationId xmlns:a16="http://schemas.microsoft.com/office/drawing/2014/main" id="{CDC77E09-91B5-4F10-B942-87CC9485B444}"/>
                  </a:ext>
                </a:extLst>
              </p:cNvPr>
              <p:cNvSpPr/>
              <p:nvPr/>
            </p:nvSpPr>
            <p:spPr>
              <a:xfrm flipV="1">
                <a:off x="7460640" y="1942200"/>
                <a:ext cx="61200" cy="158040"/>
              </a:xfrm>
              <a:prstGeom prst="line">
                <a:avLst/>
              </a:prstGeom>
              <a:ln>
                <a:solidFill>
                  <a:srgbClr val="C4C4C4"/>
                </a:solidFill>
              </a:ln>
            </p:spPr>
            <p:style>
              <a:lnRef idx="0">
                <a:scrgbClr r="0" g="0" b="0"/>
              </a:lnRef>
              <a:fillRef idx="0">
                <a:scrgbClr r="0" g="0" b="0"/>
              </a:fillRef>
              <a:effectRef idx="0">
                <a:scrgbClr r="0" g="0" b="0"/>
              </a:effectRef>
              <a:fontRef idx="minor"/>
            </p:style>
          </p:sp>
          <p:sp>
            <p:nvSpPr>
              <p:cNvPr id="1102" name="Line 2091">
                <a:extLst>
                  <a:ext uri="{FF2B5EF4-FFF2-40B4-BE49-F238E27FC236}">
                    <a16:creationId xmlns:a16="http://schemas.microsoft.com/office/drawing/2014/main" id="{093B6609-0821-4292-B65D-95D8B83B2509}"/>
                  </a:ext>
                </a:extLst>
              </p:cNvPr>
              <p:cNvSpPr/>
              <p:nvPr/>
            </p:nvSpPr>
            <p:spPr>
              <a:xfrm flipV="1">
                <a:off x="7521840" y="1848960"/>
                <a:ext cx="60120" cy="93240"/>
              </a:xfrm>
              <a:prstGeom prst="line">
                <a:avLst/>
              </a:prstGeom>
              <a:ln>
                <a:solidFill>
                  <a:srgbClr val="D0D0D0"/>
                </a:solidFill>
              </a:ln>
            </p:spPr>
            <p:style>
              <a:lnRef idx="0">
                <a:scrgbClr r="0" g="0" b="0"/>
              </a:lnRef>
              <a:fillRef idx="0">
                <a:scrgbClr r="0" g="0" b="0"/>
              </a:fillRef>
              <a:effectRef idx="0">
                <a:scrgbClr r="0" g="0" b="0"/>
              </a:effectRef>
              <a:fontRef idx="minor"/>
            </p:style>
          </p:sp>
          <p:sp>
            <p:nvSpPr>
              <p:cNvPr id="1103" name="Line 2092">
                <a:extLst>
                  <a:ext uri="{FF2B5EF4-FFF2-40B4-BE49-F238E27FC236}">
                    <a16:creationId xmlns:a16="http://schemas.microsoft.com/office/drawing/2014/main" id="{B3B54CFB-6A5D-447F-B677-A30CC80D2BA2}"/>
                  </a:ext>
                </a:extLst>
              </p:cNvPr>
              <p:cNvSpPr/>
              <p:nvPr/>
            </p:nvSpPr>
            <p:spPr>
              <a:xfrm flipV="1">
                <a:off x="7399800" y="2021400"/>
                <a:ext cx="60840" cy="158040"/>
              </a:xfrm>
              <a:prstGeom prst="line">
                <a:avLst/>
              </a:prstGeom>
              <a:ln>
                <a:solidFill>
                  <a:srgbClr val="BBBBBB"/>
                </a:solidFill>
              </a:ln>
            </p:spPr>
            <p:style>
              <a:lnRef idx="0">
                <a:scrgbClr r="0" g="0" b="0"/>
              </a:lnRef>
              <a:fillRef idx="0">
                <a:scrgbClr r="0" g="0" b="0"/>
              </a:fillRef>
              <a:effectRef idx="0">
                <a:scrgbClr r="0" g="0" b="0"/>
              </a:effectRef>
              <a:fontRef idx="minor"/>
            </p:style>
          </p:sp>
          <p:sp>
            <p:nvSpPr>
              <p:cNvPr id="1104" name="Line 2093">
                <a:extLst>
                  <a:ext uri="{FF2B5EF4-FFF2-40B4-BE49-F238E27FC236}">
                    <a16:creationId xmlns:a16="http://schemas.microsoft.com/office/drawing/2014/main" id="{4F18E154-1311-45D4-9B9E-AA66087F95EB}"/>
                  </a:ext>
                </a:extLst>
              </p:cNvPr>
              <p:cNvSpPr/>
              <p:nvPr/>
            </p:nvSpPr>
            <p:spPr>
              <a:xfrm flipV="1">
                <a:off x="7460640" y="1942200"/>
                <a:ext cx="61200" cy="79200"/>
              </a:xfrm>
              <a:prstGeom prst="line">
                <a:avLst/>
              </a:prstGeom>
              <a:ln>
                <a:solidFill>
                  <a:srgbClr val="C6C6C6"/>
                </a:solidFill>
              </a:ln>
            </p:spPr>
            <p:style>
              <a:lnRef idx="0">
                <a:scrgbClr r="0" g="0" b="0"/>
              </a:lnRef>
              <a:fillRef idx="0">
                <a:scrgbClr r="0" g="0" b="0"/>
              </a:fillRef>
              <a:effectRef idx="0">
                <a:scrgbClr r="0" g="0" b="0"/>
              </a:effectRef>
              <a:fontRef idx="minor"/>
            </p:style>
          </p:sp>
          <p:sp>
            <p:nvSpPr>
              <p:cNvPr id="1105" name="Line 2094">
                <a:extLst>
                  <a:ext uri="{FF2B5EF4-FFF2-40B4-BE49-F238E27FC236}">
                    <a16:creationId xmlns:a16="http://schemas.microsoft.com/office/drawing/2014/main" id="{54B5088C-E928-43F7-884A-D8921F6A553C}"/>
                  </a:ext>
                </a:extLst>
              </p:cNvPr>
              <p:cNvSpPr/>
              <p:nvPr/>
            </p:nvSpPr>
            <p:spPr>
              <a:xfrm flipV="1">
                <a:off x="7339680" y="2089440"/>
                <a:ext cx="60120" cy="158040"/>
              </a:xfrm>
              <a:prstGeom prst="line">
                <a:avLst/>
              </a:prstGeom>
              <a:ln>
                <a:solidFill>
                  <a:srgbClr val="B3B3B3"/>
                </a:solidFill>
              </a:ln>
            </p:spPr>
            <p:style>
              <a:lnRef idx="0">
                <a:scrgbClr r="0" g="0" b="0"/>
              </a:lnRef>
              <a:fillRef idx="0">
                <a:scrgbClr r="0" g="0" b="0"/>
              </a:fillRef>
              <a:effectRef idx="0">
                <a:scrgbClr r="0" g="0" b="0"/>
              </a:effectRef>
              <a:fontRef idx="minor"/>
            </p:style>
          </p:sp>
          <p:sp>
            <p:nvSpPr>
              <p:cNvPr id="1106" name="Line 2095">
                <a:extLst>
                  <a:ext uri="{FF2B5EF4-FFF2-40B4-BE49-F238E27FC236}">
                    <a16:creationId xmlns:a16="http://schemas.microsoft.com/office/drawing/2014/main" id="{96B06318-2C18-4467-AC6C-020DB882A423}"/>
                  </a:ext>
                </a:extLst>
              </p:cNvPr>
              <p:cNvSpPr/>
              <p:nvPr/>
            </p:nvSpPr>
            <p:spPr>
              <a:xfrm flipV="1">
                <a:off x="7399800" y="2021400"/>
                <a:ext cx="60840" cy="68040"/>
              </a:xfrm>
              <a:prstGeom prst="line">
                <a:avLst/>
              </a:prstGeom>
              <a:ln>
                <a:solidFill>
                  <a:srgbClr val="BEBEBE"/>
                </a:solidFill>
              </a:ln>
            </p:spPr>
            <p:style>
              <a:lnRef idx="0">
                <a:scrgbClr r="0" g="0" b="0"/>
              </a:lnRef>
              <a:fillRef idx="0">
                <a:scrgbClr r="0" g="0" b="0"/>
              </a:fillRef>
              <a:effectRef idx="0">
                <a:scrgbClr r="0" g="0" b="0"/>
              </a:effectRef>
              <a:fontRef idx="minor"/>
            </p:style>
          </p:sp>
          <p:sp>
            <p:nvSpPr>
              <p:cNvPr id="1107" name="Line 2096">
                <a:extLst>
                  <a:ext uri="{FF2B5EF4-FFF2-40B4-BE49-F238E27FC236}">
                    <a16:creationId xmlns:a16="http://schemas.microsoft.com/office/drawing/2014/main" id="{85FD7891-C7F4-4EE4-BB55-4C84BC1FA75A}"/>
                  </a:ext>
                </a:extLst>
              </p:cNvPr>
              <p:cNvSpPr/>
              <p:nvPr/>
            </p:nvSpPr>
            <p:spPr>
              <a:xfrm flipV="1">
                <a:off x="7280640" y="2144520"/>
                <a:ext cx="59040" cy="158040"/>
              </a:xfrm>
              <a:prstGeom prst="line">
                <a:avLst/>
              </a:prstGeom>
              <a:ln>
                <a:solidFill>
                  <a:srgbClr val="ADADAD"/>
                </a:solidFill>
              </a:ln>
            </p:spPr>
            <p:style>
              <a:lnRef idx="0">
                <a:scrgbClr r="0" g="0" b="0"/>
              </a:lnRef>
              <a:fillRef idx="0">
                <a:scrgbClr r="0" g="0" b="0"/>
              </a:fillRef>
              <a:effectRef idx="0">
                <a:scrgbClr r="0" g="0" b="0"/>
              </a:effectRef>
              <a:fontRef idx="minor"/>
            </p:style>
          </p:sp>
          <p:sp>
            <p:nvSpPr>
              <p:cNvPr id="1108" name="Line 2097">
                <a:extLst>
                  <a:ext uri="{FF2B5EF4-FFF2-40B4-BE49-F238E27FC236}">
                    <a16:creationId xmlns:a16="http://schemas.microsoft.com/office/drawing/2014/main" id="{745140B4-802B-4B0C-B3A8-FD3D1992158A}"/>
                  </a:ext>
                </a:extLst>
              </p:cNvPr>
              <p:cNvSpPr/>
              <p:nvPr/>
            </p:nvSpPr>
            <p:spPr>
              <a:xfrm flipV="1">
                <a:off x="7339680" y="2089440"/>
                <a:ext cx="60120" cy="55080"/>
              </a:xfrm>
              <a:prstGeom prst="line">
                <a:avLst/>
              </a:prstGeom>
              <a:ln>
                <a:solidFill>
                  <a:srgbClr val="B7B7B7"/>
                </a:solidFill>
              </a:ln>
            </p:spPr>
            <p:style>
              <a:lnRef idx="0">
                <a:scrgbClr r="0" g="0" b="0"/>
              </a:lnRef>
              <a:fillRef idx="0">
                <a:scrgbClr r="0" g="0" b="0"/>
              </a:fillRef>
              <a:effectRef idx="0">
                <a:scrgbClr r="0" g="0" b="0"/>
              </a:effectRef>
              <a:fontRef idx="minor"/>
            </p:style>
          </p:sp>
          <p:sp>
            <p:nvSpPr>
              <p:cNvPr id="1109" name="Line 2098">
                <a:extLst>
                  <a:ext uri="{FF2B5EF4-FFF2-40B4-BE49-F238E27FC236}">
                    <a16:creationId xmlns:a16="http://schemas.microsoft.com/office/drawing/2014/main" id="{1C3E9179-5B87-47BE-801D-650D89598AB8}"/>
                  </a:ext>
                </a:extLst>
              </p:cNvPr>
              <p:cNvSpPr/>
              <p:nvPr/>
            </p:nvSpPr>
            <p:spPr>
              <a:xfrm flipV="1">
                <a:off x="7219440" y="2186280"/>
                <a:ext cx="61200" cy="158400"/>
              </a:xfrm>
              <a:prstGeom prst="line">
                <a:avLst/>
              </a:prstGeom>
              <a:ln>
                <a:solidFill>
                  <a:srgbClr val="A7A7A7"/>
                </a:solidFill>
              </a:ln>
            </p:spPr>
            <p:style>
              <a:lnRef idx="0">
                <a:scrgbClr r="0" g="0" b="0"/>
              </a:lnRef>
              <a:fillRef idx="0">
                <a:scrgbClr r="0" g="0" b="0"/>
              </a:fillRef>
              <a:effectRef idx="0">
                <a:scrgbClr r="0" g="0" b="0"/>
              </a:effectRef>
              <a:fontRef idx="minor"/>
            </p:style>
          </p:sp>
          <p:sp>
            <p:nvSpPr>
              <p:cNvPr id="1110" name="Line 2099">
                <a:extLst>
                  <a:ext uri="{FF2B5EF4-FFF2-40B4-BE49-F238E27FC236}">
                    <a16:creationId xmlns:a16="http://schemas.microsoft.com/office/drawing/2014/main" id="{D1B0597F-6AA3-4BEF-9438-77EC1E8DDBAA}"/>
                  </a:ext>
                </a:extLst>
              </p:cNvPr>
              <p:cNvSpPr/>
              <p:nvPr/>
            </p:nvSpPr>
            <p:spPr>
              <a:xfrm flipV="1">
                <a:off x="7280640" y="2144520"/>
                <a:ext cx="59040" cy="41760"/>
              </a:xfrm>
              <a:prstGeom prst="line">
                <a:avLst/>
              </a:prstGeom>
              <a:ln>
                <a:solidFill>
                  <a:srgbClr val="B1B1B1"/>
                </a:solidFill>
              </a:ln>
            </p:spPr>
            <p:style>
              <a:lnRef idx="0">
                <a:scrgbClr r="0" g="0" b="0"/>
              </a:lnRef>
              <a:fillRef idx="0">
                <a:scrgbClr r="0" g="0" b="0"/>
              </a:fillRef>
              <a:effectRef idx="0">
                <a:scrgbClr r="0" g="0" b="0"/>
              </a:effectRef>
              <a:fontRef idx="minor"/>
            </p:style>
          </p:sp>
          <p:sp>
            <p:nvSpPr>
              <p:cNvPr id="1111" name="Line 2100">
                <a:extLst>
                  <a:ext uri="{FF2B5EF4-FFF2-40B4-BE49-F238E27FC236}">
                    <a16:creationId xmlns:a16="http://schemas.microsoft.com/office/drawing/2014/main" id="{E4A16A2F-801D-4D31-B5AB-853B842C35F5}"/>
                  </a:ext>
                </a:extLst>
              </p:cNvPr>
              <p:cNvSpPr/>
              <p:nvPr/>
            </p:nvSpPr>
            <p:spPr>
              <a:xfrm flipV="1">
                <a:off x="7159320" y="2215440"/>
                <a:ext cx="60120" cy="158040"/>
              </a:xfrm>
              <a:prstGeom prst="line">
                <a:avLst/>
              </a:prstGeom>
              <a:ln>
                <a:solidFill>
                  <a:srgbClr val="A3A3A3"/>
                </a:solidFill>
              </a:ln>
            </p:spPr>
            <p:style>
              <a:lnRef idx="0">
                <a:scrgbClr r="0" g="0" b="0"/>
              </a:lnRef>
              <a:fillRef idx="0">
                <a:scrgbClr r="0" g="0" b="0"/>
              </a:fillRef>
              <a:effectRef idx="0">
                <a:scrgbClr r="0" g="0" b="0"/>
              </a:effectRef>
              <a:fontRef idx="minor"/>
            </p:style>
          </p:sp>
          <p:sp>
            <p:nvSpPr>
              <p:cNvPr id="1112" name="Line 2101">
                <a:extLst>
                  <a:ext uri="{FF2B5EF4-FFF2-40B4-BE49-F238E27FC236}">
                    <a16:creationId xmlns:a16="http://schemas.microsoft.com/office/drawing/2014/main" id="{8F8A3377-2152-49A1-A657-97203B7C7BB6}"/>
                  </a:ext>
                </a:extLst>
              </p:cNvPr>
              <p:cNvSpPr/>
              <p:nvPr/>
            </p:nvSpPr>
            <p:spPr>
              <a:xfrm flipV="1">
                <a:off x="7219440" y="2186280"/>
                <a:ext cx="61200" cy="29160"/>
              </a:xfrm>
              <a:prstGeom prst="line">
                <a:avLst/>
              </a:prstGeom>
              <a:ln>
                <a:solidFill>
                  <a:srgbClr val="ACACAC"/>
                </a:solidFill>
              </a:ln>
            </p:spPr>
            <p:style>
              <a:lnRef idx="0">
                <a:scrgbClr r="0" g="0" b="0"/>
              </a:lnRef>
              <a:fillRef idx="0">
                <a:scrgbClr r="0" g="0" b="0"/>
              </a:fillRef>
              <a:effectRef idx="0">
                <a:scrgbClr r="0" g="0" b="0"/>
              </a:effectRef>
              <a:fontRef idx="minor"/>
            </p:style>
          </p:sp>
          <p:sp>
            <p:nvSpPr>
              <p:cNvPr id="1113" name="Line 2102">
                <a:extLst>
                  <a:ext uri="{FF2B5EF4-FFF2-40B4-BE49-F238E27FC236}">
                    <a16:creationId xmlns:a16="http://schemas.microsoft.com/office/drawing/2014/main" id="{58D21FD4-6814-49FF-89CD-56466E2F0975}"/>
                  </a:ext>
                </a:extLst>
              </p:cNvPr>
              <p:cNvSpPr/>
              <p:nvPr/>
            </p:nvSpPr>
            <p:spPr>
              <a:xfrm flipV="1">
                <a:off x="7098480" y="2232360"/>
                <a:ext cx="60840" cy="158400"/>
              </a:xfrm>
              <a:prstGeom prst="line">
                <a:avLst/>
              </a:prstGeom>
              <a:ln>
                <a:solidFill>
                  <a:srgbClr val="A0A0A0"/>
                </a:solidFill>
              </a:ln>
            </p:spPr>
            <p:style>
              <a:lnRef idx="0">
                <a:scrgbClr r="0" g="0" b="0"/>
              </a:lnRef>
              <a:fillRef idx="0">
                <a:scrgbClr r="0" g="0" b="0"/>
              </a:fillRef>
              <a:effectRef idx="0">
                <a:scrgbClr r="0" g="0" b="0"/>
              </a:effectRef>
              <a:fontRef idx="minor"/>
            </p:style>
          </p:sp>
          <p:sp>
            <p:nvSpPr>
              <p:cNvPr id="1114" name="Line 2103">
                <a:extLst>
                  <a:ext uri="{FF2B5EF4-FFF2-40B4-BE49-F238E27FC236}">
                    <a16:creationId xmlns:a16="http://schemas.microsoft.com/office/drawing/2014/main" id="{122D0068-3466-417B-8A66-D3DFF054F17F}"/>
                  </a:ext>
                </a:extLst>
              </p:cNvPr>
              <p:cNvSpPr/>
              <p:nvPr/>
            </p:nvSpPr>
            <p:spPr>
              <a:xfrm flipV="1">
                <a:off x="7159320" y="2215440"/>
                <a:ext cx="60120" cy="16920"/>
              </a:xfrm>
              <a:prstGeom prst="line">
                <a:avLst/>
              </a:prstGeom>
              <a:ln>
                <a:solidFill>
                  <a:srgbClr val="A8A8A8"/>
                </a:solidFill>
              </a:ln>
            </p:spPr>
            <p:style>
              <a:lnRef idx="0">
                <a:scrgbClr r="0" g="0" b="0"/>
              </a:lnRef>
              <a:fillRef idx="0">
                <a:scrgbClr r="0" g="0" b="0"/>
              </a:fillRef>
              <a:effectRef idx="0">
                <a:scrgbClr r="0" g="0" b="0"/>
              </a:effectRef>
              <a:fontRef idx="minor"/>
            </p:style>
          </p:sp>
          <p:sp>
            <p:nvSpPr>
              <p:cNvPr id="1115" name="Line 2104">
                <a:extLst>
                  <a:ext uri="{FF2B5EF4-FFF2-40B4-BE49-F238E27FC236}">
                    <a16:creationId xmlns:a16="http://schemas.microsoft.com/office/drawing/2014/main" id="{5CDDD3FF-90C5-4F1C-AF9A-620E6D22DB24}"/>
                  </a:ext>
                </a:extLst>
              </p:cNvPr>
              <p:cNvSpPr/>
              <p:nvPr/>
            </p:nvSpPr>
            <p:spPr>
              <a:xfrm flipV="1">
                <a:off x="7037280" y="2237400"/>
                <a:ext cx="61200" cy="158400"/>
              </a:xfrm>
              <a:prstGeom prst="line">
                <a:avLst/>
              </a:prstGeom>
              <a:ln>
                <a:solidFill>
                  <a:srgbClr val="9E9E9E"/>
                </a:solidFill>
              </a:ln>
            </p:spPr>
            <p:style>
              <a:lnRef idx="0">
                <a:scrgbClr r="0" g="0" b="0"/>
              </a:lnRef>
              <a:fillRef idx="0">
                <a:scrgbClr r="0" g="0" b="0"/>
              </a:fillRef>
              <a:effectRef idx="0">
                <a:scrgbClr r="0" g="0" b="0"/>
              </a:effectRef>
              <a:fontRef idx="minor"/>
            </p:style>
          </p:sp>
          <p:sp>
            <p:nvSpPr>
              <p:cNvPr id="1116" name="Line 2105">
                <a:extLst>
                  <a:ext uri="{FF2B5EF4-FFF2-40B4-BE49-F238E27FC236}">
                    <a16:creationId xmlns:a16="http://schemas.microsoft.com/office/drawing/2014/main" id="{BCB43F9F-4F8E-4D7F-B97B-99D5EBEA773B}"/>
                  </a:ext>
                </a:extLst>
              </p:cNvPr>
              <p:cNvSpPr/>
              <p:nvPr/>
            </p:nvSpPr>
            <p:spPr>
              <a:xfrm flipV="1">
                <a:off x="7098480" y="2232360"/>
                <a:ext cx="60840" cy="5040"/>
              </a:xfrm>
              <a:prstGeom prst="line">
                <a:avLst/>
              </a:prstGeom>
              <a:ln>
                <a:solidFill>
                  <a:srgbClr val="A6A6A6"/>
                </a:solidFill>
              </a:ln>
            </p:spPr>
            <p:style>
              <a:lnRef idx="0">
                <a:scrgbClr r="0" g="0" b="0"/>
              </a:lnRef>
              <a:fillRef idx="0">
                <a:scrgbClr r="0" g="0" b="0"/>
              </a:fillRef>
              <a:effectRef idx="0">
                <a:scrgbClr r="0" g="0" b="0"/>
              </a:effectRef>
              <a:fontRef idx="minor"/>
            </p:style>
          </p:sp>
          <p:sp>
            <p:nvSpPr>
              <p:cNvPr id="1117" name="Line 2106">
                <a:extLst>
                  <a:ext uri="{FF2B5EF4-FFF2-40B4-BE49-F238E27FC236}">
                    <a16:creationId xmlns:a16="http://schemas.microsoft.com/office/drawing/2014/main" id="{3BB4E8D9-5DAE-47BD-BE51-9E2508793A2F}"/>
                  </a:ext>
                </a:extLst>
              </p:cNvPr>
              <p:cNvSpPr/>
              <p:nvPr/>
            </p:nvSpPr>
            <p:spPr>
              <a:xfrm flipV="1">
                <a:off x="6976440" y="2228400"/>
                <a:ext cx="60840" cy="159120"/>
              </a:xfrm>
              <a:prstGeom prst="line">
                <a:avLst/>
              </a:prstGeom>
              <a:ln>
                <a:solidFill>
                  <a:srgbClr val="9E9E9E"/>
                </a:solidFill>
              </a:ln>
            </p:spPr>
            <p:style>
              <a:lnRef idx="0">
                <a:scrgbClr r="0" g="0" b="0"/>
              </a:lnRef>
              <a:fillRef idx="0">
                <a:scrgbClr r="0" g="0" b="0"/>
              </a:fillRef>
              <a:effectRef idx="0">
                <a:scrgbClr r="0" g="0" b="0"/>
              </a:effectRef>
              <a:fontRef idx="minor"/>
            </p:style>
          </p:sp>
          <p:sp>
            <p:nvSpPr>
              <p:cNvPr id="1118" name="Line 2107">
                <a:extLst>
                  <a:ext uri="{FF2B5EF4-FFF2-40B4-BE49-F238E27FC236}">
                    <a16:creationId xmlns:a16="http://schemas.microsoft.com/office/drawing/2014/main" id="{77C64C39-4171-41FC-98EE-3597B599BC12}"/>
                  </a:ext>
                </a:extLst>
              </p:cNvPr>
              <p:cNvSpPr/>
              <p:nvPr/>
            </p:nvSpPr>
            <p:spPr>
              <a:xfrm>
                <a:off x="7037280" y="2228400"/>
                <a:ext cx="61200" cy="9000"/>
              </a:xfrm>
              <a:prstGeom prst="line">
                <a:avLst/>
              </a:prstGeom>
              <a:ln>
                <a:solidFill>
                  <a:srgbClr val="A5A5A5"/>
                </a:solidFill>
              </a:ln>
            </p:spPr>
            <p:style>
              <a:lnRef idx="0">
                <a:scrgbClr r="0" g="0" b="0"/>
              </a:lnRef>
              <a:fillRef idx="0">
                <a:scrgbClr r="0" g="0" b="0"/>
              </a:fillRef>
              <a:effectRef idx="0">
                <a:scrgbClr r="0" g="0" b="0"/>
              </a:effectRef>
              <a:fontRef idx="minor"/>
            </p:style>
          </p:sp>
          <p:sp>
            <p:nvSpPr>
              <p:cNvPr id="1119" name="Line 2108">
                <a:extLst>
                  <a:ext uri="{FF2B5EF4-FFF2-40B4-BE49-F238E27FC236}">
                    <a16:creationId xmlns:a16="http://schemas.microsoft.com/office/drawing/2014/main" id="{B084464F-C724-46EF-BBB6-6FADA2FFFA0E}"/>
                  </a:ext>
                </a:extLst>
              </p:cNvPr>
              <p:cNvSpPr/>
              <p:nvPr/>
            </p:nvSpPr>
            <p:spPr>
              <a:xfrm flipV="1">
                <a:off x="6918480" y="2207520"/>
                <a:ext cx="57960" cy="160200"/>
              </a:xfrm>
              <a:prstGeom prst="line">
                <a:avLst/>
              </a:prstGeom>
              <a:ln>
                <a:solidFill>
                  <a:srgbClr val="9E9E9E"/>
                </a:solidFill>
              </a:ln>
            </p:spPr>
            <p:style>
              <a:lnRef idx="0">
                <a:scrgbClr r="0" g="0" b="0"/>
              </a:lnRef>
              <a:fillRef idx="0">
                <a:scrgbClr r="0" g="0" b="0"/>
              </a:fillRef>
              <a:effectRef idx="0">
                <a:scrgbClr r="0" g="0" b="0"/>
              </a:effectRef>
              <a:fontRef idx="minor"/>
            </p:style>
          </p:sp>
          <p:sp>
            <p:nvSpPr>
              <p:cNvPr id="1120" name="Line 2109">
                <a:extLst>
                  <a:ext uri="{FF2B5EF4-FFF2-40B4-BE49-F238E27FC236}">
                    <a16:creationId xmlns:a16="http://schemas.microsoft.com/office/drawing/2014/main" id="{7CCC263A-D54D-4216-89C6-8E399AF58393}"/>
                  </a:ext>
                </a:extLst>
              </p:cNvPr>
              <p:cNvSpPr/>
              <p:nvPr/>
            </p:nvSpPr>
            <p:spPr>
              <a:xfrm>
                <a:off x="6976440" y="2207520"/>
                <a:ext cx="60840" cy="20880"/>
              </a:xfrm>
              <a:prstGeom prst="line">
                <a:avLst/>
              </a:prstGeom>
              <a:ln>
                <a:solidFill>
                  <a:srgbClr val="A5A5A5"/>
                </a:solidFill>
              </a:ln>
            </p:spPr>
            <p:style>
              <a:lnRef idx="0">
                <a:scrgbClr r="0" g="0" b="0"/>
              </a:lnRef>
              <a:fillRef idx="0">
                <a:scrgbClr r="0" g="0" b="0"/>
              </a:fillRef>
              <a:effectRef idx="0">
                <a:scrgbClr r="0" g="0" b="0"/>
              </a:effectRef>
              <a:fontRef idx="minor"/>
            </p:style>
          </p:sp>
          <p:sp>
            <p:nvSpPr>
              <p:cNvPr id="1121" name="Line 2110">
                <a:extLst>
                  <a:ext uri="{FF2B5EF4-FFF2-40B4-BE49-F238E27FC236}">
                    <a16:creationId xmlns:a16="http://schemas.microsoft.com/office/drawing/2014/main" id="{D5735D87-1221-4A98-9A8D-F5B233E42083}"/>
                  </a:ext>
                </a:extLst>
              </p:cNvPr>
              <p:cNvSpPr/>
              <p:nvPr/>
            </p:nvSpPr>
            <p:spPr>
              <a:xfrm flipV="1">
                <a:off x="6857280" y="2174400"/>
                <a:ext cx="61200" cy="160200"/>
              </a:xfrm>
              <a:prstGeom prst="line">
                <a:avLst/>
              </a:prstGeom>
              <a:ln>
                <a:solidFill>
                  <a:srgbClr val="A0A0A0"/>
                </a:solidFill>
              </a:ln>
            </p:spPr>
            <p:style>
              <a:lnRef idx="0">
                <a:scrgbClr r="0" g="0" b="0"/>
              </a:lnRef>
              <a:fillRef idx="0">
                <a:scrgbClr r="0" g="0" b="0"/>
              </a:fillRef>
              <a:effectRef idx="0">
                <a:scrgbClr r="0" g="0" b="0"/>
              </a:effectRef>
              <a:fontRef idx="minor"/>
            </p:style>
          </p:sp>
          <p:sp>
            <p:nvSpPr>
              <p:cNvPr id="1122" name="Line 2111">
                <a:extLst>
                  <a:ext uri="{FF2B5EF4-FFF2-40B4-BE49-F238E27FC236}">
                    <a16:creationId xmlns:a16="http://schemas.microsoft.com/office/drawing/2014/main" id="{6A28A5D5-787A-456E-BBE6-84851723790F}"/>
                  </a:ext>
                </a:extLst>
              </p:cNvPr>
              <p:cNvSpPr/>
              <p:nvPr/>
            </p:nvSpPr>
            <p:spPr>
              <a:xfrm>
                <a:off x="6918480" y="2174400"/>
                <a:ext cx="57960" cy="33120"/>
              </a:xfrm>
              <a:prstGeom prst="line">
                <a:avLst/>
              </a:prstGeom>
              <a:ln>
                <a:solidFill>
                  <a:srgbClr val="A6A6A6"/>
                </a:solidFill>
              </a:ln>
            </p:spPr>
            <p:style>
              <a:lnRef idx="0">
                <a:scrgbClr r="0" g="0" b="0"/>
              </a:lnRef>
              <a:fillRef idx="0">
                <a:scrgbClr r="0" g="0" b="0"/>
              </a:fillRef>
              <a:effectRef idx="0">
                <a:scrgbClr r="0" g="0" b="0"/>
              </a:effectRef>
              <a:fontRef idx="minor"/>
            </p:style>
          </p:sp>
          <p:sp>
            <p:nvSpPr>
              <p:cNvPr id="1123" name="Line 2112">
                <a:extLst>
                  <a:ext uri="{FF2B5EF4-FFF2-40B4-BE49-F238E27FC236}">
                    <a16:creationId xmlns:a16="http://schemas.microsoft.com/office/drawing/2014/main" id="{3F4E7734-83F1-4573-BF14-015A73129E87}"/>
                  </a:ext>
                </a:extLst>
              </p:cNvPr>
              <p:cNvSpPr/>
              <p:nvPr/>
            </p:nvSpPr>
            <p:spPr>
              <a:xfrm flipV="1">
                <a:off x="6796080" y="2130480"/>
                <a:ext cx="61200" cy="158040"/>
              </a:xfrm>
              <a:prstGeom prst="line">
                <a:avLst/>
              </a:prstGeom>
              <a:ln>
                <a:solidFill>
                  <a:srgbClr val="A3A3A3"/>
                </a:solidFill>
              </a:ln>
            </p:spPr>
            <p:style>
              <a:lnRef idx="0">
                <a:scrgbClr r="0" g="0" b="0"/>
              </a:lnRef>
              <a:fillRef idx="0">
                <a:scrgbClr r="0" g="0" b="0"/>
              </a:fillRef>
              <a:effectRef idx="0">
                <a:scrgbClr r="0" g="0" b="0"/>
              </a:effectRef>
              <a:fontRef idx="minor"/>
            </p:style>
          </p:sp>
          <p:sp>
            <p:nvSpPr>
              <p:cNvPr id="1124" name="Line 2113">
                <a:extLst>
                  <a:ext uri="{FF2B5EF4-FFF2-40B4-BE49-F238E27FC236}">
                    <a16:creationId xmlns:a16="http://schemas.microsoft.com/office/drawing/2014/main" id="{BD466C6F-CE08-44FB-A8AE-0BA744AE009B}"/>
                  </a:ext>
                </a:extLst>
              </p:cNvPr>
              <p:cNvSpPr/>
              <p:nvPr/>
            </p:nvSpPr>
            <p:spPr>
              <a:xfrm>
                <a:off x="6857280" y="2130480"/>
                <a:ext cx="61200" cy="43920"/>
              </a:xfrm>
              <a:prstGeom prst="line">
                <a:avLst/>
              </a:prstGeom>
              <a:ln>
                <a:solidFill>
                  <a:srgbClr val="A8A8A8"/>
                </a:solidFill>
              </a:ln>
            </p:spPr>
            <p:style>
              <a:lnRef idx="0">
                <a:scrgbClr r="0" g="0" b="0"/>
              </a:lnRef>
              <a:fillRef idx="0">
                <a:scrgbClr r="0" g="0" b="0"/>
              </a:fillRef>
              <a:effectRef idx="0">
                <a:scrgbClr r="0" g="0" b="0"/>
              </a:effectRef>
              <a:fontRef idx="minor"/>
            </p:style>
          </p:sp>
          <p:sp>
            <p:nvSpPr>
              <p:cNvPr id="1125" name="Line 2114">
                <a:extLst>
                  <a:ext uri="{FF2B5EF4-FFF2-40B4-BE49-F238E27FC236}">
                    <a16:creationId xmlns:a16="http://schemas.microsoft.com/office/drawing/2014/main" id="{3E108EE9-BA4C-446E-A643-F028F360885A}"/>
                  </a:ext>
                </a:extLst>
              </p:cNvPr>
              <p:cNvSpPr/>
              <p:nvPr/>
            </p:nvSpPr>
            <p:spPr>
              <a:xfrm flipV="1">
                <a:off x="6736320" y="2071440"/>
                <a:ext cx="59760" cy="158040"/>
              </a:xfrm>
              <a:prstGeom prst="line">
                <a:avLst/>
              </a:prstGeom>
              <a:ln>
                <a:solidFill>
                  <a:srgbClr val="A7A7A7"/>
                </a:solidFill>
              </a:ln>
            </p:spPr>
            <p:style>
              <a:lnRef idx="0">
                <a:scrgbClr r="0" g="0" b="0"/>
              </a:lnRef>
              <a:fillRef idx="0">
                <a:scrgbClr r="0" g="0" b="0"/>
              </a:fillRef>
              <a:effectRef idx="0">
                <a:scrgbClr r="0" g="0" b="0"/>
              </a:effectRef>
              <a:fontRef idx="minor"/>
            </p:style>
          </p:sp>
          <p:sp>
            <p:nvSpPr>
              <p:cNvPr id="1126" name="Line 2115">
                <a:extLst>
                  <a:ext uri="{FF2B5EF4-FFF2-40B4-BE49-F238E27FC236}">
                    <a16:creationId xmlns:a16="http://schemas.microsoft.com/office/drawing/2014/main" id="{618C6C6C-CAC8-4238-AEF6-9186159F4E6D}"/>
                  </a:ext>
                </a:extLst>
              </p:cNvPr>
              <p:cNvSpPr/>
              <p:nvPr/>
            </p:nvSpPr>
            <p:spPr>
              <a:xfrm>
                <a:off x="6796080" y="2071440"/>
                <a:ext cx="61200" cy="59040"/>
              </a:xfrm>
              <a:prstGeom prst="line">
                <a:avLst/>
              </a:prstGeom>
              <a:ln>
                <a:solidFill>
                  <a:srgbClr val="ACACAC"/>
                </a:solidFill>
              </a:ln>
            </p:spPr>
            <p:style>
              <a:lnRef idx="0">
                <a:scrgbClr r="0" g="0" b="0"/>
              </a:lnRef>
              <a:fillRef idx="0">
                <a:scrgbClr r="0" g="0" b="0"/>
              </a:fillRef>
              <a:effectRef idx="0">
                <a:scrgbClr r="0" g="0" b="0"/>
              </a:effectRef>
              <a:fontRef idx="minor"/>
            </p:style>
          </p:sp>
          <p:sp>
            <p:nvSpPr>
              <p:cNvPr id="1127" name="Line 2116">
                <a:extLst>
                  <a:ext uri="{FF2B5EF4-FFF2-40B4-BE49-F238E27FC236}">
                    <a16:creationId xmlns:a16="http://schemas.microsoft.com/office/drawing/2014/main" id="{475DD3C7-A303-4FB0-8FB1-CD05C761003C}"/>
                  </a:ext>
                </a:extLst>
              </p:cNvPr>
              <p:cNvSpPr/>
              <p:nvPr/>
            </p:nvSpPr>
            <p:spPr>
              <a:xfrm flipV="1">
                <a:off x="6675120" y="2001240"/>
                <a:ext cx="61200" cy="158040"/>
              </a:xfrm>
              <a:prstGeom prst="line">
                <a:avLst/>
              </a:prstGeom>
              <a:ln>
                <a:solidFill>
                  <a:srgbClr val="ADADAD"/>
                </a:solidFill>
              </a:ln>
            </p:spPr>
            <p:style>
              <a:lnRef idx="0">
                <a:scrgbClr r="0" g="0" b="0"/>
              </a:lnRef>
              <a:fillRef idx="0">
                <a:scrgbClr r="0" g="0" b="0"/>
              </a:fillRef>
              <a:effectRef idx="0">
                <a:scrgbClr r="0" g="0" b="0"/>
              </a:effectRef>
              <a:fontRef idx="minor"/>
            </p:style>
          </p:sp>
          <p:sp>
            <p:nvSpPr>
              <p:cNvPr id="1128" name="Line 2117">
                <a:extLst>
                  <a:ext uri="{FF2B5EF4-FFF2-40B4-BE49-F238E27FC236}">
                    <a16:creationId xmlns:a16="http://schemas.microsoft.com/office/drawing/2014/main" id="{5DBB6CE4-D6C1-452C-A7AB-551787CD9D08}"/>
                  </a:ext>
                </a:extLst>
              </p:cNvPr>
              <p:cNvSpPr/>
              <p:nvPr/>
            </p:nvSpPr>
            <p:spPr>
              <a:xfrm>
                <a:off x="6736320" y="2001240"/>
                <a:ext cx="59760" cy="70200"/>
              </a:xfrm>
              <a:prstGeom prst="line">
                <a:avLst/>
              </a:prstGeom>
              <a:ln>
                <a:solidFill>
                  <a:srgbClr val="B1B1B1"/>
                </a:solidFill>
              </a:ln>
            </p:spPr>
            <p:style>
              <a:lnRef idx="0">
                <a:scrgbClr r="0" g="0" b="0"/>
              </a:lnRef>
              <a:fillRef idx="0">
                <a:scrgbClr r="0" g="0" b="0"/>
              </a:fillRef>
              <a:effectRef idx="0">
                <a:scrgbClr r="0" g="0" b="0"/>
              </a:effectRef>
              <a:fontRef idx="minor"/>
            </p:style>
          </p:sp>
          <p:sp>
            <p:nvSpPr>
              <p:cNvPr id="1129" name="Line 2118">
                <a:extLst>
                  <a:ext uri="{FF2B5EF4-FFF2-40B4-BE49-F238E27FC236}">
                    <a16:creationId xmlns:a16="http://schemas.microsoft.com/office/drawing/2014/main" id="{DC1A6C3F-D08C-4F2D-858F-78FF5F34DE5E}"/>
                  </a:ext>
                </a:extLst>
              </p:cNvPr>
              <p:cNvSpPr/>
              <p:nvPr/>
            </p:nvSpPr>
            <p:spPr>
              <a:xfrm flipV="1">
                <a:off x="6614280" y="1917000"/>
                <a:ext cx="60840" cy="159480"/>
              </a:xfrm>
              <a:prstGeom prst="line">
                <a:avLst/>
              </a:prstGeom>
              <a:ln>
                <a:solidFill>
                  <a:srgbClr val="B3B3B3"/>
                </a:solidFill>
              </a:ln>
            </p:spPr>
            <p:style>
              <a:lnRef idx="0">
                <a:scrgbClr r="0" g="0" b="0"/>
              </a:lnRef>
              <a:fillRef idx="0">
                <a:scrgbClr r="0" g="0" b="0"/>
              </a:fillRef>
              <a:effectRef idx="0">
                <a:scrgbClr r="0" g="0" b="0"/>
              </a:effectRef>
              <a:fontRef idx="minor"/>
            </p:style>
          </p:sp>
          <p:sp>
            <p:nvSpPr>
              <p:cNvPr id="1130" name="Line 2119">
                <a:extLst>
                  <a:ext uri="{FF2B5EF4-FFF2-40B4-BE49-F238E27FC236}">
                    <a16:creationId xmlns:a16="http://schemas.microsoft.com/office/drawing/2014/main" id="{DD77238B-6EB4-46AF-B6CD-18A5BB895423}"/>
                  </a:ext>
                </a:extLst>
              </p:cNvPr>
              <p:cNvSpPr/>
              <p:nvPr/>
            </p:nvSpPr>
            <p:spPr>
              <a:xfrm>
                <a:off x="6675120" y="1917000"/>
                <a:ext cx="61200" cy="84240"/>
              </a:xfrm>
              <a:prstGeom prst="line">
                <a:avLst/>
              </a:prstGeom>
              <a:ln>
                <a:solidFill>
                  <a:srgbClr val="B7B7B7"/>
                </a:solidFill>
              </a:ln>
            </p:spPr>
            <p:style>
              <a:lnRef idx="0">
                <a:scrgbClr r="0" g="0" b="0"/>
              </a:lnRef>
              <a:fillRef idx="0">
                <a:scrgbClr r="0" g="0" b="0"/>
              </a:fillRef>
              <a:effectRef idx="0">
                <a:scrgbClr r="0" g="0" b="0"/>
              </a:effectRef>
              <a:fontRef idx="minor"/>
            </p:style>
          </p:sp>
          <p:sp>
            <p:nvSpPr>
              <p:cNvPr id="1131" name="Line 2120">
                <a:extLst>
                  <a:ext uri="{FF2B5EF4-FFF2-40B4-BE49-F238E27FC236}">
                    <a16:creationId xmlns:a16="http://schemas.microsoft.com/office/drawing/2014/main" id="{F986CD15-64B1-4985-91FC-56BBDF3E0749}"/>
                  </a:ext>
                </a:extLst>
              </p:cNvPr>
              <p:cNvSpPr/>
              <p:nvPr/>
            </p:nvSpPr>
            <p:spPr>
              <a:xfrm flipV="1">
                <a:off x="6555240" y="1821240"/>
                <a:ext cx="59040" cy="159120"/>
              </a:xfrm>
              <a:prstGeom prst="line">
                <a:avLst/>
              </a:prstGeom>
              <a:ln>
                <a:solidFill>
                  <a:srgbClr val="BBBBBB"/>
                </a:solidFill>
              </a:ln>
            </p:spPr>
            <p:style>
              <a:lnRef idx="0">
                <a:scrgbClr r="0" g="0" b="0"/>
              </a:lnRef>
              <a:fillRef idx="0">
                <a:scrgbClr r="0" g="0" b="0"/>
              </a:fillRef>
              <a:effectRef idx="0">
                <a:scrgbClr r="0" g="0" b="0"/>
              </a:effectRef>
              <a:fontRef idx="minor"/>
            </p:style>
          </p:sp>
          <p:sp>
            <p:nvSpPr>
              <p:cNvPr id="1132" name="Line 2121">
                <a:extLst>
                  <a:ext uri="{FF2B5EF4-FFF2-40B4-BE49-F238E27FC236}">
                    <a16:creationId xmlns:a16="http://schemas.microsoft.com/office/drawing/2014/main" id="{E4F48C9A-02E7-4047-AE57-75759BA94D41}"/>
                  </a:ext>
                </a:extLst>
              </p:cNvPr>
              <p:cNvSpPr/>
              <p:nvPr/>
            </p:nvSpPr>
            <p:spPr>
              <a:xfrm>
                <a:off x="6614280" y="1821240"/>
                <a:ext cx="60840" cy="95760"/>
              </a:xfrm>
              <a:prstGeom prst="line">
                <a:avLst/>
              </a:prstGeom>
              <a:ln>
                <a:solidFill>
                  <a:srgbClr val="BEBEBE"/>
                </a:solidFill>
              </a:ln>
            </p:spPr>
            <p:style>
              <a:lnRef idx="0">
                <a:scrgbClr r="0" g="0" b="0"/>
              </a:lnRef>
              <a:fillRef idx="0">
                <a:scrgbClr r="0" g="0" b="0"/>
              </a:fillRef>
              <a:effectRef idx="0">
                <a:scrgbClr r="0" g="0" b="0"/>
              </a:effectRef>
              <a:fontRef idx="minor"/>
            </p:style>
          </p:sp>
          <p:sp>
            <p:nvSpPr>
              <p:cNvPr id="1133" name="Line 2122">
                <a:extLst>
                  <a:ext uri="{FF2B5EF4-FFF2-40B4-BE49-F238E27FC236}">
                    <a16:creationId xmlns:a16="http://schemas.microsoft.com/office/drawing/2014/main" id="{8875087C-CB01-4DD3-849C-BBB67C8A1DBF}"/>
                  </a:ext>
                </a:extLst>
              </p:cNvPr>
              <p:cNvSpPr/>
              <p:nvPr/>
            </p:nvSpPr>
            <p:spPr>
              <a:xfrm flipV="1">
                <a:off x="6495120" y="1711800"/>
                <a:ext cx="60120" cy="160200"/>
              </a:xfrm>
              <a:prstGeom prst="line">
                <a:avLst/>
              </a:prstGeom>
              <a:ln>
                <a:solidFill>
                  <a:srgbClr val="C4C4C4"/>
                </a:solidFill>
              </a:ln>
            </p:spPr>
            <p:style>
              <a:lnRef idx="0">
                <a:scrgbClr r="0" g="0" b="0"/>
              </a:lnRef>
              <a:fillRef idx="0">
                <a:scrgbClr r="0" g="0" b="0"/>
              </a:fillRef>
              <a:effectRef idx="0">
                <a:scrgbClr r="0" g="0" b="0"/>
              </a:effectRef>
              <a:fontRef idx="minor"/>
            </p:style>
          </p:sp>
          <p:sp>
            <p:nvSpPr>
              <p:cNvPr id="1134" name="Line 2123">
                <a:extLst>
                  <a:ext uri="{FF2B5EF4-FFF2-40B4-BE49-F238E27FC236}">
                    <a16:creationId xmlns:a16="http://schemas.microsoft.com/office/drawing/2014/main" id="{9EAD9F20-303B-4ABC-89EC-69C4DDE64D50}"/>
                  </a:ext>
                </a:extLst>
              </p:cNvPr>
              <p:cNvSpPr/>
              <p:nvPr/>
            </p:nvSpPr>
            <p:spPr>
              <a:xfrm>
                <a:off x="6555240" y="1711800"/>
                <a:ext cx="59040" cy="109440"/>
              </a:xfrm>
              <a:prstGeom prst="line">
                <a:avLst/>
              </a:prstGeom>
              <a:ln>
                <a:solidFill>
                  <a:srgbClr val="C6C6C6"/>
                </a:solidFill>
              </a:ln>
            </p:spPr>
            <p:style>
              <a:lnRef idx="0">
                <a:scrgbClr r="0" g="0" b="0"/>
              </a:lnRef>
              <a:fillRef idx="0">
                <a:scrgbClr r="0" g="0" b="0"/>
              </a:fillRef>
              <a:effectRef idx="0">
                <a:scrgbClr r="0" g="0" b="0"/>
              </a:effectRef>
              <a:fontRef idx="minor"/>
            </p:style>
          </p:sp>
          <p:sp>
            <p:nvSpPr>
              <p:cNvPr id="1135" name="Line 2124">
                <a:extLst>
                  <a:ext uri="{FF2B5EF4-FFF2-40B4-BE49-F238E27FC236}">
                    <a16:creationId xmlns:a16="http://schemas.microsoft.com/office/drawing/2014/main" id="{4C658246-9DEF-4B30-9BBF-84A21243042C}"/>
                  </a:ext>
                </a:extLst>
              </p:cNvPr>
              <p:cNvSpPr/>
              <p:nvPr/>
            </p:nvSpPr>
            <p:spPr>
              <a:xfrm flipV="1">
                <a:off x="6433920" y="1593000"/>
                <a:ext cx="61200" cy="158040"/>
              </a:xfrm>
              <a:prstGeom prst="line">
                <a:avLst/>
              </a:prstGeom>
              <a:ln>
                <a:solidFill>
                  <a:srgbClr val="CECECE"/>
                </a:solidFill>
              </a:ln>
            </p:spPr>
            <p:style>
              <a:lnRef idx="0">
                <a:scrgbClr r="0" g="0" b="0"/>
              </a:lnRef>
              <a:fillRef idx="0">
                <a:scrgbClr r="0" g="0" b="0"/>
              </a:fillRef>
              <a:effectRef idx="0">
                <a:scrgbClr r="0" g="0" b="0"/>
              </a:effectRef>
              <a:fontRef idx="minor"/>
            </p:style>
          </p:sp>
          <p:sp>
            <p:nvSpPr>
              <p:cNvPr id="1136" name="Line 2125">
                <a:extLst>
                  <a:ext uri="{FF2B5EF4-FFF2-40B4-BE49-F238E27FC236}">
                    <a16:creationId xmlns:a16="http://schemas.microsoft.com/office/drawing/2014/main" id="{E6D5C0B4-D8F8-4E69-8415-F12D868692DA}"/>
                  </a:ext>
                </a:extLst>
              </p:cNvPr>
              <p:cNvSpPr/>
              <p:nvPr/>
            </p:nvSpPr>
            <p:spPr>
              <a:xfrm>
                <a:off x="6495120" y="1593000"/>
                <a:ext cx="60120" cy="118800"/>
              </a:xfrm>
              <a:prstGeom prst="line">
                <a:avLst/>
              </a:prstGeom>
              <a:ln>
                <a:solidFill>
                  <a:srgbClr val="D0D0D0"/>
                </a:solidFill>
              </a:ln>
            </p:spPr>
            <p:style>
              <a:lnRef idx="0">
                <a:scrgbClr r="0" g="0" b="0"/>
              </a:lnRef>
              <a:fillRef idx="0">
                <a:scrgbClr r="0" g="0" b="0"/>
              </a:fillRef>
              <a:effectRef idx="0">
                <a:scrgbClr r="0" g="0" b="0"/>
              </a:effectRef>
              <a:fontRef idx="minor"/>
            </p:style>
          </p:sp>
          <p:sp>
            <p:nvSpPr>
              <p:cNvPr id="1137" name="Line 2126">
                <a:extLst>
                  <a:ext uri="{FF2B5EF4-FFF2-40B4-BE49-F238E27FC236}">
                    <a16:creationId xmlns:a16="http://schemas.microsoft.com/office/drawing/2014/main" id="{E5D49666-9B13-4616-83CA-3CE8D622E0F8}"/>
                  </a:ext>
                </a:extLst>
              </p:cNvPr>
              <p:cNvSpPr/>
              <p:nvPr/>
            </p:nvSpPr>
            <p:spPr>
              <a:xfrm flipV="1">
                <a:off x="6373080" y="1458720"/>
                <a:ext cx="60840" cy="158040"/>
              </a:xfrm>
              <a:prstGeom prst="line">
                <a:avLst/>
              </a:prstGeom>
              <a:ln>
                <a:solidFill>
                  <a:srgbClr val="DADADA"/>
                </a:solidFill>
              </a:ln>
            </p:spPr>
            <p:style>
              <a:lnRef idx="0">
                <a:scrgbClr r="0" g="0" b="0"/>
              </a:lnRef>
              <a:fillRef idx="0">
                <a:scrgbClr r="0" g="0" b="0"/>
              </a:fillRef>
              <a:effectRef idx="0">
                <a:scrgbClr r="0" g="0" b="0"/>
              </a:effectRef>
              <a:fontRef idx="minor"/>
            </p:style>
          </p:sp>
          <p:sp>
            <p:nvSpPr>
              <p:cNvPr id="1138" name="Line 2127">
                <a:extLst>
                  <a:ext uri="{FF2B5EF4-FFF2-40B4-BE49-F238E27FC236}">
                    <a16:creationId xmlns:a16="http://schemas.microsoft.com/office/drawing/2014/main" id="{D975039D-CB07-4280-8CA4-80A4A9829B99}"/>
                  </a:ext>
                </a:extLst>
              </p:cNvPr>
              <p:cNvSpPr/>
              <p:nvPr/>
            </p:nvSpPr>
            <p:spPr>
              <a:xfrm>
                <a:off x="6433920" y="1458720"/>
                <a:ext cx="61200" cy="134280"/>
              </a:xfrm>
              <a:prstGeom prst="line">
                <a:avLst/>
              </a:prstGeom>
              <a:ln>
                <a:solidFill>
                  <a:srgbClr val="DBDBDB"/>
                </a:solidFill>
              </a:ln>
            </p:spPr>
            <p:style>
              <a:lnRef idx="0">
                <a:scrgbClr r="0" g="0" b="0"/>
              </a:lnRef>
              <a:fillRef idx="0">
                <a:scrgbClr r="0" g="0" b="0"/>
              </a:fillRef>
              <a:effectRef idx="0">
                <a:scrgbClr r="0" g="0" b="0"/>
              </a:effectRef>
              <a:fontRef idx="minor"/>
            </p:style>
          </p:sp>
          <p:sp>
            <p:nvSpPr>
              <p:cNvPr id="1139" name="Line 2128">
                <a:extLst>
                  <a:ext uri="{FF2B5EF4-FFF2-40B4-BE49-F238E27FC236}">
                    <a16:creationId xmlns:a16="http://schemas.microsoft.com/office/drawing/2014/main" id="{46688E8D-B52D-4483-AF88-C02E95D32D34}"/>
                  </a:ext>
                </a:extLst>
              </p:cNvPr>
              <p:cNvSpPr/>
              <p:nvPr/>
            </p:nvSpPr>
            <p:spPr>
              <a:xfrm flipV="1">
                <a:off x="6312960" y="1312560"/>
                <a:ext cx="60120" cy="158040"/>
              </a:xfrm>
              <a:prstGeom prst="line">
                <a:avLst/>
              </a:prstGeom>
              <a:ln>
                <a:solidFill>
                  <a:srgbClr val="E6E6E6"/>
                </a:solidFill>
              </a:ln>
            </p:spPr>
            <p:style>
              <a:lnRef idx="0">
                <a:scrgbClr r="0" g="0" b="0"/>
              </a:lnRef>
              <a:fillRef idx="0">
                <a:scrgbClr r="0" g="0" b="0"/>
              </a:fillRef>
              <a:effectRef idx="0">
                <a:scrgbClr r="0" g="0" b="0"/>
              </a:effectRef>
              <a:fontRef idx="minor"/>
            </p:style>
          </p:sp>
          <p:sp>
            <p:nvSpPr>
              <p:cNvPr id="1140" name="Line 2129">
                <a:extLst>
                  <a:ext uri="{FF2B5EF4-FFF2-40B4-BE49-F238E27FC236}">
                    <a16:creationId xmlns:a16="http://schemas.microsoft.com/office/drawing/2014/main" id="{BB9E0FFD-29F8-47E5-848A-70676F6E894C}"/>
                  </a:ext>
                </a:extLst>
              </p:cNvPr>
              <p:cNvSpPr/>
              <p:nvPr/>
            </p:nvSpPr>
            <p:spPr>
              <a:xfrm>
                <a:off x="6373080" y="1312560"/>
                <a:ext cx="60840" cy="146160"/>
              </a:xfrm>
              <a:prstGeom prst="line">
                <a:avLst/>
              </a:prstGeom>
              <a:ln>
                <a:solidFill>
                  <a:srgbClr val="E7E7E7"/>
                </a:solidFill>
              </a:ln>
            </p:spPr>
            <p:style>
              <a:lnRef idx="0">
                <a:scrgbClr r="0" g="0" b="0"/>
              </a:lnRef>
              <a:fillRef idx="0">
                <a:scrgbClr r="0" g="0" b="0"/>
              </a:fillRef>
              <a:effectRef idx="0">
                <a:scrgbClr r="0" g="0" b="0"/>
              </a:effectRef>
              <a:fontRef idx="minor"/>
            </p:style>
          </p:sp>
          <p:sp>
            <p:nvSpPr>
              <p:cNvPr id="1141" name="Line 2130">
                <a:extLst>
                  <a:ext uri="{FF2B5EF4-FFF2-40B4-BE49-F238E27FC236}">
                    <a16:creationId xmlns:a16="http://schemas.microsoft.com/office/drawing/2014/main" id="{50F62357-3D82-4777-96EC-FB66A5BC895D}"/>
                  </a:ext>
                </a:extLst>
              </p:cNvPr>
              <p:cNvSpPr/>
              <p:nvPr/>
            </p:nvSpPr>
            <p:spPr>
              <a:xfrm flipV="1">
                <a:off x="6251760" y="1154520"/>
                <a:ext cx="61200" cy="158040"/>
              </a:xfrm>
              <a:prstGeom prst="line">
                <a:avLst/>
              </a:prstGeom>
              <a:ln>
                <a:solidFill>
                  <a:srgbClr val="F4F4F4"/>
                </a:solidFill>
              </a:ln>
            </p:spPr>
            <p:style>
              <a:lnRef idx="0">
                <a:scrgbClr r="0" g="0" b="0"/>
              </a:lnRef>
              <a:fillRef idx="0">
                <a:scrgbClr r="0" g="0" b="0"/>
              </a:fillRef>
              <a:effectRef idx="0">
                <a:scrgbClr r="0" g="0" b="0"/>
              </a:effectRef>
              <a:fontRef idx="minor"/>
            </p:style>
          </p:sp>
          <p:sp>
            <p:nvSpPr>
              <p:cNvPr id="1142" name="Line 2131">
                <a:extLst>
                  <a:ext uri="{FF2B5EF4-FFF2-40B4-BE49-F238E27FC236}">
                    <a16:creationId xmlns:a16="http://schemas.microsoft.com/office/drawing/2014/main" id="{223D6E05-0837-4CD3-A915-760F9E77760B}"/>
                  </a:ext>
                </a:extLst>
              </p:cNvPr>
              <p:cNvSpPr/>
              <p:nvPr/>
            </p:nvSpPr>
            <p:spPr>
              <a:xfrm>
                <a:off x="6312960" y="1154520"/>
                <a:ext cx="60120" cy="158040"/>
              </a:xfrm>
              <a:prstGeom prst="line">
                <a:avLst/>
              </a:prstGeom>
              <a:ln>
                <a:solidFill>
                  <a:srgbClr val="F4F4F4"/>
                </a:solidFill>
              </a:ln>
            </p:spPr>
            <p:style>
              <a:lnRef idx="0">
                <a:scrgbClr r="0" g="0" b="0"/>
              </a:lnRef>
              <a:fillRef idx="0">
                <a:scrgbClr r="0" g="0" b="0"/>
              </a:fillRef>
              <a:effectRef idx="0">
                <a:scrgbClr r="0" g="0" b="0"/>
              </a:effectRef>
              <a:fontRef idx="minor"/>
            </p:style>
          </p:sp>
        </p:grpSp>
        <p:sp>
          <p:nvSpPr>
            <p:cNvPr id="933" name="Line 2132">
              <a:extLst>
                <a:ext uri="{FF2B5EF4-FFF2-40B4-BE49-F238E27FC236}">
                  <a16:creationId xmlns:a16="http://schemas.microsoft.com/office/drawing/2014/main" id="{FFB528EF-4195-46E2-BE3D-3E539197F4AF}"/>
                </a:ext>
              </a:extLst>
            </p:cNvPr>
            <p:cNvSpPr/>
            <p:nvPr/>
          </p:nvSpPr>
          <p:spPr>
            <a:xfrm flipV="1">
              <a:off x="6370920" y="3316680"/>
              <a:ext cx="1441080" cy="720720"/>
            </a:xfrm>
            <a:prstGeom prst="line">
              <a:avLst/>
            </a:prstGeom>
            <a:ln w="9360">
              <a:solidFill>
                <a:srgbClr val="000000"/>
              </a:solidFill>
              <a:round/>
              <a:tailEnd type="triangle" w="med" len="med"/>
            </a:ln>
          </p:spPr>
          <p:style>
            <a:lnRef idx="0">
              <a:scrgbClr r="0" g="0" b="0"/>
            </a:lnRef>
            <a:fillRef idx="0">
              <a:scrgbClr r="0" g="0" b="0"/>
            </a:fillRef>
            <a:effectRef idx="0">
              <a:scrgbClr r="0" g="0" b="0"/>
            </a:effectRef>
            <a:fontRef idx="minor"/>
          </p:style>
        </p:sp>
        <p:sp>
          <p:nvSpPr>
            <p:cNvPr id="934" name="Line 2133">
              <a:extLst>
                <a:ext uri="{FF2B5EF4-FFF2-40B4-BE49-F238E27FC236}">
                  <a16:creationId xmlns:a16="http://schemas.microsoft.com/office/drawing/2014/main" id="{1322077F-2816-4E30-8C28-8A38EBEAB8DD}"/>
                </a:ext>
              </a:extLst>
            </p:cNvPr>
            <p:cNvSpPr/>
            <p:nvPr/>
          </p:nvSpPr>
          <p:spPr>
            <a:xfrm>
              <a:off x="4929840" y="3316680"/>
              <a:ext cx="1441080" cy="720720"/>
            </a:xfrm>
            <a:prstGeom prst="line">
              <a:avLst/>
            </a:prstGeom>
            <a:ln w="9360">
              <a:solidFill>
                <a:srgbClr val="000000"/>
              </a:solidFill>
              <a:round/>
              <a:headEnd type="triangle" w="med" len="med"/>
            </a:ln>
          </p:spPr>
          <p:style>
            <a:lnRef idx="0">
              <a:scrgbClr r="0" g="0" b="0"/>
            </a:lnRef>
            <a:fillRef idx="0">
              <a:scrgbClr r="0" g="0" b="0"/>
            </a:fillRef>
            <a:effectRef idx="0">
              <a:scrgbClr r="0" g="0" b="0"/>
            </a:effectRef>
            <a:fontRef idx="minor"/>
          </p:style>
        </p:sp>
        <p:sp>
          <p:nvSpPr>
            <p:cNvPr id="935" name="Line 2134">
              <a:extLst>
                <a:ext uri="{FF2B5EF4-FFF2-40B4-BE49-F238E27FC236}">
                  <a16:creationId xmlns:a16="http://schemas.microsoft.com/office/drawing/2014/main" id="{6A79E05A-67B2-4C9A-9AAD-887F648314E6}"/>
                </a:ext>
              </a:extLst>
            </p:cNvPr>
            <p:cNvSpPr/>
            <p:nvPr/>
          </p:nvSpPr>
          <p:spPr>
            <a:xfrm flipV="1">
              <a:off x="6370920" y="2235600"/>
              <a:ext cx="1080" cy="1801800"/>
            </a:xfrm>
            <a:prstGeom prst="line">
              <a:avLst/>
            </a:prstGeom>
            <a:ln w="9360">
              <a:solidFill>
                <a:srgbClr val="000000"/>
              </a:solidFill>
              <a:round/>
              <a:tailEnd type="triangle" w="med" len="med"/>
            </a:ln>
          </p:spPr>
          <p:style>
            <a:lnRef idx="0">
              <a:scrgbClr r="0" g="0" b="0"/>
            </a:lnRef>
            <a:fillRef idx="0">
              <a:scrgbClr r="0" g="0" b="0"/>
            </a:fillRef>
            <a:effectRef idx="0">
              <a:scrgbClr r="0" g="0" b="0"/>
            </a:effectRef>
            <a:fontRef idx="minor"/>
          </p:style>
        </p:sp>
        <p:sp>
          <p:nvSpPr>
            <p:cNvPr id="936" name="CustomShape 2135">
              <a:extLst>
                <a:ext uri="{FF2B5EF4-FFF2-40B4-BE49-F238E27FC236}">
                  <a16:creationId xmlns:a16="http://schemas.microsoft.com/office/drawing/2014/main" id="{3CB97E0E-6B07-4A3A-B7C8-CAD4606664AE}"/>
                </a:ext>
              </a:extLst>
            </p:cNvPr>
            <p:cNvSpPr/>
            <p:nvPr/>
          </p:nvSpPr>
          <p:spPr>
            <a:xfrm>
              <a:off x="5290200" y="3677040"/>
              <a:ext cx="649080" cy="584280"/>
            </a:xfrm>
            <a:prstGeom prst="rect">
              <a:avLst/>
            </a:prstGeom>
            <a:noFill/>
            <a:ln>
              <a:noFill/>
            </a:ln>
          </p:spPr>
          <p:style>
            <a:lnRef idx="0">
              <a:scrgbClr r="0" g="0" b="0"/>
            </a:lnRef>
            <a:fillRef idx="0">
              <a:scrgbClr r="0" g="0" b="0"/>
            </a:fillRef>
            <a:effectRef idx="0">
              <a:scrgbClr r="0" g="0" b="0"/>
            </a:effectRef>
            <a:fontRef idx="minor"/>
          </p:style>
        </p:sp>
        <p:sp>
          <p:nvSpPr>
            <p:cNvPr id="937" name="CustomShape 2136">
              <a:extLst>
                <a:ext uri="{FF2B5EF4-FFF2-40B4-BE49-F238E27FC236}">
                  <a16:creationId xmlns:a16="http://schemas.microsoft.com/office/drawing/2014/main" id="{3854C320-5466-4CF1-83EE-9C082036BD92}"/>
                </a:ext>
              </a:extLst>
            </p:cNvPr>
            <p:cNvSpPr/>
            <p:nvPr/>
          </p:nvSpPr>
          <p:spPr>
            <a:xfrm>
              <a:off x="4569840" y="2956320"/>
              <a:ext cx="549000" cy="464040"/>
            </a:xfrm>
            <a:prstGeom prst="rect">
              <a:avLst/>
            </a:prstGeom>
            <a:noFill/>
            <a:ln>
              <a:noFill/>
            </a:ln>
          </p:spPr>
          <p:style>
            <a:lnRef idx="0">
              <a:scrgbClr r="0" g="0" b="0"/>
            </a:lnRef>
            <a:fillRef idx="0">
              <a:scrgbClr r="0" g="0" b="0"/>
            </a:fillRef>
            <a:effectRef idx="0">
              <a:scrgbClr r="0" g="0" b="0"/>
            </a:effectRef>
            <a:fontRef idx="minor"/>
          </p:style>
        </p:sp>
        <p:sp>
          <p:nvSpPr>
            <p:cNvPr id="938" name="CustomShape 2137">
              <a:extLst>
                <a:ext uri="{FF2B5EF4-FFF2-40B4-BE49-F238E27FC236}">
                  <a16:creationId xmlns:a16="http://schemas.microsoft.com/office/drawing/2014/main" id="{A083DC53-148D-49F1-9B13-EDA61DD12521}"/>
                </a:ext>
              </a:extLst>
            </p:cNvPr>
            <p:cNvSpPr/>
            <p:nvPr/>
          </p:nvSpPr>
          <p:spPr>
            <a:xfrm>
              <a:off x="6731280" y="3677040"/>
              <a:ext cx="628920" cy="584280"/>
            </a:xfrm>
            <a:prstGeom prst="rect">
              <a:avLst/>
            </a:prstGeom>
            <a:noFill/>
            <a:ln>
              <a:noFill/>
            </a:ln>
          </p:spPr>
          <p:style>
            <a:lnRef idx="0">
              <a:scrgbClr r="0" g="0" b="0"/>
            </a:lnRef>
            <a:fillRef idx="0">
              <a:scrgbClr r="0" g="0" b="0"/>
            </a:fillRef>
            <a:effectRef idx="0">
              <a:scrgbClr r="0" g="0" b="0"/>
            </a:effectRef>
            <a:fontRef idx="minor"/>
          </p:style>
        </p:sp>
        <p:sp>
          <p:nvSpPr>
            <p:cNvPr id="939" name="CustomShape 2138">
              <a:extLst>
                <a:ext uri="{FF2B5EF4-FFF2-40B4-BE49-F238E27FC236}">
                  <a16:creationId xmlns:a16="http://schemas.microsoft.com/office/drawing/2014/main" id="{2CB8BA4D-D951-4FE7-A0FC-C92FB84ADB99}"/>
                </a:ext>
              </a:extLst>
            </p:cNvPr>
            <p:cNvSpPr/>
            <p:nvPr/>
          </p:nvSpPr>
          <p:spPr>
            <a:xfrm>
              <a:off x="7632000" y="3136680"/>
              <a:ext cx="528840" cy="420120"/>
            </a:xfrm>
            <a:prstGeom prst="rect">
              <a:avLst/>
            </a:prstGeom>
            <a:noFill/>
            <a:ln>
              <a:noFill/>
            </a:ln>
          </p:spPr>
          <p:style>
            <a:lnRef idx="0">
              <a:scrgbClr r="0" g="0" b="0"/>
            </a:lnRef>
            <a:fillRef idx="0">
              <a:scrgbClr r="0" g="0" b="0"/>
            </a:fillRef>
            <a:effectRef idx="0">
              <a:scrgbClr r="0" g="0" b="0"/>
            </a:effectRef>
            <a:fontRef idx="minor"/>
          </p:style>
        </p:sp>
        <p:sp>
          <p:nvSpPr>
            <p:cNvPr id="940" name="CustomShape 2139">
              <a:extLst>
                <a:ext uri="{FF2B5EF4-FFF2-40B4-BE49-F238E27FC236}">
                  <a16:creationId xmlns:a16="http://schemas.microsoft.com/office/drawing/2014/main" id="{A79314CD-3754-46A1-AEBF-E4282AFEC755}"/>
                </a:ext>
              </a:extLst>
            </p:cNvPr>
            <p:cNvSpPr/>
            <p:nvPr/>
          </p:nvSpPr>
          <p:spPr>
            <a:xfrm>
              <a:off x="6190920" y="1695240"/>
              <a:ext cx="509040" cy="420120"/>
            </a:xfrm>
            <a:prstGeom prst="rect">
              <a:avLst/>
            </a:prstGeom>
            <a:noFill/>
            <a:ln>
              <a:noFill/>
            </a:ln>
          </p:spPr>
          <p:style>
            <a:lnRef idx="0">
              <a:scrgbClr r="0" g="0" b="0"/>
            </a:lnRef>
            <a:fillRef idx="0">
              <a:scrgbClr r="0" g="0" b="0"/>
            </a:fillRef>
            <a:effectRef idx="0">
              <a:scrgbClr r="0" g="0" b="0"/>
            </a:effectRef>
            <a:fontRef idx="minor"/>
          </p:style>
        </p:sp>
        <p:sp>
          <p:nvSpPr>
            <p:cNvPr id="941" name="Line 2140">
              <a:extLst>
                <a:ext uri="{FF2B5EF4-FFF2-40B4-BE49-F238E27FC236}">
                  <a16:creationId xmlns:a16="http://schemas.microsoft.com/office/drawing/2014/main" id="{FEC12934-20B1-44A8-973E-7F212AC477FE}"/>
                </a:ext>
              </a:extLst>
            </p:cNvPr>
            <p:cNvSpPr/>
            <p:nvPr/>
          </p:nvSpPr>
          <p:spPr>
            <a:xfrm flipV="1">
              <a:off x="6010560" y="3677040"/>
              <a:ext cx="360360" cy="180000"/>
            </a:xfrm>
            <a:prstGeom prst="line">
              <a:avLst/>
            </a:prstGeom>
            <a:ln w="9360" cap="rnd">
              <a:solidFill>
                <a:srgbClr val="000000"/>
              </a:solidFill>
              <a:prstDash val="sysDot"/>
              <a:round/>
            </a:ln>
          </p:spPr>
          <p:style>
            <a:lnRef idx="0">
              <a:scrgbClr r="0" g="0" b="0"/>
            </a:lnRef>
            <a:fillRef idx="0">
              <a:scrgbClr r="0" g="0" b="0"/>
            </a:fillRef>
            <a:effectRef idx="0">
              <a:scrgbClr r="0" g="0" b="0"/>
            </a:effectRef>
            <a:fontRef idx="minor"/>
          </p:style>
        </p:sp>
        <p:sp>
          <p:nvSpPr>
            <p:cNvPr id="942" name="Line 2141">
              <a:extLst>
                <a:ext uri="{FF2B5EF4-FFF2-40B4-BE49-F238E27FC236}">
                  <a16:creationId xmlns:a16="http://schemas.microsoft.com/office/drawing/2014/main" id="{AA6D54F9-C5C9-4589-A7FE-DD5168845993}"/>
                </a:ext>
              </a:extLst>
            </p:cNvPr>
            <p:cNvSpPr/>
            <p:nvPr/>
          </p:nvSpPr>
          <p:spPr>
            <a:xfrm flipH="1" flipV="1">
              <a:off x="6370920" y="3677040"/>
              <a:ext cx="360360" cy="180000"/>
            </a:xfrm>
            <a:prstGeom prst="line">
              <a:avLst/>
            </a:prstGeom>
            <a:ln w="9360" cap="rnd">
              <a:solidFill>
                <a:srgbClr val="000000"/>
              </a:solidFill>
              <a:prstDash val="sysDot"/>
              <a:round/>
            </a:ln>
          </p:spPr>
          <p:style>
            <a:lnRef idx="0">
              <a:scrgbClr r="0" g="0" b="0"/>
            </a:lnRef>
            <a:fillRef idx="0">
              <a:scrgbClr r="0" g="0" b="0"/>
            </a:fillRef>
            <a:effectRef idx="0">
              <a:scrgbClr r="0" g="0" b="0"/>
            </a:effectRef>
            <a:fontRef idx="minor"/>
          </p:style>
        </p:sp>
      </p:grpSp>
      <p:sp>
        <p:nvSpPr>
          <p:cNvPr id="2143" name="CustomShape 2142">
            <a:extLst>
              <a:ext uri="{FF2B5EF4-FFF2-40B4-BE49-F238E27FC236}">
                <a16:creationId xmlns:a16="http://schemas.microsoft.com/office/drawing/2014/main" id="{1D8890E1-2047-49CB-87D2-7499F3A58469}"/>
              </a:ext>
            </a:extLst>
          </p:cNvPr>
          <p:cNvSpPr/>
          <p:nvPr/>
        </p:nvSpPr>
        <p:spPr>
          <a:xfrm>
            <a:off x="437760" y="11520"/>
            <a:ext cx="8490240" cy="1075764"/>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gn="ctr">
              <a:lnSpc>
                <a:spcPct val="100000"/>
              </a:lnSpc>
            </a:pPr>
            <a:r>
              <a:rPr lang="ru-RU" sz="3200" b="1" strike="noStrike" spc="-1" dirty="0">
                <a:solidFill>
                  <a:srgbClr val="FF0000"/>
                </a:solidFill>
                <a:latin typeface="Century" panose="02040604050505020304" pitchFamily="18" charset="0"/>
              </a:rPr>
              <a:t>Изучение методов решения задач нелинейного программирования</a:t>
            </a:r>
            <a:endParaRPr lang="ru-RU" sz="3200" b="0" strike="noStrike" spc="-1" dirty="0">
              <a:latin typeface="Century" panose="02040604050505020304" pitchFamily="18" charset="0"/>
            </a:endParaRPr>
          </a:p>
        </p:txBody>
      </p:sp>
    </p:spTree>
    <p:extLst>
      <p:ext uri="{BB962C8B-B14F-4D97-AF65-F5344CB8AC3E}">
        <p14:creationId xmlns:p14="http://schemas.microsoft.com/office/powerpoint/2010/main" val="1442269709"/>
      </p:ext>
    </p:extLst>
  </p:cSld>
  <p:clrMapOvr>
    <a:masterClrMapping/>
  </p:clrMapOvr>
  <p:transition spd="slow">
    <p:push dir="u"/>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stomShape 1">
            <a:extLst>
              <a:ext uri="{FF2B5EF4-FFF2-40B4-BE49-F238E27FC236}">
                <a16:creationId xmlns:a16="http://schemas.microsoft.com/office/drawing/2014/main" id="{2B79701C-4C61-4D9B-BAB6-5D83F54C87FA}"/>
              </a:ext>
            </a:extLst>
          </p:cNvPr>
          <p:cNvSpPr/>
          <p:nvPr/>
        </p:nvSpPr>
        <p:spPr>
          <a:xfrm>
            <a:off x="251640" y="891720"/>
            <a:ext cx="8496720" cy="14875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gn="just">
              <a:lnSpc>
                <a:spcPct val="100000"/>
              </a:lnSpc>
            </a:pPr>
            <a:r>
              <a:rPr lang="ru-RU" sz="2800" b="0" strike="noStrike" spc="-1">
                <a:solidFill>
                  <a:srgbClr val="000000"/>
                </a:solidFill>
                <a:latin typeface="Times New Roman"/>
                <a:ea typeface="Times New Roman"/>
              </a:rPr>
              <a:t>Необходимым условием существования локального экстремума функции </a:t>
            </a:r>
            <a:r>
              <a:rPr lang="en-US" sz="2800" b="1" i="1" strike="noStrike" spc="-1">
                <a:solidFill>
                  <a:srgbClr val="000000"/>
                </a:solidFill>
                <a:latin typeface="Times New Roman"/>
                <a:ea typeface="Times New Roman"/>
              </a:rPr>
              <a:t>y</a:t>
            </a:r>
            <a:r>
              <a:rPr lang="ru-RU" sz="2800" b="0" strike="noStrike" spc="-1">
                <a:solidFill>
                  <a:srgbClr val="000000"/>
                </a:solidFill>
                <a:latin typeface="Times New Roman"/>
                <a:ea typeface="Times New Roman"/>
              </a:rPr>
              <a:t>=</a:t>
            </a:r>
            <a:r>
              <a:rPr lang="en-US" sz="2800" b="1" i="1" strike="noStrike" spc="-1">
                <a:solidFill>
                  <a:srgbClr val="000000"/>
                </a:solidFill>
                <a:latin typeface="Times New Roman"/>
                <a:ea typeface="Times New Roman"/>
              </a:rPr>
              <a:t>f</a:t>
            </a:r>
            <a:r>
              <a:rPr lang="ru-RU" sz="2800" b="0" strike="noStrike" spc="-1">
                <a:solidFill>
                  <a:srgbClr val="000000"/>
                </a:solidFill>
                <a:latin typeface="Times New Roman"/>
                <a:ea typeface="Times New Roman"/>
              </a:rPr>
              <a:t>(</a:t>
            </a:r>
            <a:r>
              <a:rPr lang="en-US" sz="2800" b="1" i="1" strike="noStrike" spc="-1">
                <a:solidFill>
                  <a:srgbClr val="000000"/>
                </a:solidFill>
                <a:latin typeface="Times New Roman"/>
                <a:ea typeface="Times New Roman"/>
              </a:rPr>
              <a:t>M</a:t>
            </a:r>
            <a:r>
              <a:rPr lang="ru-RU" sz="2800" b="0" strike="noStrike" spc="-1">
                <a:solidFill>
                  <a:srgbClr val="000000"/>
                </a:solidFill>
                <a:latin typeface="Times New Roman"/>
                <a:ea typeface="Times New Roman"/>
              </a:rPr>
              <a:t>) в точке </a:t>
            </a:r>
            <a:r>
              <a:rPr lang="en-US" sz="2800" b="1" i="1" strike="noStrike" spc="-1">
                <a:solidFill>
                  <a:srgbClr val="000000"/>
                </a:solidFill>
                <a:latin typeface="Times New Roman"/>
                <a:ea typeface="Times New Roman"/>
              </a:rPr>
              <a:t>M</a:t>
            </a:r>
            <a:r>
              <a:rPr lang="ru-RU" sz="2800" b="1" i="1" strike="noStrike" spc="-1" baseline="-25000">
                <a:solidFill>
                  <a:srgbClr val="000000"/>
                </a:solidFill>
                <a:latin typeface="Times New Roman"/>
                <a:ea typeface="Times New Roman"/>
              </a:rPr>
              <a:t>0</a:t>
            </a:r>
            <a:r>
              <a:rPr lang="ru-RU" sz="2800" b="0" strike="noStrike" spc="-1">
                <a:solidFill>
                  <a:srgbClr val="000000"/>
                </a:solidFill>
                <a:latin typeface="Times New Roman"/>
                <a:ea typeface="Times New Roman"/>
              </a:rPr>
              <a:t> является условие </a:t>
            </a:r>
            <a:r>
              <a:rPr lang="en-US" sz="2800" b="1" i="1" strike="noStrike" spc="-1">
                <a:solidFill>
                  <a:srgbClr val="000000"/>
                </a:solidFill>
                <a:latin typeface="Times New Roman"/>
                <a:ea typeface="Times New Roman"/>
              </a:rPr>
              <a:t>df</a:t>
            </a:r>
            <a:r>
              <a:rPr lang="ru-RU" sz="2800" b="0" strike="noStrike" spc="-1">
                <a:solidFill>
                  <a:srgbClr val="000000"/>
                </a:solidFill>
                <a:latin typeface="Times New Roman"/>
                <a:ea typeface="Times New Roman"/>
              </a:rPr>
              <a:t>(</a:t>
            </a:r>
            <a:r>
              <a:rPr lang="en-US" sz="2800" b="1" i="1" strike="noStrike" spc="-1">
                <a:solidFill>
                  <a:srgbClr val="000000"/>
                </a:solidFill>
                <a:latin typeface="Times New Roman"/>
                <a:ea typeface="Times New Roman"/>
              </a:rPr>
              <a:t>M</a:t>
            </a:r>
            <a:r>
              <a:rPr lang="ru-RU" sz="2800" b="1" i="1" strike="noStrike" spc="-1" baseline="-25000">
                <a:solidFill>
                  <a:srgbClr val="000000"/>
                </a:solidFill>
                <a:latin typeface="Times New Roman"/>
                <a:ea typeface="Times New Roman"/>
              </a:rPr>
              <a:t>0</a:t>
            </a:r>
            <a:r>
              <a:rPr lang="ru-RU" sz="2800" b="0" strike="noStrike" spc="-1">
                <a:solidFill>
                  <a:srgbClr val="000000"/>
                </a:solidFill>
                <a:latin typeface="Times New Roman"/>
                <a:ea typeface="Times New Roman"/>
              </a:rPr>
              <a:t>)=</a:t>
            </a:r>
            <a:r>
              <a:rPr lang="ru-RU" sz="2800" b="1" i="1" strike="noStrike" spc="-1">
                <a:solidFill>
                  <a:srgbClr val="000000"/>
                </a:solidFill>
                <a:latin typeface="Times New Roman"/>
                <a:ea typeface="Times New Roman"/>
              </a:rPr>
              <a:t>0</a:t>
            </a:r>
            <a:r>
              <a:rPr lang="ru-RU" sz="2800" b="0" strike="noStrike" spc="-1">
                <a:solidFill>
                  <a:srgbClr val="000000"/>
                </a:solidFill>
                <a:latin typeface="Times New Roman"/>
                <a:ea typeface="Times New Roman"/>
              </a:rPr>
              <a:t> или</a:t>
            </a:r>
            <a:endParaRPr lang="ru-RU" sz="2800" b="0" strike="noStrike" spc="-1">
              <a:latin typeface="Arial"/>
            </a:endParaRPr>
          </a:p>
        </p:txBody>
      </p:sp>
      <p:pic>
        <p:nvPicPr>
          <p:cNvPr id="3" name="Picture 2">
            <a:extLst>
              <a:ext uri="{FF2B5EF4-FFF2-40B4-BE49-F238E27FC236}">
                <a16:creationId xmlns:a16="http://schemas.microsoft.com/office/drawing/2014/main" id="{2C7329D0-527B-4272-98D0-AF4CD8167E52}"/>
              </a:ext>
            </a:extLst>
          </p:cNvPr>
          <p:cNvPicPr/>
          <p:nvPr/>
        </p:nvPicPr>
        <p:blipFill>
          <a:blip r:embed="rId2"/>
          <a:stretch/>
        </p:blipFill>
        <p:spPr>
          <a:xfrm>
            <a:off x="1151640" y="2423160"/>
            <a:ext cx="6696360" cy="1221480"/>
          </a:xfrm>
          <a:prstGeom prst="rect">
            <a:avLst/>
          </a:prstGeom>
          <a:ln>
            <a:noFill/>
          </a:ln>
        </p:spPr>
      </p:pic>
      <p:sp>
        <p:nvSpPr>
          <p:cNvPr id="4" name="CustomShape 2">
            <a:extLst>
              <a:ext uri="{FF2B5EF4-FFF2-40B4-BE49-F238E27FC236}">
                <a16:creationId xmlns:a16="http://schemas.microsoft.com/office/drawing/2014/main" id="{8F4A8364-1A6C-4668-B04D-C138ECBD6C5F}"/>
              </a:ext>
            </a:extLst>
          </p:cNvPr>
          <p:cNvSpPr/>
          <p:nvPr/>
        </p:nvSpPr>
        <p:spPr>
          <a:xfrm>
            <a:off x="53640" y="3560760"/>
            <a:ext cx="8982360" cy="30765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gn="just">
              <a:lnSpc>
                <a:spcPct val="100000"/>
              </a:lnSpc>
            </a:pPr>
            <a:r>
              <a:rPr lang="ru-RU" sz="2800" b="0" strike="noStrike" spc="-1" dirty="0">
                <a:solidFill>
                  <a:srgbClr val="000000"/>
                </a:solidFill>
                <a:latin typeface="Times New Roman"/>
                <a:ea typeface="Times New Roman"/>
              </a:rPr>
              <a:t>Точки, в которых первые частные производные функции </a:t>
            </a:r>
            <a:r>
              <a:rPr lang="en-US" sz="2800" b="1" i="1" strike="noStrike" spc="-1" dirty="0">
                <a:solidFill>
                  <a:srgbClr val="000000"/>
                </a:solidFill>
                <a:latin typeface="Times New Roman"/>
                <a:ea typeface="Times New Roman"/>
              </a:rPr>
              <a:t>y</a:t>
            </a:r>
            <a:r>
              <a:rPr lang="ru-RU" sz="2800" b="0" strike="noStrike" spc="-1" dirty="0">
                <a:solidFill>
                  <a:srgbClr val="000000"/>
                </a:solidFill>
                <a:latin typeface="Times New Roman"/>
                <a:ea typeface="Times New Roman"/>
              </a:rPr>
              <a:t>=</a:t>
            </a:r>
            <a:r>
              <a:rPr lang="en-US" sz="2800" b="1" i="1" strike="noStrike" spc="-1" dirty="0">
                <a:solidFill>
                  <a:srgbClr val="000000"/>
                </a:solidFill>
                <a:latin typeface="Times New Roman"/>
                <a:ea typeface="Times New Roman"/>
              </a:rPr>
              <a:t>f</a:t>
            </a:r>
            <a:r>
              <a:rPr lang="ru-RU" sz="2800" b="0" strike="noStrike" spc="-1" dirty="0">
                <a:solidFill>
                  <a:srgbClr val="000000"/>
                </a:solidFill>
                <a:latin typeface="Times New Roman"/>
                <a:ea typeface="Times New Roman"/>
              </a:rPr>
              <a:t>(</a:t>
            </a:r>
            <a:r>
              <a:rPr lang="en-US" sz="2800" b="1" i="1" strike="noStrike" spc="-1" dirty="0">
                <a:solidFill>
                  <a:srgbClr val="000000"/>
                </a:solidFill>
                <a:latin typeface="Times New Roman"/>
                <a:ea typeface="Times New Roman"/>
              </a:rPr>
              <a:t>M</a:t>
            </a:r>
            <a:r>
              <a:rPr lang="ru-RU" sz="2800" b="0" strike="noStrike" spc="-1" dirty="0">
                <a:solidFill>
                  <a:srgbClr val="000000"/>
                </a:solidFill>
                <a:latin typeface="Times New Roman"/>
                <a:ea typeface="Times New Roman"/>
              </a:rPr>
              <a:t>)  равны нулю или не существуют, называются </a:t>
            </a:r>
            <a:r>
              <a:rPr lang="ru-RU" sz="2800" b="1" strike="noStrike" spc="-1" dirty="0">
                <a:solidFill>
                  <a:srgbClr val="000000"/>
                </a:solidFill>
                <a:latin typeface="Times New Roman"/>
                <a:ea typeface="Times New Roman"/>
              </a:rPr>
              <a:t>критическими </a:t>
            </a:r>
            <a:r>
              <a:rPr lang="ru-RU" sz="2800" b="0" strike="noStrike" spc="-1" dirty="0">
                <a:solidFill>
                  <a:srgbClr val="000000"/>
                </a:solidFill>
                <a:latin typeface="Times New Roman"/>
                <a:ea typeface="Times New Roman"/>
              </a:rPr>
              <a:t>для данной функции. Критические точки, в которых первые частные производные функции </a:t>
            </a:r>
            <a:r>
              <a:rPr lang="en-US" sz="2800" b="1" i="1" strike="noStrike" spc="-1" dirty="0">
                <a:solidFill>
                  <a:srgbClr val="000000"/>
                </a:solidFill>
                <a:latin typeface="Times New Roman"/>
                <a:ea typeface="Times New Roman"/>
              </a:rPr>
              <a:t>y</a:t>
            </a:r>
            <a:r>
              <a:rPr lang="ru-RU" sz="2800" b="0" strike="noStrike" spc="-1" dirty="0">
                <a:solidFill>
                  <a:srgbClr val="000000"/>
                </a:solidFill>
                <a:latin typeface="Times New Roman"/>
                <a:ea typeface="Times New Roman"/>
              </a:rPr>
              <a:t>=</a:t>
            </a:r>
            <a:r>
              <a:rPr lang="en-US" sz="2800" b="1" i="1" strike="noStrike" spc="-1" dirty="0">
                <a:solidFill>
                  <a:srgbClr val="000000"/>
                </a:solidFill>
                <a:latin typeface="Times New Roman"/>
                <a:ea typeface="Times New Roman"/>
              </a:rPr>
              <a:t>f</a:t>
            </a:r>
            <a:r>
              <a:rPr lang="ru-RU" sz="2800" b="0" strike="noStrike" spc="-1" dirty="0">
                <a:solidFill>
                  <a:srgbClr val="000000"/>
                </a:solidFill>
                <a:latin typeface="Times New Roman"/>
                <a:ea typeface="Times New Roman"/>
              </a:rPr>
              <a:t>(</a:t>
            </a:r>
            <a:r>
              <a:rPr lang="en-US" sz="2800" b="1" i="1" strike="noStrike" spc="-1" dirty="0">
                <a:solidFill>
                  <a:srgbClr val="000000"/>
                </a:solidFill>
                <a:latin typeface="Times New Roman"/>
                <a:ea typeface="Times New Roman"/>
              </a:rPr>
              <a:t>M</a:t>
            </a:r>
            <a:r>
              <a:rPr lang="ru-RU" sz="2800" b="0" strike="noStrike" spc="-1" dirty="0">
                <a:solidFill>
                  <a:srgbClr val="000000"/>
                </a:solidFill>
                <a:latin typeface="Times New Roman"/>
                <a:ea typeface="Times New Roman"/>
              </a:rPr>
              <a:t>)  существуют, называются </a:t>
            </a:r>
            <a:r>
              <a:rPr lang="ru-RU" sz="2800" b="1" strike="noStrike" spc="-1" dirty="0">
                <a:solidFill>
                  <a:srgbClr val="000000"/>
                </a:solidFill>
                <a:latin typeface="Times New Roman"/>
                <a:ea typeface="Times New Roman"/>
              </a:rPr>
              <a:t>стационарными</a:t>
            </a:r>
            <a:r>
              <a:rPr lang="ru-RU" sz="2800" b="0" strike="noStrike" spc="-1" dirty="0">
                <a:solidFill>
                  <a:srgbClr val="000000"/>
                </a:solidFill>
                <a:latin typeface="Times New Roman"/>
                <a:ea typeface="Times New Roman"/>
              </a:rPr>
              <a:t>. Функция многих переменных может достигать своего локального экстремума только в своей критической точке. </a:t>
            </a:r>
            <a:endParaRPr lang="ru-RU" sz="2800" b="0" strike="noStrike" spc="-1" dirty="0">
              <a:latin typeface="Arial"/>
            </a:endParaRPr>
          </a:p>
        </p:txBody>
      </p:sp>
      <p:sp>
        <p:nvSpPr>
          <p:cNvPr id="5" name="CustomShape 3">
            <a:extLst>
              <a:ext uri="{FF2B5EF4-FFF2-40B4-BE49-F238E27FC236}">
                <a16:creationId xmlns:a16="http://schemas.microsoft.com/office/drawing/2014/main" id="{226666F8-CC2E-443A-91E5-BBDD66373A04}"/>
              </a:ext>
            </a:extLst>
          </p:cNvPr>
          <p:cNvSpPr/>
          <p:nvPr/>
        </p:nvSpPr>
        <p:spPr>
          <a:xfrm>
            <a:off x="467640" y="162000"/>
            <a:ext cx="8568720" cy="521766"/>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gn="ctr">
              <a:lnSpc>
                <a:spcPct val="100000"/>
              </a:lnSpc>
            </a:pPr>
            <a:r>
              <a:rPr lang="ru-RU" sz="2800" b="1" strike="noStrike" spc="-1" dirty="0">
                <a:solidFill>
                  <a:srgbClr val="FF0000"/>
                </a:solidFill>
                <a:latin typeface="Century" panose="02040604050505020304" pitchFamily="18" charset="0"/>
                <a:ea typeface="Times New Roman"/>
              </a:rPr>
              <a:t>Необходимое условие локального экстремума </a:t>
            </a:r>
            <a:endParaRPr lang="ru-RU" sz="2800" b="0" strike="noStrike" spc="-1" dirty="0">
              <a:latin typeface="Century" panose="02040604050505020304" pitchFamily="18" charset="0"/>
            </a:endParaRPr>
          </a:p>
        </p:txBody>
      </p:sp>
    </p:spTree>
    <p:extLst>
      <p:ext uri="{BB962C8B-B14F-4D97-AF65-F5344CB8AC3E}">
        <p14:creationId xmlns:p14="http://schemas.microsoft.com/office/powerpoint/2010/main" val="2001600916"/>
      </p:ext>
    </p:extLst>
  </p:cSld>
  <p:clrMapOvr>
    <a:masterClrMapping/>
  </p:clrMapOvr>
  <p:transition spd="slow">
    <p:push dir="u"/>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stomShape 1">
            <a:extLst>
              <a:ext uri="{FF2B5EF4-FFF2-40B4-BE49-F238E27FC236}">
                <a16:creationId xmlns:a16="http://schemas.microsoft.com/office/drawing/2014/main" id="{37A71ADA-EBB2-4A4F-AEA9-A857167C320C}"/>
              </a:ext>
            </a:extLst>
          </p:cNvPr>
          <p:cNvSpPr/>
          <p:nvPr/>
        </p:nvSpPr>
        <p:spPr>
          <a:xfrm>
            <a:off x="467640" y="162000"/>
            <a:ext cx="8568720" cy="521766"/>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gn="ctr">
              <a:lnSpc>
                <a:spcPct val="100000"/>
              </a:lnSpc>
            </a:pPr>
            <a:r>
              <a:rPr lang="ru-RU" sz="2800" b="1" strike="noStrike" spc="-1" dirty="0">
                <a:solidFill>
                  <a:srgbClr val="FF0000"/>
                </a:solidFill>
                <a:latin typeface="Century" panose="02040604050505020304" pitchFamily="18" charset="0"/>
                <a:ea typeface="Times New Roman"/>
              </a:rPr>
              <a:t>Достаточное условие локального экстремума </a:t>
            </a:r>
            <a:endParaRPr lang="ru-RU" sz="2800" b="0" strike="noStrike" spc="-1" dirty="0">
              <a:latin typeface="Century" panose="02040604050505020304" pitchFamily="18" charset="0"/>
            </a:endParaRPr>
          </a:p>
        </p:txBody>
      </p:sp>
      <p:sp>
        <p:nvSpPr>
          <p:cNvPr id="3" name="CustomShape 2">
            <a:extLst>
              <a:ext uri="{FF2B5EF4-FFF2-40B4-BE49-F238E27FC236}">
                <a16:creationId xmlns:a16="http://schemas.microsoft.com/office/drawing/2014/main" id="{332CCC4D-9CE0-43DF-B013-A646DF76AEA2}"/>
              </a:ext>
            </a:extLst>
          </p:cNvPr>
          <p:cNvSpPr/>
          <p:nvPr/>
        </p:nvSpPr>
        <p:spPr>
          <a:xfrm>
            <a:off x="143640" y="908790"/>
            <a:ext cx="8856720" cy="4106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gn="just">
              <a:lnSpc>
                <a:spcPct val="100000"/>
              </a:lnSpc>
            </a:pPr>
            <a:r>
              <a:rPr lang="ru-RU" sz="2800" b="0" strike="noStrike" spc="-1" dirty="0">
                <a:solidFill>
                  <a:srgbClr val="000000"/>
                </a:solidFill>
                <a:latin typeface="Times New Roman"/>
                <a:ea typeface="Times New Roman"/>
              </a:rPr>
              <a:t>При обосновании достаточного условия существования экстремума введем дополнительное требование к  функции </a:t>
            </a:r>
            <a:r>
              <a:rPr lang="en-US" sz="2800" b="1" i="1" strike="noStrike" spc="-1" dirty="0">
                <a:solidFill>
                  <a:srgbClr val="000000"/>
                </a:solidFill>
                <a:latin typeface="Times New Roman"/>
                <a:ea typeface="Times New Roman"/>
              </a:rPr>
              <a:t>y</a:t>
            </a:r>
            <a:r>
              <a:rPr lang="ru-RU" sz="2800" b="0" strike="noStrike" spc="-1" dirty="0">
                <a:solidFill>
                  <a:srgbClr val="000000"/>
                </a:solidFill>
                <a:latin typeface="Times New Roman"/>
                <a:ea typeface="Times New Roman"/>
              </a:rPr>
              <a:t>=</a:t>
            </a:r>
            <a:r>
              <a:rPr lang="en-US" sz="2800" b="1" i="1" strike="noStrike" spc="-1" dirty="0">
                <a:solidFill>
                  <a:srgbClr val="000000"/>
                </a:solidFill>
                <a:latin typeface="Times New Roman"/>
                <a:ea typeface="Times New Roman"/>
              </a:rPr>
              <a:t>f</a:t>
            </a:r>
            <a:r>
              <a:rPr lang="ru-RU" sz="2800" b="0" strike="noStrike" spc="-1" dirty="0">
                <a:solidFill>
                  <a:srgbClr val="000000"/>
                </a:solidFill>
                <a:latin typeface="Times New Roman"/>
                <a:ea typeface="Times New Roman"/>
              </a:rPr>
              <a:t>(</a:t>
            </a:r>
            <a:r>
              <a:rPr lang="en-US" sz="2800" b="1" i="1" strike="noStrike" spc="-1" dirty="0">
                <a:solidFill>
                  <a:srgbClr val="000000"/>
                </a:solidFill>
                <a:latin typeface="Times New Roman"/>
                <a:ea typeface="Times New Roman"/>
              </a:rPr>
              <a:t>M</a:t>
            </a:r>
            <a:r>
              <a:rPr lang="ru-RU" sz="2800" b="0" strike="noStrike" spc="-1" dirty="0">
                <a:solidFill>
                  <a:srgbClr val="000000"/>
                </a:solidFill>
                <a:latin typeface="Times New Roman"/>
                <a:ea typeface="Times New Roman"/>
              </a:rPr>
              <a:t>): эта функция должна иметь непрерывные производные второго порядка в ненулевой окрестности точки </a:t>
            </a:r>
            <a:r>
              <a:rPr lang="en-US" sz="2800" b="1" i="1" strike="noStrike" spc="-1" dirty="0">
                <a:solidFill>
                  <a:srgbClr val="000000"/>
                </a:solidFill>
                <a:latin typeface="Times New Roman"/>
                <a:ea typeface="Times New Roman"/>
              </a:rPr>
              <a:t>M</a:t>
            </a:r>
            <a:r>
              <a:rPr lang="ru-RU" sz="2800" b="1" i="1" strike="noStrike" spc="-1" baseline="-25000" dirty="0">
                <a:solidFill>
                  <a:srgbClr val="000000"/>
                </a:solidFill>
                <a:latin typeface="Times New Roman"/>
                <a:ea typeface="Times New Roman"/>
              </a:rPr>
              <a:t>0</a:t>
            </a:r>
            <a:r>
              <a:rPr lang="ru-RU" sz="2800" b="0" strike="noStrike" spc="-1" dirty="0">
                <a:solidFill>
                  <a:srgbClr val="000000"/>
                </a:solidFill>
                <a:latin typeface="Times New Roman"/>
                <a:ea typeface="Times New Roman"/>
              </a:rPr>
              <a:t>. Тогда условием наличия локального экстремума в критической точке </a:t>
            </a:r>
            <a:r>
              <a:rPr lang="en-US" sz="2800" b="1" i="1" strike="noStrike" spc="-1" dirty="0">
                <a:solidFill>
                  <a:srgbClr val="000000"/>
                </a:solidFill>
                <a:latin typeface="Times New Roman"/>
                <a:ea typeface="Times New Roman"/>
              </a:rPr>
              <a:t>M</a:t>
            </a:r>
            <a:r>
              <a:rPr lang="ru-RU" sz="2800" b="1" i="1" strike="noStrike" spc="-1" baseline="-25000" dirty="0">
                <a:solidFill>
                  <a:srgbClr val="000000"/>
                </a:solidFill>
                <a:latin typeface="Times New Roman"/>
                <a:ea typeface="Times New Roman"/>
              </a:rPr>
              <a:t>0</a:t>
            </a:r>
            <a:r>
              <a:rPr lang="ru-RU" sz="2800" b="0" strike="noStrike" spc="-1" dirty="0">
                <a:solidFill>
                  <a:srgbClr val="000000"/>
                </a:solidFill>
                <a:latin typeface="Times New Roman"/>
                <a:ea typeface="Times New Roman"/>
              </a:rPr>
              <a:t> или условием </a:t>
            </a:r>
            <a:r>
              <a:rPr lang="ru-RU" sz="2800" b="0" strike="noStrike" spc="-1" dirty="0" err="1">
                <a:solidFill>
                  <a:srgbClr val="000000"/>
                </a:solidFill>
                <a:latin typeface="Times New Roman"/>
                <a:ea typeface="Times New Roman"/>
              </a:rPr>
              <a:t>знакопостоянства</a:t>
            </a:r>
            <a:r>
              <a:rPr lang="ru-RU" sz="2800" b="0" strike="noStrike" spc="-1" dirty="0">
                <a:solidFill>
                  <a:srgbClr val="000000"/>
                </a:solidFill>
                <a:latin typeface="Times New Roman"/>
                <a:ea typeface="Times New Roman"/>
              </a:rPr>
              <a:t> абсолютного приращения ∆</a:t>
            </a:r>
            <a:r>
              <a:rPr lang="en-US" sz="2800" b="1" i="1" strike="noStrike" spc="-1" dirty="0">
                <a:solidFill>
                  <a:srgbClr val="000000"/>
                </a:solidFill>
                <a:latin typeface="Times New Roman"/>
                <a:ea typeface="Times New Roman"/>
              </a:rPr>
              <a:t>f</a:t>
            </a:r>
            <a:r>
              <a:rPr lang="ru-RU" sz="2800" b="0" strike="noStrike" spc="-1" dirty="0">
                <a:solidFill>
                  <a:srgbClr val="000000"/>
                </a:solidFill>
                <a:latin typeface="Times New Roman"/>
                <a:ea typeface="Times New Roman"/>
              </a:rPr>
              <a:t>(</a:t>
            </a:r>
            <a:r>
              <a:rPr lang="en-US" sz="2800" b="1" i="1" strike="noStrike" spc="-1" dirty="0">
                <a:solidFill>
                  <a:srgbClr val="000000"/>
                </a:solidFill>
                <a:latin typeface="Times New Roman"/>
                <a:ea typeface="Times New Roman"/>
              </a:rPr>
              <a:t>M</a:t>
            </a:r>
            <a:r>
              <a:rPr lang="ru-RU" sz="2800" b="0" strike="noStrike" spc="-1" dirty="0">
                <a:solidFill>
                  <a:srgbClr val="000000"/>
                </a:solidFill>
                <a:latin typeface="Times New Roman"/>
                <a:ea typeface="Times New Roman"/>
              </a:rPr>
              <a:t>) в этой точке будет требование </a:t>
            </a:r>
            <a:r>
              <a:rPr lang="ru-RU" sz="2800" b="0" strike="noStrike" spc="-1" dirty="0" err="1">
                <a:solidFill>
                  <a:srgbClr val="000000"/>
                </a:solidFill>
                <a:latin typeface="Times New Roman"/>
                <a:ea typeface="Times New Roman"/>
              </a:rPr>
              <a:t>знакопостоянства</a:t>
            </a:r>
            <a:r>
              <a:rPr lang="ru-RU" sz="2800" b="0" strike="noStrike" spc="-1" dirty="0">
                <a:solidFill>
                  <a:srgbClr val="000000"/>
                </a:solidFill>
                <a:latin typeface="Times New Roman"/>
                <a:ea typeface="Times New Roman"/>
              </a:rPr>
              <a:t> второго слагаемого в разложении ∆</a:t>
            </a:r>
            <a:r>
              <a:rPr lang="en-US" sz="2800" b="1" i="1" strike="noStrike" spc="-1" dirty="0">
                <a:solidFill>
                  <a:srgbClr val="000000"/>
                </a:solidFill>
                <a:latin typeface="Times New Roman"/>
                <a:ea typeface="Times New Roman"/>
              </a:rPr>
              <a:t>f</a:t>
            </a:r>
            <a:r>
              <a:rPr lang="ru-RU" sz="2800" b="0" strike="noStrike" spc="-1" dirty="0">
                <a:solidFill>
                  <a:srgbClr val="000000"/>
                </a:solidFill>
                <a:latin typeface="Times New Roman"/>
                <a:ea typeface="Times New Roman"/>
              </a:rPr>
              <a:t>(</a:t>
            </a:r>
            <a:r>
              <a:rPr lang="en-US" sz="2800" b="1" i="1" strike="noStrike" spc="-1" dirty="0">
                <a:solidFill>
                  <a:srgbClr val="000000"/>
                </a:solidFill>
                <a:latin typeface="Times New Roman"/>
                <a:ea typeface="Times New Roman"/>
              </a:rPr>
              <a:t>M</a:t>
            </a:r>
            <a:r>
              <a:rPr lang="ru-RU" sz="2800" b="0" strike="noStrike" spc="-1" dirty="0">
                <a:solidFill>
                  <a:srgbClr val="000000"/>
                </a:solidFill>
                <a:latin typeface="Times New Roman"/>
                <a:ea typeface="Times New Roman"/>
              </a:rPr>
              <a:t>), т.е. </a:t>
            </a:r>
            <a:r>
              <a:rPr lang="en-US" sz="2800" b="1" i="1" strike="noStrike" spc="-1" dirty="0">
                <a:solidFill>
                  <a:srgbClr val="000000"/>
                </a:solidFill>
                <a:latin typeface="Times New Roman"/>
                <a:ea typeface="Times New Roman"/>
              </a:rPr>
              <a:t>d</a:t>
            </a:r>
            <a:r>
              <a:rPr lang="ru-RU" sz="2800" b="1" i="1" strike="noStrike" spc="-1" baseline="30000" dirty="0">
                <a:solidFill>
                  <a:srgbClr val="000000"/>
                </a:solidFill>
                <a:latin typeface="Times New Roman"/>
                <a:ea typeface="Times New Roman"/>
              </a:rPr>
              <a:t>2</a:t>
            </a:r>
            <a:r>
              <a:rPr lang="en-US" sz="2800" b="1" i="1" strike="noStrike" spc="-1" dirty="0">
                <a:solidFill>
                  <a:srgbClr val="000000"/>
                </a:solidFill>
                <a:latin typeface="Times New Roman"/>
                <a:ea typeface="Times New Roman"/>
              </a:rPr>
              <a:t>f</a:t>
            </a:r>
            <a:r>
              <a:rPr lang="ru-RU" sz="2800" b="0" strike="noStrike" spc="-1" dirty="0">
                <a:solidFill>
                  <a:srgbClr val="000000"/>
                </a:solidFill>
                <a:latin typeface="Times New Roman"/>
                <a:ea typeface="Times New Roman"/>
              </a:rPr>
              <a:t>(</a:t>
            </a:r>
            <a:r>
              <a:rPr lang="en-US" sz="2800" b="1" i="1" strike="noStrike" spc="-1" dirty="0">
                <a:solidFill>
                  <a:srgbClr val="000000"/>
                </a:solidFill>
                <a:latin typeface="Times New Roman"/>
                <a:ea typeface="Times New Roman"/>
              </a:rPr>
              <a:t>M</a:t>
            </a:r>
            <a:r>
              <a:rPr lang="ru-RU" sz="2800" b="1" i="1" strike="noStrike" spc="-1" baseline="-25000" dirty="0">
                <a:solidFill>
                  <a:srgbClr val="000000"/>
                </a:solidFill>
                <a:latin typeface="Times New Roman"/>
                <a:ea typeface="Times New Roman"/>
              </a:rPr>
              <a:t>0</a:t>
            </a:r>
            <a:r>
              <a:rPr lang="ru-RU" sz="2800" b="0" strike="noStrike" spc="-1" dirty="0">
                <a:solidFill>
                  <a:srgbClr val="000000"/>
                </a:solidFill>
                <a:latin typeface="Times New Roman"/>
                <a:ea typeface="Times New Roman"/>
              </a:rPr>
              <a:t>). </a:t>
            </a:r>
            <a:endParaRPr lang="ru-RU" sz="2800" b="0" strike="noStrike" spc="-1" dirty="0">
              <a:latin typeface="Arial"/>
            </a:endParaRPr>
          </a:p>
        </p:txBody>
      </p:sp>
      <p:pic>
        <p:nvPicPr>
          <p:cNvPr id="4" name="Picture 2">
            <a:extLst>
              <a:ext uri="{FF2B5EF4-FFF2-40B4-BE49-F238E27FC236}">
                <a16:creationId xmlns:a16="http://schemas.microsoft.com/office/drawing/2014/main" id="{85A42420-57D6-4DA6-812C-6093300C47EF}"/>
              </a:ext>
            </a:extLst>
          </p:cNvPr>
          <p:cNvPicPr/>
          <p:nvPr/>
        </p:nvPicPr>
        <p:blipFill>
          <a:blip r:embed="rId2"/>
          <a:stretch/>
        </p:blipFill>
        <p:spPr>
          <a:xfrm>
            <a:off x="1037880" y="5227925"/>
            <a:ext cx="7068240" cy="1078920"/>
          </a:xfrm>
          <a:prstGeom prst="rect">
            <a:avLst/>
          </a:prstGeom>
          <a:ln>
            <a:noFill/>
          </a:ln>
        </p:spPr>
      </p:pic>
    </p:spTree>
    <p:extLst>
      <p:ext uri="{BB962C8B-B14F-4D97-AF65-F5344CB8AC3E}">
        <p14:creationId xmlns:p14="http://schemas.microsoft.com/office/powerpoint/2010/main" val="2734206949"/>
      </p:ext>
    </p:extLst>
  </p:cSld>
  <p:clrMapOvr>
    <a:masterClrMapping/>
  </p:clrMapOvr>
  <p:transition spd="slow">
    <p:push dir="u"/>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stomShape 1">
            <a:extLst>
              <a:ext uri="{FF2B5EF4-FFF2-40B4-BE49-F238E27FC236}">
                <a16:creationId xmlns:a16="http://schemas.microsoft.com/office/drawing/2014/main" id="{16AE0DFB-3DBB-4665-BB7A-B246C1D208D0}"/>
              </a:ext>
            </a:extLst>
          </p:cNvPr>
          <p:cNvSpPr/>
          <p:nvPr/>
        </p:nvSpPr>
        <p:spPr>
          <a:xfrm>
            <a:off x="467640" y="162000"/>
            <a:ext cx="8568720" cy="5778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gn="ctr">
              <a:lnSpc>
                <a:spcPct val="100000"/>
              </a:lnSpc>
            </a:pPr>
            <a:r>
              <a:rPr lang="ru-RU" sz="3200" b="1" strike="noStrike" spc="-1" dirty="0">
                <a:solidFill>
                  <a:srgbClr val="FF0000"/>
                </a:solidFill>
                <a:latin typeface="Century" panose="02040604050505020304" pitchFamily="18" charset="0"/>
                <a:ea typeface="Times New Roman"/>
              </a:rPr>
              <a:t>Матрица Гессе</a:t>
            </a:r>
            <a:endParaRPr lang="ru-RU" sz="3200" b="0" strike="noStrike" spc="-1" dirty="0">
              <a:latin typeface="Century" panose="02040604050505020304" pitchFamily="18" charset="0"/>
            </a:endParaRPr>
          </a:p>
        </p:txBody>
      </p:sp>
      <p:pic>
        <p:nvPicPr>
          <p:cNvPr id="3" name="Picture 2">
            <a:extLst>
              <a:ext uri="{FF2B5EF4-FFF2-40B4-BE49-F238E27FC236}">
                <a16:creationId xmlns:a16="http://schemas.microsoft.com/office/drawing/2014/main" id="{9C0A8F5B-1C8E-48F9-8411-6DF6ECFCB619}"/>
              </a:ext>
            </a:extLst>
          </p:cNvPr>
          <p:cNvPicPr/>
          <p:nvPr/>
        </p:nvPicPr>
        <p:blipFill>
          <a:blip r:embed="rId2"/>
          <a:stretch/>
        </p:blipFill>
        <p:spPr>
          <a:xfrm>
            <a:off x="1331730" y="1556844"/>
            <a:ext cx="6030360" cy="3960000"/>
          </a:xfrm>
          <a:prstGeom prst="rect">
            <a:avLst/>
          </a:prstGeom>
          <a:ln>
            <a:noFill/>
          </a:ln>
        </p:spPr>
      </p:pic>
    </p:spTree>
    <p:extLst>
      <p:ext uri="{BB962C8B-B14F-4D97-AF65-F5344CB8AC3E}">
        <p14:creationId xmlns:p14="http://schemas.microsoft.com/office/powerpoint/2010/main" val="3879895405"/>
      </p:ext>
    </p:extLst>
  </p:cSld>
  <p:clrMapOvr>
    <a:masterClrMapping/>
  </p:clrMapOvr>
  <p:transition spd="slow">
    <p:push dir="u"/>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stomShape 1">
            <a:extLst>
              <a:ext uri="{FF2B5EF4-FFF2-40B4-BE49-F238E27FC236}">
                <a16:creationId xmlns:a16="http://schemas.microsoft.com/office/drawing/2014/main" id="{753EF41A-2CFE-4952-8C59-3AED45B93D1D}"/>
              </a:ext>
            </a:extLst>
          </p:cNvPr>
          <p:cNvSpPr/>
          <p:nvPr/>
        </p:nvSpPr>
        <p:spPr>
          <a:xfrm>
            <a:off x="2411820" y="300425"/>
            <a:ext cx="4770578" cy="644877"/>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be-BY" sz="3600" b="1" strike="noStrike" spc="-1" dirty="0">
                <a:solidFill>
                  <a:srgbClr val="FF0000"/>
                </a:solidFill>
                <a:latin typeface="Century" panose="02040604050505020304" pitchFamily="18" charset="0"/>
              </a:rPr>
              <a:t>Функция Лагранжа:</a:t>
            </a:r>
            <a:endParaRPr lang="ru-RU" sz="3600" b="0" strike="noStrike" spc="-1" dirty="0">
              <a:latin typeface="Century" panose="02040604050505020304" pitchFamily="18" charset="0"/>
            </a:endParaRPr>
          </a:p>
        </p:txBody>
      </p:sp>
      <p:sp>
        <p:nvSpPr>
          <p:cNvPr id="3" name="CustomShape 2">
            <a:extLst>
              <a:ext uri="{FF2B5EF4-FFF2-40B4-BE49-F238E27FC236}">
                <a16:creationId xmlns:a16="http://schemas.microsoft.com/office/drawing/2014/main" id="{76AFD7A7-AA7B-48D3-8E6E-FCABDF00A295}"/>
              </a:ext>
            </a:extLst>
          </p:cNvPr>
          <p:cNvSpPr/>
          <p:nvPr/>
        </p:nvSpPr>
        <p:spPr>
          <a:xfrm>
            <a:off x="611640" y="1895760"/>
            <a:ext cx="8712720" cy="2097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gn="just">
              <a:lnSpc>
                <a:spcPct val="150000"/>
              </a:lnSpc>
            </a:pPr>
            <a:r>
              <a:rPr lang="ru-RU" sz="2800" b="0" strike="noStrike" spc="-1">
                <a:solidFill>
                  <a:srgbClr val="000000"/>
                </a:solidFill>
                <a:latin typeface="Times New Roman"/>
              </a:rPr>
              <a:t>где </a:t>
            </a:r>
            <a:r>
              <a:rPr lang="en-US" sz="2800" b="1" i="1" strike="noStrike" spc="-1">
                <a:solidFill>
                  <a:srgbClr val="000000"/>
                </a:solidFill>
                <a:latin typeface="Times New Roman"/>
              </a:rPr>
              <a:t>F</a:t>
            </a:r>
            <a:r>
              <a:rPr lang="ru-RU" sz="2800" b="0" strike="noStrike" spc="-1">
                <a:solidFill>
                  <a:srgbClr val="000000"/>
                </a:solidFill>
                <a:latin typeface="Times New Roman"/>
              </a:rPr>
              <a:t>(</a:t>
            </a:r>
            <a:r>
              <a:rPr lang="en-US" sz="2800" b="1" i="1" strike="noStrike" spc="-1">
                <a:solidFill>
                  <a:srgbClr val="000000"/>
                </a:solidFill>
                <a:latin typeface="Times New Roman"/>
              </a:rPr>
              <a:t>M</a:t>
            </a:r>
            <a:r>
              <a:rPr lang="ru-RU" sz="2800" b="0" strike="noStrike" spc="-1">
                <a:solidFill>
                  <a:srgbClr val="000000"/>
                </a:solidFill>
                <a:latin typeface="Times New Roman"/>
              </a:rPr>
              <a:t>, </a:t>
            </a:r>
            <a:r>
              <a:rPr lang="en-US" sz="2800" b="1" i="1" strike="noStrike" spc="-1">
                <a:solidFill>
                  <a:srgbClr val="000000"/>
                </a:solidFill>
                <a:latin typeface="Times New Roman"/>
              </a:rPr>
              <a:t>N</a:t>
            </a:r>
            <a:r>
              <a:rPr lang="ru-RU" sz="2800" b="0" strike="noStrike" spc="-1">
                <a:solidFill>
                  <a:srgbClr val="000000"/>
                </a:solidFill>
                <a:latin typeface="Times New Roman"/>
              </a:rPr>
              <a:t>) — лагранжиан; </a:t>
            </a:r>
            <a:r>
              <a:rPr lang="en-US" sz="2800" b="0" i="1" strike="noStrike" spc="-1">
                <a:solidFill>
                  <a:srgbClr val="000000"/>
                </a:solidFill>
                <a:latin typeface="Times New Roman"/>
              </a:rPr>
              <a:t>f</a:t>
            </a:r>
            <a:r>
              <a:rPr lang="ru-RU" sz="2800" b="0" strike="noStrike" spc="-1">
                <a:solidFill>
                  <a:srgbClr val="000000"/>
                </a:solidFill>
                <a:latin typeface="Times New Roman"/>
              </a:rPr>
              <a:t>(</a:t>
            </a:r>
            <a:r>
              <a:rPr lang="en-US" sz="2800" b="0" i="1" strike="noStrike" spc="-1">
                <a:solidFill>
                  <a:srgbClr val="000000"/>
                </a:solidFill>
                <a:latin typeface="Times New Roman"/>
              </a:rPr>
              <a:t>M</a:t>
            </a:r>
            <a:r>
              <a:rPr lang="ru-RU" sz="2800" b="0" strike="noStrike" spc="-1">
                <a:solidFill>
                  <a:srgbClr val="000000"/>
                </a:solidFill>
                <a:latin typeface="Times New Roman"/>
              </a:rPr>
              <a:t>) — целевая функция;			    </a:t>
            </a:r>
            <a:r>
              <a:rPr lang="en-US" sz="2800" b="0" strike="noStrike" spc="-1">
                <a:solidFill>
                  <a:srgbClr val="000000"/>
                </a:solidFill>
                <a:latin typeface="Times New Roman"/>
              </a:rPr>
              <a:t>	         </a:t>
            </a:r>
            <a:r>
              <a:rPr lang="ru-RU" sz="2800" b="0" strike="noStrike" spc="-1">
                <a:solidFill>
                  <a:srgbClr val="000000"/>
                </a:solidFill>
                <a:latin typeface="Times New Roman"/>
              </a:rPr>
              <a:t>– множители Лагранжа;</a:t>
            </a:r>
            <a:endParaRPr lang="ru-RU" sz="2800" b="0" strike="noStrike" spc="-1">
              <a:latin typeface="Arial"/>
            </a:endParaRPr>
          </a:p>
          <a:p>
            <a:pPr algn="just">
              <a:lnSpc>
                <a:spcPct val="150000"/>
              </a:lnSpc>
            </a:pPr>
            <a:r>
              <a:rPr lang="en-US" sz="2800" b="0" i="1" strike="noStrike" spc="-1">
                <a:solidFill>
                  <a:srgbClr val="000000"/>
                </a:solidFill>
                <a:latin typeface="Times New Roman"/>
              </a:rPr>
              <a:t>l</a:t>
            </a:r>
            <a:r>
              <a:rPr lang="ru-RU" sz="2800" b="0" strike="noStrike" spc="-1">
                <a:solidFill>
                  <a:srgbClr val="000000"/>
                </a:solidFill>
                <a:latin typeface="Times New Roman"/>
              </a:rPr>
              <a:t> — число ограничений </a:t>
            </a:r>
            <a:r>
              <a:rPr lang="el-GR" sz="2800" b="0" i="1" strike="noStrike" spc="-1">
                <a:solidFill>
                  <a:srgbClr val="000000"/>
                </a:solidFill>
                <a:latin typeface="Times New Roman"/>
              </a:rPr>
              <a:t>φ</a:t>
            </a:r>
            <a:r>
              <a:rPr lang="ru-RU" sz="2800" b="0" i="1" strike="noStrike" spc="-1" baseline="-25000">
                <a:solidFill>
                  <a:srgbClr val="000000"/>
                </a:solidFill>
                <a:latin typeface="Times New Roman"/>
              </a:rPr>
              <a:t>i</a:t>
            </a:r>
            <a:r>
              <a:rPr lang="ru-RU" sz="2800" b="0" strike="noStrike" spc="-1">
                <a:solidFill>
                  <a:srgbClr val="000000"/>
                </a:solidFill>
                <a:latin typeface="Times New Roman"/>
              </a:rPr>
              <a:t>(</a:t>
            </a:r>
            <a:r>
              <a:rPr lang="ru-RU" sz="2800" b="0" i="1" strike="noStrike" spc="-1">
                <a:solidFill>
                  <a:srgbClr val="000000"/>
                </a:solidFill>
                <a:latin typeface="Times New Roman"/>
              </a:rPr>
              <a:t>x</a:t>
            </a:r>
            <a:r>
              <a:rPr lang="ru-RU" sz="2800" b="0" strike="noStrike" spc="-1">
                <a:solidFill>
                  <a:srgbClr val="000000"/>
                </a:solidFill>
                <a:latin typeface="Times New Roman"/>
              </a:rPr>
              <a:t>).</a:t>
            </a:r>
            <a:endParaRPr lang="ru-RU" sz="2800" b="0" strike="noStrike" spc="-1">
              <a:latin typeface="Arial"/>
            </a:endParaRPr>
          </a:p>
        </p:txBody>
      </p:sp>
      <p:pic>
        <p:nvPicPr>
          <p:cNvPr id="4" name="Picture 2">
            <a:extLst>
              <a:ext uri="{FF2B5EF4-FFF2-40B4-BE49-F238E27FC236}">
                <a16:creationId xmlns:a16="http://schemas.microsoft.com/office/drawing/2014/main" id="{CD1916DF-BC99-4CB4-98CD-FD3C87E5DB77}"/>
              </a:ext>
            </a:extLst>
          </p:cNvPr>
          <p:cNvPicPr/>
          <p:nvPr/>
        </p:nvPicPr>
        <p:blipFill>
          <a:blip r:embed="rId2"/>
          <a:stretch/>
        </p:blipFill>
        <p:spPr>
          <a:xfrm>
            <a:off x="1680120" y="1050120"/>
            <a:ext cx="4909320" cy="1087200"/>
          </a:xfrm>
          <a:prstGeom prst="rect">
            <a:avLst/>
          </a:prstGeom>
          <a:ln>
            <a:noFill/>
          </a:ln>
        </p:spPr>
      </p:pic>
      <p:pic>
        <p:nvPicPr>
          <p:cNvPr id="5" name="Picture 3">
            <a:extLst>
              <a:ext uri="{FF2B5EF4-FFF2-40B4-BE49-F238E27FC236}">
                <a16:creationId xmlns:a16="http://schemas.microsoft.com/office/drawing/2014/main" id="{D874DDD2-EA23-4820-8BD9-858EFE35C2E1}"/>
              </a:ext>
            </a:extLst>
          </p:cNvPr>
          <p:cNvPicPr/>
          <p:nvPr/>
        </p:nvPicPr>
        <p:blipFill>
          <a:blip r:embed="rId3"/>
          <a:stretch/>
        </p:blipFill>
        <p:spPr>
          <a:xfrm>
            <a:off x="683640" y="2749320"/>
            <a:ext cx="2592000" cy="545040"/>
          </a:xfrm>
          <a:prstGeom prst="rect">
            <a:avLst/>
          </a:prstGeom>
          <a:ln>
            <a:noFill/>
          </a:ln>
        </p:spPr>
      </p:pic>
      <p:sp>
        <p:nvSpPr>
          <p:cNvPr id="6" name="CustomShape 3">
            <a:extLst>
              <a:ext uri="{FF2B5EF4-FFF2-40B4-BE49-F238E27FC236}">
                <a16:creationId xmlns:a16="http://schemas.microsoft.com/office/drawing/2014/main" id="{A6602A8E-3587-4588-8309-6C19EA34FBC4}"/>
              </a:ext>
            </a:extLst>
          </p:cNvPr>
          <p:cNvSpPr/>
          <p:nvPr/>
        </p:nvSpPr>
        <p:spPr>
          <a:xfrm>
            <a:off x="162000" y="3933000"/>
            <a:ext cx="8730000" cy="10018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ru-RU" sz="2800" b="1" strike="noStrike" spc="-1">
                <a:solidFill>
                  <a:srgbClr val="000000"/>
                </a:solidFill>
                <a:latin typeface="Times New Roman"/>
                <a:ea typeface="Times New Roman"/>
              </a:rPr>
              <a:t>Теорема</a:t>
            </a:r>
            <a:r>
              <a:rPr lang="ru-RU" sz="2800" b="1" i="1" strike="noStrike" spc="-1">
                <a:solidFill>
                  <a:srgbClr val="000000"/>
                </a:solidFill>
                <a:latin typeface="Times New Roman"/>
                <a:ea typeface="Times New Roman"/>
              </a:rPr>
              <a:t>. Если точка </a:t>
            </a:r>
            <a:r>
              <a:rPr lang="en-US" sz="2800" b="1" i="1" strike="noStrike" spc="-1">
                <a:solidFill>
                  <a:srgbClr val="000000"/>
                </a:solidFill>
                <a:latin typeface="Times New Roman"/>
                <a:ea typeface="Times New Roman"/>
              </a:rPr>
              <a:t>M</a:t>
            </a:r>
            <a:r>
              <a:rPr lang="ru-RU" sz="2800" b="1" i="1" strike="noStrike" spc="-1" baseline="-25000">
                <a:solidFill>
                  <a:srgbClr val="000000"/>
                </a:solidFill>
                <a:latin typeface="Times New Roman"/>
                <a:ea typeface="Times New Roman"/>
              </a:rPr>
              <a:t>0 </a:t>
            </a:r>
            <a:r>
              <a:rPr lang="ru-RU" sz="2800" b="1" i="1" strike="noStrike" spc="-1">
                <a:solidFill>
                  <a:srgbClr val="000000"/>
                </a:solidFill>
                <a:latin typeface="Times New Roman"/>
                <a:ea typeface="Times New Roman"/>
              </a:rPr>
              <a:t> является точкой условного экстремума функции </a:t>
            </a:r>
            <a:r>
              <a:rPr lang="en-US" sz="2800" b="1" i="1" strike="noStrike" spc="-1">
                <a:solidFill>
                  <a:srgbClr val="000000"/>
                </a:solidFill>
                <a:latin typeface="Times New Roman"/>
                <a:ea typeface="Times New Roman"/>
              </a:rPr>
              <a:t>y</a:t>
            </a:r>
            <a:r>
              <a:rPr lang="ru-RU" sz="2800" b="1" i="1" strike="noStrike" spc="-1">
                <a:solidFill>
                  <a:srgbClr val="000000"/>
                </a:solidFill>
                <a:latin typeface="Times New Roman"/>
                <a:ea typeface="Times New Roman"/>
              </a:rPr>
              <a:t>=</a:t>
            </a:r>
            <a:r>
              <a:rPr lang="en-US" sz="2800" b="1" i="1" strike="noStrike" spc="-1">
                <a:solidFill>
                  <a:srgbClr val="000000"/>
                </a:solidFill>
                <a:latin typeface="Times New Roman"/>
                <a:ea typeface="Times New Roman"/>
              </a:rPr>
              <a:t>f</a:t>
            </a:r>
            <a:r>
              <a:rPr lang="ru-RU" sz="2800" b="1" i="1" strike="noStrike" spc="-1">
                <a:solidFill>
                  <a:srgbClr val="000000"/>
                </a:solidFill>
                <a:latin typeface="Times New Roman"/>
                <a:ea typeface="Times New Roman"/>
              </a:rPr>
              <a:t>(</a:t>
            </a:r>
            <a:r>
              <a:rPr lang="en-US" sz="2800" b="1" i="1" strike="noStrike" spc="-1">
                <a:solidFill>
                  <a:srgbClr val="000000"/>
                </a:solidFill>
                <a:latin typeface="Times New Roman"/>
                <a:ea typeface="Times New Roman"/>
              </a:rPr>
              <a:t>M</a:t>
            </a:r>
            <a:r>
              <a:rPr lang="ru-RU" sz="2800" b="1" i="1" strike="noStrike" spc="-1">
                <a:solidFill>
                  <a:srgbClr val="000000"/>
                </a:solidFill>
                <a:latin typeface="Times New Roman"/>
                <a:ea typeface="Times New Roman"/>
              </a:rPr>
              <a:t>) при условиях </a:t>
            </a:r>
            <a:endParaRPr lang="ru-RU" sz="2800" b="0" strike="noStrike" spc="-1">
              <a:latin typeface="Arial"/>
            </a:endParaRPr>
          </a:p>
        </p:txBody>
      </p:sp>
      <p:pic>
        <p:nvPicPr>
          <p:cNvPr id="7" name="Picture 4">
            <a:extLst>
              <a:ext uri="{FF2B5EF4-FFF2-40B4-BE49-F238E27FC236}">
                <a16:creationId xmlns:a16="http://schemas.microsoft.com/office/drawing/2014/main" id="{F6CA2322-5FDC-4E04-AA0E-44271E444778}"/>
              </a:ext>
            </a:extLst>
          </p:cNvPr>
          <p:cNvPicPr/>
          <p:nvPr/>
        </p:nvPicPr>
        <p:blipFill>
          <a:blip r:embed="rId4"/>
          <a:stretch/>
        </p:blipFill>
        <p:spPr>
          <a:xfrm>
            <a:off x="7105680" y="4410000"/>
            <a:ext cx="1572840" cy="476640"/>
          </a:xfrm>
          <a:prstGeom prst="rect">
            <a:avLst/>
          </a:prstGeom>
          <a:ln>
            <a:noFill/>
          </a:ln>
        </p:spPr>
      </p:pic>
      <p:pic>
        <p:nvPicPr>
          <p:cNvPr id="8" name="Picture 5">
            <a:extLst>
              <a:ext uri="{FF2B5EF4-FFF2-40B4-BE49-F238E27FC236}">
                <a16:creationId xmlns:a16="http://schemas.microsoft.com/office/drawing/2014/main" id="{7BF0F56E-1F5F-4C31-995B-6A486E705F4C}"/>
              </a:ext>
            </a:extLst>
          </p:cNvPr>
          <p:cNvPicPr/>
          <p:nvPr/>
        </p:nvPicPr>
        <p:blipFill>
          <a:blip r:embed="rId5"/>
          <a:stretch/>
        </p:blipFill>
        <p:spPr>
          <a:xfrm>
            <a:off x="219240" y="4822920"/>
            <a:ext cx="1600920" cy="471600"/>
          </a:xfrm>
          <a:prstGeom prst="rect">
            <a:avLst/>
          </a:prstGeom>
          <a:ln>
            <a:noFill/>
          </a:ln>
        </p:spPr>
      </p:pic>
      <p:sp>
        <p:nvSpPr>
          <p:cNvPr id="9" name="CustomShape 4">
            <a:extLst>
              <a:ext uri="{FF2B5EF4-FFF2-40B4-BE49-F238E27FC236}">
                <a16:creationId xmlns:a16="http://schemas.microsoft.com/office/drawing/2014/main" id="{326724B5-2389-424F-8194-9871B2CF0352}"/>
              </a:ext>
            </a:extLst>
          </p:cNvPr>
          <p:cNvSpPr/>
          <p:nvPr/>
        </p:nvSpPr>
        <p:spPr>
          <a:xfrm>
            <a:off x="8574840" y="4299480"/>
            <a:ext cx="269640" cy="51696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ru-RU" sz="2800" b="1" i="1" strike="noStrike" spc="-1">
                <a:solidFill>
                  <a:srgbClr val="000000"/>
                </a:solidFill>
                <a:latin typeface="Times New Roman"/>
                <a:ea typeface="Times New Roman"/>
              </a:rPr>
              <a:t>,</a:t>
            </a:r>
            <a:endParaRPr lang="ru-RU" sz="2800" b="0" strike="noStrike" spc="-1">
              <a:latin typeface="Arial"/>
            </a:endParaRPr>
          </a:p>
        </p:txBody>
      </p:sp>
      <p:sp>
        <p:nvSpPr>
          <p:cNvPr id="10" name="CustomShape 5">
            <a:extLst>
              <a:ext uri="{FF2B5EF4-FFF2-40B4-BE49-F238E27FC236}">
                <a16:creationId xmlns:a16="http://schemas.microsoft.com/office/drawing/2014/main" id="{78637F9F-E38F-4AED-8058-E1CA8A57A356}"/>
              </a:ext>
            </a:extLst>
          </p:cNvPr>
          <p:cNvSpPr/>
          <p:nvPr/>
        </p:nvSpPr>
        <p:spPr>
          <a:xfrm>
            <a:off x="1771920" y="4771080"/>
            <a:ext cx="889920" cy="51696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ru-RU" sz="2800" b="1" i="1" strike="noStrike" spc="-1">
                <a:solidFill>
                  <a:srgbClr val="000000"/>
                </a:solidFill>
                <a:latin typeface="Times New Roman"/>
                <a:ea typeface="Times New Roman"/>
              </a:rPr>
              <a:t>,</a:t>
            </a:r>
            <a:r>
              <a:rPr lang="en-US" sz="2800" b="1" i="1" strike="noStrike" spc="-1">
                <a:solidFill>
                  <a:srgbClr val="000000"/>
                </a:solidFill>
                <a:latin typeface="Times New Roman"/>
                <a:ea typeface="Times New Roman"/>
              </a:rPr>
              <a:t> … ,</a:t>
            </a:r>
            <a:endParaRPr lang="ru-RU" sz="2800" b="0" strike="noStrike" spc="-1">
              <a:latin typeface="Arial"/>
            </a:endParaRPr>
          </a:p>
        </p:txBody>
      </p:sp>
      <p:pic>
        <p:nvPicPr>
          <p:cNvPr id="11" name="Picture 6">
            <a:extLst>
              <a:ext uri="{FF2B5EF4-FFF2-40B4-BE49-F238E27FC236}">
                <a16:creationId xmlns:a16="http://schemas.microsoft.com/office/drawing/2014/main" id="{91E8CAC3-43B0-4572-9390-9319C414E84D}"/>
              </a:ext>
            </a:extLst>
          </p:cNvPr>
          <p:cNvPicPr/>
          <p:nvPr/>
        </p:nvPicPr>
        <p:blipFill>
          <a:blip r:embed="rId6"/>
          <a:stretch/>
        </p:blipFill>
        <p:spPr>
          <a:xfrm>
            <a:off x="2797200" y="4823280"/>
            <a:ext cx="1510920" cy="471600"/>
          </a:xfrm>
          <a:prstGeom prst="rect">
            <a:avLst/>
          </a:prstGeom>
          <a:ln>
            <a:noFill/>
          </a:ln>
        </p:spPr>
      </p:pic>
      <p:sp>
        <p:nvSpPr>
          <p:cNvPr id="12" name="CustomShape 6">
            <a:extLst>
              <a:ext uri="{FF2B5EF4-FFF2-40B4-BE49-F238E27FC236}">
                <a16:creationId xmlns:a16="http://schemas.microsoft.com/office/drawing/2014/main" id="{A3D73FEC-2AF7-42B5-B7FE-DE7296BB9AB2}"/>
              </a:ext>
            </a:extLst>
          </p:cNvPr>
          <p:cNvSpPr/>
          <p:nvPr/>
        </p:nvSpPr>
        <p:spPr>
          <a:xfrm>
            <a:off x="4237920" y="4726080"/>
            <a:ext cx="3965040" cy="51696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ru-RU" sz="2800" b="1" i="1" strike="noStrike" spc="-1">
                <a:solidFill>
                  <a:srgbClr val="000000"/>
                </a:solidFill>
                <a:latin typeface="Times New Roman"/>
                <a:ea typeface="Times New Roman"/>
              </a:rPr>
              <a:t>, то существует такое </a:t>
            </a:r>
            <a:endParaRPr lang="ru-RU" sz="2800" b="0" strike="noStrike" spc="-1">
              <a:latin typeface="Arial"/>
            </a:endParaRPr>
          </a:p>
        </p:txBody>
      </p:sp>
      <p:pic>
        <p:nvPicPr>
          <p:cNvPr id="13" name="Picture 7">
            <a:extLst>
              <a:ext uri="{FF2B5EF4-FFF2-40B4-BE49-F238E27FC236}">
                <a16:creationId xmlns:a16="http://schemas.microsoft.com/office/drawing/2014/main" id="{481BF9E5-1AAF-4C9F-9303-6FC8D6D0CA82}"/>
              </a:ext>
            </a:extLst>
          </p:cNvPr>
          <p:cNvPicPr/>
          <p:nvPr/>
        </p:nvPicPr>
        <p:blipFill>
          <a:blip r:embed="rId7"/>
          <a:stretch/>
        </p:blipFill>
        <p:spPr>
          <a:xfrm>
            <a:off x="235800" y="5259240"/>
            <a:ext cx="2478960" cy="494640"/>
          </a:xfrm>
          <a:prstGeom prst="rect">
            <a:avLst/>
          </a:prstGeom>
          <a:ln>
            <a:noFill/>
          </a:ln>
        </p:spPr>
      </p:pic>
      <p:sp>
        <p:nvSpPr>
          <p:cNvPr id="14" name="CustomShape 7">
            <a:extLst>
              <a:ext uri="{FF2B5EF4-FFF2-40B4-BE49-F238E27FC236}">
                <a16:creationId xmlns:a16="http://schemas.microsoft.com/office/drawing/2014/main" id="{4F903143-74B0-49A9-84EA-5A0A955711BB}"/>
              </a:ext>
            </a:extLst>
          </p:cNvPr>
          <p:cNvSpPr/>
          <p:nvPr/>
        </p:nvSpPr>
        <p:spPr>
          <a:xfrm>
            <a:off x="2640600" y="5249160"/>
            <a:ext cx="7091640" cy="5752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ru-RU" sz="2800" b="1" i="1" strike="noStrike" spc="-1">
                <a:solidFill>
                  <a:srgbClr val="000000"/>
                </a:solidFill>
                <a:latin typeface="Times New Roman"/>
                <a:ea typeface="Times New Roman"/>
              </a:rPr>
              <a:t>, что точка (</a:t>
            </a:r>
            <a:r>
              <a:rPr lang="en-US" sz="2800" b="1" i="1" strike="noStrike" spc="-1">
                <a:solidFill>
                  <a:srgbClr val="000000"/>
                </a:solidFill>
                <a:latin typeface="Times New Roman"/>
                <a:ea typeface="Times New Roman"/>
              </a:rPr>
              <a:t>M</a:t>
            </a:r>
            <a:r>
              <a:rPr lang="ru-RU" sz="2800" b="1" i="1" strike="noStrike" spc="-1" baseline="-25000">
                <a:solidFill>
                  <a:srgbClr val="000000"/>
                </a:solidFill>
                <a:latin typeface="Times New Roman"/>
                <a:ea typeface="Times New Roman"/>
              </a:rPr>
              <a:t>0</a:t>
            </a:r>
            <a:r>
              <a:rPr lang="ru-RU" sz="2800" b="1" i="1" strike="noStrike" spc="-1">
                <a:solidFill>
                  <a:srgbClr val="000000"/>
                </a:solidFill>
                <a:latin typeface="Times New Roman"/>
                <a:ea typeface="Times New Roman"/>
              </a:rPr>
              <a:t>, </a:t>
            </a:r>
            <a:r>
              <a:rPr lang="en-US" sz="2800" b="1" i="1" strike="noStrike" spc="-1">
                <a:solidFill>
                  <a:srgbClr val="000000"/>
                </a:solidFill>
                <a:latin typeface="Times New Roman"/>
                <a:ea typeface="Times New Roman"/>
              </a:rPr>
              <a:t>N</a:t>
            </a:r>
            <a:r>
              <a:rPr lang="ru-RU" sz="2800" b="1" i="1" strike="noStrike" spc="-1" baseline="-25000">
                <a:solidFill>
                  <a:srgbClr val="000000"/>
                </a:solidFill>
                <a:latin typeface="Times New Roman"/>
                <a:ea typeface="Times New Roman"/>
              </a:rPr>
              <a:t>0</a:t>
            </a:r>
            <a:r>
              <a:rPr lang="ru-RU" sz="2800" b="1" i="1" strike="noStrike" spc="-1">
                <a:solidFill>
                  <a:srgbClr val="000000"/>
                </a:solidFill>
                <a:latin typeface="Times New Roman"/>
                <a:ea typeface="Times New Roman"/>
              </a:rPr>
              <a:t>) является точкой</a:t>
            </a:r>
            <a:endParaRPr lang="ru-RU" sz="2800" b="0" strike="noStrike" spc="-1">
              <a:latin typeface="Arial"/>
            </a:endParaRPr>
          </a:p>
        </p:txBody>
      </p:sp>
      <p:sp>
        <p:nvSpPr>
          <p:cNvPr id="15" name="CustomShape 8">
            <a:extLst>
              <a:ext uri="{FF2B5EF4-FFF2-40B4-BE49-F238E27FC236}">
                <a16:creationId xmlns:a16="http://schemas.microsoft.com/office/drawing/2014/main" id="{BFBD62C8-92E9-42ED-A761-55701E2114B9}"/>
              </a:ext>
            </a:extLst>
          </p:cNvPr>
          <p:cNvSpPr/>
          <p:nvPr/>
        </p:nvSpPr>
        <p:spPr>
          <a:xfrm>
            <a:off x="194040" y="5947560"/>
            <a:ext cx="3620880" cy="51696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ru-RU" sz="2800" b="1" i="1" strike="noStrike" spc="-1">
                <a:solidFill>
                  <a:srgbClr val="000000"/>
                </a:solidFill>
                <a:latin typeface="Times New Roman"/>
                <a:ea typeface="Times New Roman"/>
              </a:rPr>
              <a:t>экстремума функции </a:t>
            </a:r>
            <a:endParaRPr lang="ru-RU" sz="2800" b="0" strike="noStrike" spc="-1">
              <a:latin typeface="Arial"/>
            </a:endParaRPr>
          </a:p>
        </p:txBody>
      </p:sp>
      <p:pic>
        <p:nvPicPr>
          <p:cNvPr id="16" name="Picture 2">
            <a:extLst>
              <a:ext uri="{FF2B5EF4-FFF2-40B4-BE49-F238E27FC236}">
                <a16:creationId xmlns:a16="http://schemas.microsoft.com/office/drawing/2014/main" id="{C9C2D796-F7BD-4E43-AB96-F8593293E70D}"/>
              </a:ext>
            </a:extLst>
          </p:cNvPr>
          <p:cNvPicPr/>
          <p:nvPr/>
        </p:nvPicPr>
        <p:blipFill>
          <a:blip r:embed="rId2"/>
          <a:stretch/>
        </p:blipFill>
        <p:spPr>
          <a:xfrm>
            <a:off x="3773160" y="5760360"/>
            <a:ext cx="4909320" cy="1087200"/>
          </a:xfrm>
          <a:prstGeom prst="rect">
            <a:avLst/>
          </a:prstGeom>
          <a:ln>
            <a:noFill/>
          </a:ln>
        </p:spPr>
      </p:pic>
    </p:spTree>
    <p:extLst>
      <p:ext uri="{BB962C8B-B14F-4D97-AF65-F5344CB8AC3E}">
        <p14:creationId xmlns:p14="http://schemas.microsoft.com/office/powerpoint/2010/main" val="1678689954"/>
      </p:ext>
    </p:extLst>
  </p:cSld>
  <p:clrMapOvr>
    <a:masterClrMapping/>
  </p:clrMapOvr>
  <p:transition spd="slow">
    <p:push dir="u"/>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stomShape 1">
            <a:extLst>
              <a:ext uri="{FF2B5EF4-FFF2-40B4-BE49-F238E27FC236}">
                <a16:creationId xmlns:a16="http://schemas.microsoft.com/office/drawing/2014/main" id="{494888E7-0025-469D-AFE8-387997B4E71E}"/>
              </a:ext>
            </a:extLst>
          </p:cNvPr>
          <p:cNvSpPr/>
          <p:nvPr/>
        </p:nvSpPr>
        <p:spPr>
          <a:xfrm>
            <a:off x="251640" y="620640"/>
            <a:ext cx="8784720" cy="1370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gn="just">
              <a:lnSpc>
                <a:spcPct val="100000"/>
              </a:lnSpc>
            </a:pPr>
            <a:r>
              <a:rPr lang="ru-RU" sz="2800" b="0" strike="noStrike" spc="-1">
                <a:solidFill>
                  <a:srgbClr val="000000"/>
                </a:solidFill>
                <a:latin typeface="Times New Roman"/>
                <a:ea typeface="Times New Roman"/>
              </a:rPr>
              <a:t>В качестве необходимых условий существования экстремума формируется система уравнений, решения которой и требуется найти:</a:t>
            </a:r>
            <a:endParaRPr lang="ru-RU" sz="2800" b="0" strike="noStrike" spc="-1">
              <a:latin typeface="Arial"/>
            </a:endParaRPr>
          </a:p>
        </p:txBody>
      </p:sp>
      <p:sp>
        <p:nvSpPr>
          <p:cNvPr id="3" name="CustomShape 2">
            <a:extLst>
              <a:ext uri="{FF2B5EF4-FFF2-40B4-BE49-F238E27FC236}">
                <a16:creationId xmlns:a16="http://schemas.microsoft.com/office/drawing/2014/main" id="{D4DB8D2E-0DB1-44ED-9E35-569D3F571C86}"/>
              </a:ext>
            </a:extLst>
          </p:cNvPr>
          <p:cNvSpPr/>
          <p:nvPr/>
        </p:nvSpPr>
        <p:spPr>
          <a:xfrm>
            <a:off x="2548080" y="17640"/>
            <a:ext cx="4977110" cy="644877"/>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ru-RU" sz="3600" b="1" strike="noStrike" spc="-1" dirty="0">
                <a:solidFill>
                  <a:srgbClr val="FF0000"/>
                </a:solidFill>
                <a:latin typeface="Century" panose="02040604050505020304" pitchFamily="18" charset="0"/>
                <a:ea typeface="Times New Roman"/>
              </a:rPr>
              <a:t>Условный экстремум </a:t>
            </a:r>
            <a:endParaRPr lang="ru-RU" sz="3600" b="0" strike="noStrike" spc="-1" dirty="0">
              <a:latin typeface="Century" panose="02040604050505020304" pitchFamily="18" charset="0"/>
            </a:endParaRPr>
          </a:p>
        </p:txBody>
      </p:sp>
      <p:pic>
        <p:nvPicPr>
          <p:cNvPr id="4" name="Picture 2">
            <a:extLst>
              <a:ext uri="{FF2B5EF4-FFF2-40B4-BE49-F238E27FC236}">
                <a16:creationId xmlns:a16="http://schemas.microsoft.com/office/drawing/2014/main" id="{2DE20407-6001-4904-B20B-6AED5D28B941}"/>
              </a:ext>
            </a:extLst>
          </p:cNvPr>
          <p:cNvPicPr/>
          <p:nvPr/>
        </p:nvPicPr>
        <p:blipFill>
          <a:blip r:embed="rId2"/>
          <a:stretch/>
        </p:blipFill>
        <p:spPr>
          <a:xfrm>
            <a:off x="1802520" y="2049840"/>
            <a:ext cx="5729760" cy="2026800"/>
          </a:xfrm>
          <a:prstGeom prst="rect">
            <a:avLst/>
          </a:prstGeom>
          <a:ln>
            <a:noFill/>
          </a:ln>
        </p:spPr>
      </p:pic>
      <p:sp>
        <p:nvSpPr>
          <p:cNvPr id="5" name="CustomShape 3">
            <a:extLst>
              <a:ext uri="{FF2B5EF4-FFF2-40B4-BE49-F238E27FC236}">
                <a16:creationId xmlns:a16="http://schemas.microsoft.com/office/drawing/2014/main" id="{DE7099B0-51B8-433B-BBC6-C60321F979B2}"/>
              </a:ext>
            </a:extLst>
          </p:cNvPr>
          <p:cNvSpPr/>
          <p:nvPr/>
        </p:nvSpPr>
        <p:spPr>
          <a:xfrm>
            <a:off x="512640" y="4158360"/>
            <a:ext cx="7560360" cy="9435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gn="just">
              <a:lnSpc>
                <a:spcPct val="100000"/>
              </a:lnSpc>
            </a:pPr>
            <a:r>
              <a:rPr lang="ru-RU" sz="2800" b="0" strike="noStrike" spc="-1">
                <a:solidFill>
                  <a:srgbClr val="000000"/>
                </a:solidFill>
                <a:latin typeface="Times New Roman"/>
                <a:ea typeface="Times New Roman"/>
              </a:rPr>
              <a:t>Решения системы уравнений образуют множество критических точек с переменными </a:t>
            </a:r>
            <a:endParaRPr lang="ru-RU" sz="2800" b="0" strike="noStrike" spc="-1">
              <a:latin typeface="Arial"/>
            </a:endParaRPr>
          </a:p>
        </p:txBody>
      </p:sp>
      <p:pic>
        <p:nvPicPr>
          <p:cNvPr id="6" name="Picture 3">
            <a:extLst>
              <a:ext uri="{FF2B5EF4-FFF2-40B4-BE49-F238E27FC236}">
                <a16:creationId xmlns:a16="http://schemas.microsoft.com/office/drawing/2014/main" id="{99F94D9D-D84C-433E-BFEF-1C8B6DAF0ED3}"/>
              </a:ext>
            </a:extLst>
          </p:cNvPr>
          <p:cNvPicPr/>
          <p:nvPr/>
        </p:nvPicPr>
        <p:blipFill>
          <a:blip r:embed="rId3"/>
          <a:stretch/>
        </p:blipFill>
        <p:spPr>
          <a:xfrm>
            <a:off x="512640" y="5085000"/>
            <a:ext cx="2083680" cy="575640"/>
          </a:xfrm>
          <a:prstGeom prst="rect">
            <a:avLst/>
          </a:prstGeom>
          <a:ln>
            <a:noFill/>
          </a:ln>
        </p:spPr>
      </p:pic>
      <p:pic>
        <p:nvPicPr>
          <p:cNvPr id="7" name="Picture 4">
            <a:extLst>
              <a:ext uri="{FF2B5EF4-FFF2-40B4-BE49-F238E27FC236}">
                <a16:creationId xmlns:a16="http://schemas.microsoft.com/office/drawing/2014/main" id="{D381BAD7-5ED1-4162-B78C-C7EC3619D325}"/>
              </a:ext>
            </a:extLst>
          </p:cNvPr>
          <p:cNvPicPr/>
          <p:nvPr/>
        </p:nvPicPr>
        <p:blipFill>
          <a:blip r:embed="rId4"/>
          <a:stretch/>
        </p:blipFill>
        <p:spPr>
          <a:xfrm>
            <a:off x="3478320" y="5044320"/>
            <a:ext cx="2245320" cy="620640"/>
          </a:xfrm>
          <a:prstGeom prst="rect">
            <a:avLst/>
          </a:prstGeom>
          <a:ln>
            <a:noFill/>
          </a:ln>
        </p:spPr>
      </p:pic>
      <p:sp>
        <p:nvSpPr>
          <p:cNvPr id="8" name="CustomShape 4">
            <a:extLst>
              <a:ext uri="{FF2B5EF4-FFF2-40B4-BE49-F238E27FC236}">
                <a16:creationId xmlns:a16="http://schemas.microsoft.com/office/drawing/2014/main" id="{2A6865BE-252E-4949-AF3D-4A36687F8410}"/>
              </a:ext>
            </a:extLst>
          </p:cNvPr>
          <p:cNvSpPr/>
          <p:nvPr/>
        </p:nvSpPr>
        <p:spPr>
          <a:xfrm>
            <a:off x="2851560" y="5085000"/>
            <a:ext cx="371520" cy="51696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ru-RU" sz="2800" b="0" strike="noStrike" spc="-1">
                <a:solidFill>
                  <a:srgbClr val="000000"/>
                </a:solidFill>
                <a:latin typeface="Times New Roman"/>
                <a:ea typeface="Times New Roman"/>
              </a:rPr>
              <a:t>и</a:t>
            </a:r>
            <a:endParaRPr lang="ru-RU" sz="2800" b="0" strike="noStrike" spc="-1">
              <a:latin typeface="Arial"/>
            </a:endParaRPr>
          </a:p>
        </p:txBody>
      </p:sp>
      <p:sp>
        <p:nvSpPr>
          <p:cNvPr id="9" name="CustomShape 5">
            <a:extLst>
              <a:ext uri="{FF2B5EF4-FFF2-40B4-BE49-F238E27FC236}">
                <a16:creationId xmlns:a16="http://schemas.microsoft.com/office/drawing/2014/main" id="{9471EBCC-7B1E-48C4-86ED-4C04195050C3}"/>
              </a:ext>
            </a:extLst>
          </p:cNvPr>
          <p:cNvSpPr/>
          <p:nvPr/>
        </p:nvSpPr>
        <p:spPr>
          <a:xfrm>
            <a:off x="184680" y="5661360"/>
            <a:ext cx="8833320" cy="5169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ru-RU" sz="2800" b="0" strike="noStrike" spc="-1">
                <a:solidFill>
                  <a:srgbClr val="000000"/>
                </a:solidFill>
                <a:latin typeface="Times New Roman"/>
                <a:ea typeface="Times New Roman"/>
              </a:rPr>
              <a:t>В каждой указанной точке должно выполняться условие </a:t>
            </a:r>
            <a:endParaRPr lang="ru-RU" sz="2800" b="0" strike="noStrike" spc="-1">
              <a:latin typeface="Arial"/>
            </a:endParaRPr>
          </a:p>
        </p:txBody>
      </p:sp>
      <p:pic>
        <p:nvPicPr>
          <p:cNvPr id="10" name="Picture 5">
            <a:extLst>
              <a:ext uri="{FF2B5EF4-FFF2-40B4-BE49-F238E27FC236}">
                <a16:creationId xmlns:a16="http://schemas.microsoft.com/office/drawing/2014/main" id="{674E9DDB-8DD1-423C-80CA-6EAF24FE555D}"/>
              </a:ext>
            </a:extLst>
          </p:cNvPr>
          <p:cNvPicPr/>
          <p:nvPr/>
        </p:nvPicPr>
        <p:blipFill>
          <a:blip r:embed="rId5"/>
          <a:stretch/>
        </p:blipFill>
        <p:spPr>
          <a:xfrm>
            <a:off x="274320" y="6210000"/>
            <a:ext cx="1287360" cy="471600"/>
          </a:xfrm>
          <a:prstGeom prst="rect">
            <a:avLst/>
          </a:prstGeom>
          <a:ln>
            <a:noFill/>
          </a:ln>
        </p:spPr>
      </p:pic>
      <p:sp>
        <p:nvSpPr>
          <p:cNvPr id="11" name="CustomShape 6">
            <a:extLst>
              <a:ext uri="{FF2B5EF4-FFF2-40B4-BE49-F238E27FC236}">
                <a16:creationId xmlns:a16="http://schemas.microsoft.com/office/drawing/2014/main" id="{5801D2DD-0BE2-417F-9507-FE153F79F9BC}"/>
              </a:ext>
            </a:extLst>
          </p:cNvPr>
          <p:cNvSpPr/>
          <p:nvPr/>
        </p:nvSpPr>
        <p:spPr>
          <a:xfrm>
            <a:off x="1967400" y="6158520"/>
            <a:ext cx="827280" cy="51696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ru-RU" sz="2800" b="0" strike="noStrike" spc="-1">
                <a:solidFill>
                  <a:srgbClr val="000000"/>
                </a:solidFill>
                <a:latin typeface="Times New Roman"/>
                <a:ea typeface="Times New Roman"/>
              </a:rPr>
              <a:t>или </a:t>
            </a:r>
            <a:endParaRPr lang="ru-RU" sz="2800" b="0" strike="noStrike" spc="-1">
              <a:latin typeface="Arial"/>
            </a:endParaRPr>
          </a:p>
        </p:txBody>
      </p:sp>
      <p:pic>
        <p:nvPicPr>
          <p:cNvPr id="12" name="Picture 6">
            <a:extLst>
              <a:ext uri="{FF2B5EF4-FFF2-40B4-BE49-F238E27FC236}">
                <a16:creationId xmlns:a16="http://schemas.microsoft.com/office/drawing/2014/main" id="{7D34DD27-3419-486C-B942-0CA3EAEE42D6}"/>
              </a:ext>
            </a:extLst>
          </p:cNvPr>
          <p:cNvPicPr/>
          <p:nvPr/>
        </p:nvPicPr>
        <p:blipFill>
          <a:blip r:embed="rId6"/>
          <a:stretch/>
        </p:blipFill>
        <p:spPr>
          <a:xfrm>
            <a:off x="3225960" y="6183000"/>
            <a:ext cx="1090800" cy="399600"/>
          </a:xfrm>
          <a:prstGeom prst="rect">
            <a:avLst/>
          </a:prstGeom>
          <a:ln>
            <a:noFill/>
          </a:ln>
        </p:spPr>
      </p:pic>
    </p:spTree>
    <p:extLst>
      <p:ext uri="{BB962C8B-B14F-4D97-AF65-F5344CB8AC3E}">
        <p14:creationId xmlns:p14="http://schemas.microsoft.com/office/powerpoint/2010/main" val="2235032843"/>
      </p:ext>
    </p:extLst>
  </p:cSld>
  <p:clrMapOvr>
    <a:masterClrMapping/>
  </p:clrMapOvr>
  <p:transition spd="slow">
    <p:push dir="u"/>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stomShape 1">
            <a:extLst>
              <a:ext uri="{FF2B5EF4-FFF2-40B4-BE49-F238E27FC236}">
                <a16:creationId xmlns:a16="http://schemas.microsoft.com/office/drawing/2014/main" id="{9A422495-754D-4B24-A99D-2C1FC8E78D65}"/>
              </a:ext>
            </a:extLst>
          </p:cNvPr>
          <p:cNvSpPr/>
          <p:nvPr/>
        </p:nvSpPr>
        <p:spPr>
          <a:xfrm>
            <a:off x="251640" y="116640"/>
            <a:ext cx="8352720" cy="13093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gn="ctr">
              <a:lnSpc>
                <a:spcPct val="100000"/>
              </a:lnSpc>
            </a:pPr>
            <a:r>
              <a:rPr lang="ru-RU" sz="2800" b="0" strike="noStrike" spc="-1">
                <a:solidFill>
                  <a:srgbClr val="FF0000"/>
                </a:solidFill>
                <a:latin typeface="Trebuchet MS"/>
              </a:rPr>
              <a:t>Пример.</a:t>
            </a:r>
            <a:endParaRPr lang="ru-RU" sz="2800" b="0" strike="noStrike" spc="-1">
              <a:latin typeface="Arial"/>
            </a:endParaRPr>
          </a:p>
          <a:p>
            <a:pPr algn="ctr">
              <a:lnSpc>
                <a:spcPct val="100000"/>
              </a:lnSpc>
            </a:pPr>
            <a:r>
              <a:rPr lang="ru-RU" sz="2800" b="0" strike="noStrike" spc="-1">
                <a:solidFill>
                  <a:srgbClr val="FF0000"/>
                </a:solidFill>
                <a:latin typeface="Trebuchet MS"/>
              </a:rPr>
              <a:t> </a:t>
            </a:r>
            <a:endParaRPr lang="ru-RU" sz="2800" b="0" strike="noStrike" spc="-1">
              <a:latin typeface="Arial"/>
            </a:endParaRPr>
          </a:p>
          <a:p>
            <a:pPr algn="ctr">
              <a:lnSpc>
                <a:spcPct val="100000"/>
              </a:lnSpc>
            </a:pPr>
            <a:r>
              <a:rPr lang="ru-RU" sz="2400" b="0" strike="noStrike" spc="-1">
                <a:solidFill>
                  <a:srgbClr val="000000"/>
                </a:solidFill>
                <a:latin typeface="Trebuchet MS"/>
              </a:rPr>
              <a:t>Найти точку условного экстремума функции </a:t>
            </a:r>
            <a:endParaRPr lang="ru-RU" sz="2400" b="0" strike="noStrike" spc="-1">
              <a:latin typeface="Arial"/>
            </a:endParaRPr>
          </a:p>
        </p:txBody>
      </p:sp>
      <p:pic>
        <p:nvPicPr>
          <p:cNvPr id="3" name="Рисунок 4">
            <a:extLst>
              <a:ext uri="{FF2B5EF4-FFF2-40B4-BE49-F238E27FC236}">
                <a16:creationId xmlns:a16="http://schemas.microsoft.com/office/drawing/2014/main" id="{D03D4D66-85EC-46DE-8EAC-47D1E29FCDE8}"/>
              </a:ext>
            </a:extLst>
          </p:cNvPr>
          <p:cNvPicPr/>
          <p:nvPr/>
        </p:nvPicPr>
        <p:blipFill>
          <a:blip r:embed="rId2"/>
          <a:stretch/>
        </p:blipFill>
        <p:spPr>
          <a:xfrm>
            <a:off x="2599776" y="2060670"/>
            <a:ext cx="3849120" cy="517320"/>
          </a:xfrm>
          <a:prstGeom prst="rect">
            <a:avLst/>
          </a:prstGeom>
          <a:ln>
            <a:noFill/>
          </a:ln>
        </p:spPr>
      </p:pic>
      <p:sp>
        <p:nvSpPr>
          <p:cNvPr id="4" name="CustomShape 2">
            <a:extLst>
              <a:ext uri="{FF2B5EF4-FFF2-40B4-BE49-F238E27FC236}">
                <a16:creationId xmlns:a16="http://schemas.microsoft.com/office/drawing/2014/main" id="{586FE2E3-B0E2-47F7-B567-064A5240F8D5}"/>
              </a:ext>
            </a:extLst>
          </p:cNvPr>
          <p:cNvSpPr/>
          <p:nvPr/>
        </p:nvSpPr>
        <p:spPr>
          <a:xfrm>
            <a:off x="1374336" y="2997030"/>
            <a:ext cx="2937960" cy="45612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ru-RU" sz="2400" b="0" strike="noStrike" spc="-1">
                <a:solidFill>
                  <a:srgbClr val="000000"/>
                </a:solidFill>
                <a:latin typeface="Trebuchet MS"/>
              </a:rPr>
              <a:t>при ограничениях: </a:t>
            </a:r>
            <a:endParaRPr lang="ru-RU" sz="2400" b="0" strike="noStrike" spc="-1">
              <a:latin typeface="Arial"/>
            </a:endParaRPr>
          </a:p>
        </p:txBody>
      </p:sp>
      <p:pic>
        <p:nvPicPr>
          <p:cNvPr id="5" name="Рисунок 6">
            <a:extLst>
              <a:ext uri="{FF2B5EF4-FFF2-40B4-BE49-F238E27FC236}">
                <a16:creationId xmlns:a16="http://schemas.microsoft.com/office/drawing/2014/main" id="{5CE3000A-B4D5-48F7-90DE-807A3A18060A}"/>
              </a:ext>
            </a:extLst>
          </p:cNvPr>
          <p:cNvPicPr/>
          <p:nvPr/>
        </p:nvPicPr>
        <p:blipFill>
          <a:blip r:embed="rId3"/>
          <a:stretch/>
        </p:blipFill>
        <p:spPr>
          <a:xfrm>
            <a:off x="2843856" y="3789030"/>
            <a:ext cx="2972520" cy="1457280"/>
          </a:xfrm>
          <a:prstGeom prst="rect">
            <a:avLst/>
          </a:prstGeom>
          <a:ln>
            <a:noFill/>
          </a:ln>
        </p:spPr>
      </p:pic>
    </p:spTree>
    <p:extLst>
      <p:ext uri="{BB962C8B-B14F-4D97-AF65-F5344CB8AC3E}">
        <p14:creationId xmlns:p14="http://schemas.microsoft.com/office/powerpoint/2010/main" val="2062044730"/>
      </p:ext>
    </p:extLst>
  </p:cSld>
  <p:clrMapOvr>
    <a:masterClrMapping/>
  </p:clrMapOvr>
  <p:transition spd="slow">
    <p:push dir="u"/>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stomShape 1">
            <a:extLst>
              <a:ext uri="{FF2B5EF4-FFF2-40B4-BE49-F238E27FC236}">
                <a16:creationId xmlns:a16="http://schemas.microsoft.com/office/drawing/2014/main" id="{A446B421-14DF-4867-B0F3-4028C57F8770}"/>
              </a:ext>
            </a:extLst>
          </p:cNvPr>
          <p:cNvSpPr/>
          <p:nvPr/>
        </p:nvSpPr>
        <p:spPr>
          <a:xfrm>
            <a:off x="493920" y="188640"/>
            <a:ext cx="4541400" cy="45612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ru-RU" sz="2400" b="0" strike="noStrike" spc="-1">
                <a:solidFill>
                  <a:srgbClr val="000000"/>
                </a:solidFill>
                <a:latin typeface="Trebuchet MS"/>
              </a:rPr>
              <a:t>Составим функцию Лагранжа: </a:t>
            </a:r>
            <a:endParaRPr lang="ru-RU" sz="2400" b="0" strike="noStrike" spc="-1">
              <a:latin typeface="Arial"/>
            </a:endParaRPr>
          </a:p>
        </p:txBody>
      </p:sp>
      <p:pic>
        <p:nvPicPr>
          <p:cNvPr id="3" name="Рисунок 4">
            <a:extLst>
              <a:ext uri="{FF2B5EF4-FFF2-40B4-BE49-F238E27FC236}">
                <a16:creationId xmlns:a16="http://schemas.microsoft.com/office/drawing/2014/main" id="{2138AD48-8865-4A9B-9EED-FCC8A5FC77E7}"/>
              </a:ext>
            </a:extLst>
          </p:cNvPr>
          <p:cNvPicPr/>
          <p:nvPr/>
        </p:nvPicPr>
        <p:blipFill>
          <a:blip r:embed="rId2"/>
          <a:stretch/>
        </p:blipFill>
        <p:spPr>
          <a:xfrm>
            <a:off x="16920" y="764640"/>
            <a:ext cx="9126720" cy="575640"/>
          </a:xfrm>
          <a:prstGeom prst="rect">
            <a:avLst/>
          </a:prstGeom>
          <a:ln>
            <a:noFill/>
          </a:ln>
        </p:spPr>
      </p:pic>
      <p:sp>
        <p:nvSpPr>
          <p:cNvPr id="4" name="CustomShape 2">
            <a:extLst>
              <a:ext uri="{FF2B5EF4-FFF2-40B4-BE49-F238E27FC236}">
                <a16:creationId xmlns:a16="http://schemas.microsoft.com/office/drawing/2014/main" id="{B675AF62-FCB3-4658-B853-2694C843CC4E}"/>
              </a:ext>
            </a:extLst>
          </p:cNvPr>
          <p:cNvSpPr/>
          <p:nvPr/>
        </p:nvSpPr>
        <p:spPr>
          <a:xfrm>
            <a:off x="288720" y="1741320"/>
            <a:ext cx="5970600" cy="45612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ru-RU" sz="2400" b="0" strike="noStrike" spc="-1">
                <a:solidFill>
                  <a:srgbClr val="000000"/>
                </a:solidFill>
                <a:latin typeface="Trebuchet MS"/>
              </a:rPr>
              <a:t>Продифференцируем ее по переменным</a:t>
            </a:r>
            <a:endParaRPr lang="ru-RU" sz="2400" b="0" strike="noStrike" spc="-1">
              <a:latin typeface="Arial"/>
            </a:endParaRPr>
          </a:p>
        </p:txBody>
      </p:sp>
      <p:pic>
        <p:nvPicPr>
          <p:cNvPr id="5" name="Рисунок 6">
            <a:extLst>
              <a:ext uri="{FF2B5EF4-FFF2-40B4-BE49-F238E27FC236}">
                <a16:creationId xmlns:a16="http://schemas.microsoft.com/office/drawing/2014/main" id="{7D57F116-1595-460A-BDFC-1CD3A5040FEE}"/>
              </a:ext>
            </a:extLst>
          </p:cNvPr>
          <p:cNvPicPr/>
          <p:nvPr/>
        </p:nvPicPr>
        <p:blipFill>
          <a:blip r:embed="rId3"/>
          <a:stretch/>
        </p:blipFill>
        <p:spPr>
          <a:xfrm>
            <a:off x="6296760" y="1689840"/>
            <a:ext cx="2716920" cy="512640"/>
          </a:xfrm>
          <a:prstGeom prst="rect">
            <a:avLst/>
          </a:prstGeom>
          <a:ln>
            <a:noFill/>
          </a:ln>
        </p:spPr>
      </p:pic>
      <p:sp>
        <p:nvSpPr>
          <p:cNvPr id="6" name="CustomShape 3">
            <a:extLst>
              <a:ext uri="{FF2B5EF4-FFF2-40B4-BE49-F238E27FC236}">
                <a16:creationId xmlns:a16="http://schemas.microsoft.com/office/drawing/2014/main" id="{1DE5B9CD-F282-4F13-B85E-0DEE18C7FF09}"/>
              </a:ext>
            </a:extLst>
          </p:cNvPr>
          <p:cNvSpPr/>
          <p:nvPr/>
        </p:nvSpPr>
        <p:spPr>
          <a:xfrm>
            <a:off x="322560" y="2565000"/>
            <a:ext cx="8690400" cy="8218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ru-RU" sz="2400" b="0" strike="noStrike" spc="-1">
                <a:solidFill>
                  <a:srgbClr val="000000"/>
                </a:solidFill>
                <a:latin typeface="Trebuchet MS"/>
              </a:rPr>
              <a:t>Приравнивая полученные выражения к нулю, получим следующую систему уравнений:</a:t>
            </a:r>
            <a:endParaRPr lang="ru-RU" sz="2400" b="0" strike="noStrike" spc="-1">
              <a:latin typeface="Arial"/>
            </a:endParaRPr>
          </a:p>
        </p:txBody>
      </p:sp>
      <p:pic>
        <p:nvPicPr>
          <p:cNvPr id="7" name="Рисунок 8">
            <a:extLst>
              <a:ext uri="{FF2B5EF4-FFF2-40B4-BE49-F238E27FC236}">
                <a16:creationId xmlns:a16="http://schemas.microsoft.com/office/drawing/2014/main" id="{0F63BD53-7991-417F-A3EB-4801F708CA5B}"/>
              </a:ext>
            </a:extLst>
          </p:cNvPr>
          <p:cNvPicPr/>
          <p:nvPr/>
        </p:nvPicPr>
        <p:blipFill>
          <a:blip r:embed="rId4"/>
          <a:stretch/>
        </p:blipFill>
        <p:spPr>
          <a:xfrm>
            <a:off x="2204640" y="3395880"/>
            <a:ext cx="4455360" cy="3345120"/>
          </a:xfrm>
          <a:prstGeom prst="rect">
            <a:avLst/>
          </a:prstGeom>
          <a:ln>
            <a:noFill/>
          </a:ln>
        </p:spPr>
      </p:pic>
      <p:sp>
        <p:nvSpPr>
          <p:cNvPr id="8" name="CustomShape 4">
            <a:extLst>
              <a:ext uri="{FF2B5EF4-FFF2-40B4-BE49-F238E27FC236}">
                <a16:creationId xmlns:a16="http://schemas.microsoft.com/office/drawing/2014/main" id="{E2479C6F-E5F2-4B24-9E24-CF04AD910AA3}"/>
              </a:ext>
            </a:extLst>
          </p:cNvPr>
          <p:cNvSpPr/>
          <p:nvPr/>
        </p:nvSpPr>
        <p:spPr>
          <a:xfrm>
            <a:off x="2696760" y="3501000"/>
            <a:ext cx="218520" cy="516960"/>
          </a:xfrm>
          <a:prstGeom prst="rect">
            <a:avLst/>
          </a:prstGeom>
          <a:solidFill>
            <a:schemeClr val="bg1"/>
          </a:solid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en-US" sz="2800" b="0" strike="noStrike" spc="-1">
                <a:solidFill>
                  <a:srgbClr val="000000"/>
                </a:solidFill>
                <a:latin typeface="Trebuchet MS"/>
              </a:rPr>
              <a:t>2</a:t>
            </a:r>
            <a:endParaRPr lang="ru-RU" sz="2800" b="0" strike="noStrike" spc="-1">
              <a:latin typeface="Arial"/>
            </a:endParaRPr>
          </a:p>
        </p:txBody>
      </p:sp>
    </p:spTree>
    <p:extLst>
      <p:ext uri="{BB962C8B-B14F-4D97-AF65-F5344CB8AC3E}">
        <p14:creationId xmlns:p14="http://schemas.microsoft.com/office/powerpoint/2010/main" val="3677435488"/>
      </p:ext>
    </p:extLst>
  </p:cSld>
  <p:clrMapOvr>
    <a:masterClrMapping/>
  </p:clrMapOvr>
  <p:transition spd="slow">
    <p:push dir="u"/>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stomShape 1">
            <a:extLst>
              <a:ext uri="{FF2B5EF4-FFF2-40B4-BE49-F238E27FC236}">
                <a16:creationId xmlns:a16="http://schemas.microsoft.com/office/drawing/2014/main" id="{BF3E5AB0-8A22-4FAB-9076-5C27F867F8FE}"/>
              </a:ext>
            </a:extLst>
          </p:cNvPr>
          <p:cNvSpPr/>
          <p:nvPr/>
        </p:nvSpPr>
        <p:spPr>
          <a:xfrm>
            <a:off x="954720" y="497520"/>
            <a:ext cx="6871320" cy="457920"/>
          </a:xfrm>
          <a:prstGeom prst="rect">
            <a:avLst/>
          </a:prstGeom>
          <a:noFill/>
          <a:ln>
            <a:noFill/>
          </a:ln>
        </p:spPr>
        <p:style>
          <a:lnRef idx="0">
            <a:scrgbClr r="0" g="0" b="0"/>
          </a:lnRef>
          <a:fillRef idx="0">
            <a:scrgbClr r="0" g="0" b="0"/>
          </a:fillRef>
          <a:effectRef idx="0">
            <a:scrgbClr r="0" g="0" b="0"/>
          </a:effectRef>
          <a:fontRef idx="minor"/>
        </p:style>
        <p:txBody>
          <a:bodyPr wrap="none" anchor="ctr">
            <a:spAutoFit/>
          </a:bodyPr>
          <a:lstStyle/>
          <a:p>
            <a:pPr algn="just">
              <a:lnSpc>
                <a:spcPct val="100000"/>
              </a:lnSpc>
            </a:pPr>
            <a:r>
              <a:rPr lang="ru-RU" sz="2400" b="0" strike="noStrike" spc="-1">
                <a:solidFill>
                  <a:srgbClr val="000000"/>
                </a:solidFill>
                <a:latin typeface="Trebuchet MS"/>
                <a:ea typeface="Calibri"/>
              </a:rPr>
              <a:t>Из первого и третьего уравнений следует, что </a:t>
            </a:r>
            <a:endParaRPr lang="ru-RU" sz="2400" b="0" strike="noStrike" spc="-1">
              <a:latin typeface="Arial"/>
            </a:endParaRPr>
          </a:p>
        </p:txBody>
      </p:sp>
      <p:pic>
        <p:nvPicPr>
          <p:cNvPr id="3" name="Рисунок 12">
            <a:extLst>
              <a:ext uri="{FF2B5EF4-FFF2-40B4-BE49-F238E27FC236}">
                <a16:creationId xmlns:a16="http://schemas.microsoft.com/office/drawing/2014/main" id="{95030540-AB1F-4C39-896C-312B6119189B}"/>
              </a:ext>
            </a:extLst>
          </p:cNvPr>
          <p:cNvPicPr/>
          <p:nvPr/>
        </p:nvPicPr>
        <p:blipFill>
          <a:blip r:embed="rId2"/>
          <a:stretch/>
        </p:blipFill>
        <p:spPr>
          <a:xfrm>
            <a:off x="515520" y="1154520"/>
            <a:ext cx="3278160" cy="546120"/>
          </a:xfrm>
          <a:prstGeom prst="rect">
            <a:avLst/>
          </a:prstGeom>
          <a:ln>
            <a:noFill/>
          </a:ln>
        </p:spPr>
      </p:pic>
      <p:sp>
        <p:nvSpPr>
          <p:cNvPr id="4" name="CustomShape 2">
            <a:extLst>
              <a:ext uri="{FF2B5EF4-FFF2-40B4-BE49-F238E27FC236}">
                <a16:creationId xmlns:a16="http://schemas.microsoft.com/office/drawing/2014/main" id="{D89EE2DE-4278-4A8A-8D5F-33E0E82A86A9}"/>
              </a:ext>
            </a:extLst>
          </p:cNvPr>
          <p:cNvSpPr/>
          <p:nvPr/>
        </p:nvSpPr>
        <p:spPr>
          <a:xfrm>
            <a:off x="3420000" y="1198080"/>
            <a:ext cx="2073600" cy="457920"/>
          </a:xfrm>
          <a:prstGeom prst="rect">
            <a:avLst/>
          </a:prstGeom>
          <a:noFill/>
          <a:ln>
            <a:noFill/>
          </a:ln>
        </p:spPr>
        <p:style>
          <a:lnRef idx="0">
            <a:scrgbClr r="0" g="0" b="0"/>
          </a:lnRef>
          <a:fillRef idx="0">
            <a:scrgbClr r="0" g="0" b="0"/>
          </a:fillRef>
          <a:effectRef idx="0">
            <a:scrgbClr r="0" g="0" b="0"/>
          </a:effectRef>
          <a:fontRef idx="minor"/>
        </p:style>
        <p:txBody>
          <a:bodyPr anchor="ctr">
            <a:spAutoFit/>
          </a:bodyPr>
          <a:lstStyle/>
          <a:p>
            <a:pPr algn="just">
              <a:lnSpc>
                <a:spcPct val="100000"/>
              </a:lnSpc>
            </a:pPr>
            <a:r>
              <a:rPr lang="ru-RU" sz="2400" b="0" strike="noStrike" spc="-1">
                <a:solidFill>
                  <a:srgbClr val="000000"/>
                </a:solidFill>
                <a:latin typeface="Trebuchet MS"/>
                <a:ea typeface="Calibri"/>
              </a:rPr>
              <a:t>; тогда</a:t>
            </a:r>
            <a:endParaRPr lang="ru-RU" sz="2400" b="0" strike="noStrike" spc="-1">
              <a:latin typeface="Arial"/>
            </a:endParaRPr>
          </a:p>
        </p:txBody>
      </p:sp>
      <p:pic>
        <p:nvPicPr>
          <p:cNvPr id="5" name="Рисунок 6">
            <a:extLst>
              <a:ext uri="{FF2B5EF4-FFF2-40B4-BE49-F238E27FC236}">
                <a16:creationId xmlns:a16="http://schemas.microsoft.com/office/drawing/2014/main" id="{07BF52FD-E603-4A87-8A9A-8A2DD698C9A7}"/>
              </a:ext>
            </a:extLst>
          </p:cNvPr>
          <p:cNvPicPr/>
          <p:nvPr/>
        </p:nvPicPr>
        <p:blipFill>
          <a:blip r:embed="rId3"/>
          <a:stretch/>
        </p:blipFill>
        <p:spPr>
          <a:xfrm>
            <a:off x="2411640" y="1845000"/>
            <a:ext cx="3839400" cy="2176200"/>
          </a:xfrm>
          <a:prstGeom prst="rect">
            <a:avLst/>
          </a:prstGeom>
          <a:ln>
            <a:noFill/>
          </a:ln>
        </p:spPr>
      </p:pic>
      <p:sp>
        <p:nvSpPr>
          <p:cNvPr id="6" name="CustomShape 3">
            <a:extLst>
              <a:ext uri="{FF2B5EF4-FFF2-40B4-BE49-F238E27FC236}">
                <a16:creationId xmlns:a16="http://schemas.microsoft.com/office/drawing/2014/main" id="{5A584F44-F522-497D-A8BA-BB0D4681BAA9}"/>
              </a:ext>
            </a:extLst>
          </p:cNvPr>
          <p:cNvSpPr/>
          <p:nvPr/>
        </p:nvSpPr>
        <p:spPr>
          <a:xfrm>
            <a:off x="795240" y="4221000"/>
            <a:ext cx="4955760" cy="45612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ru-RU" sz="2400" b="0" strike="noStrike" spc="-1">
                <a:solidFill>
                  <a:srgbClr val="000000"/>
                </a:solidFill>
                <a:latin typeface="Trebuchet MS"/>
              </a:rPr>
              <a:t>Решив данную систему, получим:</a:t>
            </a:r>
            <a:endParaRPr lang="ru-RU" sz="2400" b="0" strike="noStrike" spc="-1">
              <a:latin typeface="Arial"/>
            </a:endParaRPr>
          </a:p>
        </p:txBody>
      </p:sp>
      <p:pic>
        <p:nvPicPr>
          <p:cNvPr id="7" name="Рисунок 8">
            <a:extLst>
              <a:ext uri="{FF2B5EF4-FFF2-40B4-BE49-F238E27FC236}">
                <a16:creationId xmlns:a16="http://schemas.microsoft.com/office/drawing/2014/main" id="{B3C26FA4-E5E1-4ECC-8978-BABAB8052C36}"/>
              </a:ext>
            </a:extLst>
          </p:cNvPr>
          <p:cNvPicPr/>
          <p:nvPr/>
        </p:nvPicPr>
        <p:blipFill>
          <a:blip r:embed="rId4"/>
          <a:stretch/>
        </p:blipFill>
        <p:spPr>
          <a:xfrm>
            <a:off x="1403640" y="4799160"/>
            <a:ext cx="3490920" cy="719640"/>
          </a:xfrm>
          <a:prstGeom prst="rect">
            <a:avLst/>
          </a:prstGeom>
          <a:ln>
            <a:noFill/>
          </a:ln>
        </p:spPr>
      </p:pic>
      <p:pic>
        <p:nvPicPr>
          <p:cNvPr id="8" name="Рисунок 9">
            <a:extLst>
              <a:ext uri="{FF2B5EF4-FFF2-40B4-BE49-F238E27FC236}">
                <a16:creationId xmlns:a16="http://schemas.microsoft.com/office/drawing/2014/main" id="{FB670D01-7431-4A9D-AC2A-B92250D9EA5A}"/>
              </a:ext>
            </a:extLst>
          </p:cNvPr>
          <p:cNvPicPr/>
          <p:nvPr/>
        </p:nvPicPr>
        <p:blipFill>
          <a:blip r:embed="rId5"/>
          <a:stretch/>
        </p:blipFill>
        <p:spPr>
          <a:xfrm>
            <a:off x="5499000" y="4799160"/>
            <a:ext cx="2385000" cy="719640"/>
          </a:xfrm>
          <a:prstGeom prst="rect">
            <a:avLst/>
          </a:prstGeom>
          <a:ln>
            <a:noFill/>
          </a:ln>
        </p:spPr>
      </p:pic>
    </p:spTree>
    <p:extLst>
      <p:ext uri="{BB962C8B-B14F-4D97-AF65-F5344CB8AC3E}">
        <p14:creationId xmlns:p14="http://schemas.microsoft.com/office/powerpoint/2010/main" val="185353187"/>
      </p:ext>
    </p:extLst>
  </p:cSld>
  <p:clrMapOvr>
    <a:masterClrMapping/>
  </p:clrMapOvr>
  <p:transition spd="slow">
    <p:push dir="u"/>
  </p:transition>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Стандартная">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323</TotalTime>
  <Words>1928</Words>
  <Application>Microsoft Office PowerPoint</Application>
  <PresentationFormat>Экран (4:3)</PresentationFormat>
  <Paragraphs>273</Paragraphs>
  <Slides>68</Slides>
  <Notes>1</Notes>
  <HiddenSlides>0</HiddenSlides>
  <MMClips>0</MMClips>
  <ScaleCrop>false</ScaleCrop>
  <HeadingPairs>
    <vt:vector size="8" baseType="variant">
      <vt:variant>
        <vt:lpstr>Использованные шрифты</vt:lpstr>
      </vt:variant>
      <vt:variant>
        <vt:i4>9</vt:i4>
      </vt:variant>
      <vt:variant>
        <vt:lpstr>Тема</vt:lpstr>
      </vt:variant>
      <vt:variant>
        <vt:i4>1</vt:i4>
      </vt:variant>
      <vt:variant>
        <vt:lpstr>Внедренные серверы OLE</vt:lpstr>
      </vt:variant>
      <vt:variant>
        <vt:i4>3</vt:i4>
      </vt:variant>
      <vt:variant>
        <vt:lpstr>Заголовки слайдов</vt:lpstr>
      </vt:variant>
      <vt:variant>
        <vt:i4>68</vt:i4>
      </vt:variant>
    </vt:vector>
  </HeadingPairs>
  <TitlesOfParts>
    <vt:vector size="81" baseType="lpstr">
      <vt:lpstr>Arial</vt:lpstr>
      <vt:lpstr>Calibri</vt:lpstr>
      <vt:lpstr>Calibri Light</vt:lpstr>
      <vt:lpstr>Century</vt:lpstr>
      <vt:lpstr>等线</vt:lpstr>
      <vt:lpstr>等线 Light</vt:lpstr>
      <vt:lpstr>Symbol</vt:lpstr>
      <vt:lpstr>Times New Roman</vt:lpstr>
      <vt:lpstr>Trebuchet MS</vt:lpstr>
      <vt:lpstr>Тема Office</vt:lpstr>
      <vt:lpstr>Visio</vt:lpstr>
      <vt:lpstr>Microsoft Equation 3.0</vt:lpstr>
      <vt:lpstr>Visio.Drawing.6</vt:lpstr>
      <vt:lpstr>Линейное программирование</vt:lpstr>
      <vt:lpstr>Презентация PowerPoint</vt:lpstr>
      <vt:lpstr>План лекции</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Симплекс-метод</vt:lpstr>
      <vt:lpstr>Симплекс-метод</vt:lpstr>
      <vt:lpstr>Симплекс-метод с естественным базисом</vt:lpstr>
      <vt:lpstr>Симплекс-метод с естественным базисом</vt:lpstr>
      <vt:lpstr>Симплекс-метод с естественным базисом</vt:lpstr>
      <vt:lpstr>Симплекс-метод с естественным базисом</vt:lpstr>
      <vt:lpstr>Симплекс-метод с естественным базисом</vt:lpstr>
      <vt:lpstr>Симплекс-метод с естественным базисом</vt:lpstr>
      <vt:lpstr>Симплекс-метод с естественным базисом</vt:lpstr>
      <vt:lpstr>Симплекс-метод</vt:lpstr>
      <vt:lpstr>Презентация PowerPoint</vt:lpstr>
      <vt:lpstr>Презентация PowerPoint</vt:lpstr>
      <vt:lpstr>Презентация PowerPoint</vt:lpstr>
      <vt:lpstr>Определение базисных решений</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Симплекс-метод с искусственным базисом</vt:lpstr>
      <vt:lpstr>Симплекс-метод с искусственным базисом</vt:lpstr>
      <vt:lpstr>Нелинейное программирование</vt:lpstr>
      <vt:lpstr>Нелинейное программирование</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МАТЕМАТИЧЕСКОЕ ПРОГРАММИРОВАНИЕ</dc:title>
  <dc:creator>Brakovich</dc:creator>
  <cp:lastModifiedBy>User</cp:lastModifiedBy>
  <cp:revision>120</cp:revision>
  <dcterms:created xsi:type="dcterms:W3CDTF">2010-12-02T13:55:00Z</dcterms:created>
  <dcterms:modified xsi:type="dcterms:W3CDTF">2026-03-20T08:15:06Z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2C9A245EF3D94458A701954A3FBA8D82</vt:lpwstr>
  </property>
  <property fmtid="{D5CDD505-2E9C-101B-9397-08002B2CF9AE}" pid="3" name="KSOProductBuildVer">
    <vt:lpwstr>1049-11.2.0.11440</vt:lpwstr>
  </property>
</Properties>
</file>